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67" r:id="rId4"/>
    <p:sldId id="268" r:id="rId5"/>
    <p:sldId id="269" r:id="rId6"/>
    <p:sldId id="270" r:id="rId7"/>
    <p:sldId id="271" r:id="rId8"/>
    <p:sldId id="272" r:id="rId9"/>
    <p:sldId id="273" r:id="rId10"/>
    <p:sldId id="274" r:id="rId11"/>
    <p:sldId id="275"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309" r:id="rId43"/>
    <p:sldId id="310" r:id="rId44"/>
    <p:sldId id="311" r:id="rId45"/>
    <p:sldId id="312" r:id="rId46"/>
    <p:sldId id="313" r:id="rId47"/>
    <p:sldId id="314" r:id="rId48"/>
  </p:sldIdLst>
  <p:sldSz cx="6070600" cy="4552950"/>
  <p:notesSz cx="6070600" cy="45529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1" d="100"/>
          <a:sy n="91" d="100"/>
        </p:scale>
        <p:origin x="157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630488" cy="228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438525" y="0"/>
            <a:ext cx="2630488" cy="228600"/>
          </a:xfrm>
          <a:prstGeom prst="rect">
            <a:avLst/>
          </a:prstGeom>
        </p:spPr>
        <p:txBody>
          <a:bodyPr vert="horz" lIns="91440" tIns="45720" rIns="91440" bIns="45720" rtlCol="0"/>
          <a:lstStyle>
            <a:lvl1pPr algn="r">
              <a:defRPr sz="1200"/>
            </a:lvl1pPr>
          </a:lstStyle>
          <a:p>
            <a:fld id="{162F7066-B03E-4D94-BB40-565CFAA1E101}" type="datetimeFigureOut">
              <a:rPr lang="en-US" smtClean="0"/>
              <a:t>12/3/2025</a:t>
            </a:fld>
            <a:endParaRPr lang="en-US"/>
          </a:p>
        </p:txBody>
      </p:sp>
      <p:sp>
        <p:nvSpPr>
          <p:cNvPr id="4" name="Slide Image Placeholder 3"/>
          <p:cNvSpPr>
            <a:spLocks noGrp="1" noRot="1" noChangeAspect="1"/>
          </p:cNvSpPr>
          <p:nvPr>
            <p:ph type="sldImg" idx="2"/>
          </p:nvPr>
        </p:nvSpPr>
        <p:spPr>
          <a:xfrm>
            <a:off x="2011363" y="569913"/>
            <a:ext cx="2047875" cy="15351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06425" y="2190750"/>
            <a:ext cx="4857750" cy="1793875"/>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4324350"/>
            <a:ext cx="2630488" cy="228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438525" y="4324350"/>
            <a:ext cx="2630488" cy="228600"/>
          </a:xfrm>
          <a:prstGeom prst="rect">
            <a:avLst/>
          </a:prstGeom>
        </p:spPr>
        <p:txBody>
          <a:bodyPr vert="horz" lIns="91440" tIns="45720" rIns="91440" bIns="45720" rtlCol="0" anchor="b"/>
          <a:lstStyle>
            <a:lvl1pPr algn="r">
              <a:defRPr sz="1200"/>
            </a:lvl1pPr>
          </a:lstStyle>
          <a:p>
            <a:fld id="{C416B972-DBC4-46A4-ACB9-466E4EAF4458}" type="slidenum">
              <a:rPr lang="en-US" smtClean="0"/>
              <a:t>‹#›</a:t>
            </a:fld>
            <a:endParaRPr lang="en-US"/>
          </a:p>
        </p:txBody>
      </p:sp>
    </p:spTree>
    <p:extLst>
      <p:ext uri="{BB962C8B-B14F-4D97-AF65-F5344CB8AC3E}">
        <p14:creationId xmlns:p14="http://schemas.microsoft.com/office/powerpoint/2010/main" val="691253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16B972-DBC4-46A4-ACB9-466E4EAF4458}" type="slidenum">
              <a:rPr lang="en-US" smtClean="0"/>
              <a:t>36</a:t>
            </a:fld>
            <a:endParaRPr lang="en-US"/>
          </a:p>
        </p:txBody>
      </p:sp>
    </p:spTree>
    <p:extLst>
      <p:ext uri="{BB962C8B-B14F-4D97-AF65-F5344CB8AC3E}">
        <p14:creationId xmlns:p14="http://schemas.microsoft.com/office/powerpoint/2010/main" val="212115777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jpg"/><Relationship Id="rId3" Type="http://schemas.openxmlformats.org/officeDocument/2006/relationships/image" Target="../media/image2.png"/><Relationship Id="rId7" Type="http://schemas.openxmlformats.org/officeDocument/2006/relationships/image" Target="../media/image6.jpg"/><Relationship Id="rId12" Type="http://schemas.openxmlformats.org/officeDocument/2006/relationships/image" Target="../media/image11.jp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jpg"/><Relationship Id="rId11" Type="http://schemas.openxmlformats.org/officeDocument/2006/relationships/image" Target="../media/image10.jpg"/><Relationship Id="rId5" Type="http://schemas.openxmlformats.org/officeDocument/2006/relationships/image" Target="../media/image4.jpg"/><Relationship Id="rId10" Type="http://schemas.openxmlformats.org/officeDocument/2006/relationships/image" Target="../media/image9.jpg"/><Relationship Id="rId4" Type="http://schemas.openxmlformats.org/officeDocument/2006/relationships/image" Target="../media/image3.jpg"/><Relationship Id="rId9" Type="http://schemas.openxmlformats.org/officeDocument/2006/relationships/image" Target="../media/image8.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9525" y="1085850"/>
            <a:ext cx="6067425" cy="704850"/>
          </a:xfrm>
          <a:prstGeom prst="rect">
            <a:avLst/>
          </a:prstGeom>
        </p:spPr>
      </p:pic>
      <p:sp>
        <p:nvSpPr>
          <p:cNvPr id="17" name="bg object 17"/>
          <p:cNvSpPr/>
          <p:nvPr/>
        </p:nvSpPr>
        <p:spPr>
          <a:xfrm>
            <a:off x="9144" y="3208781"/>
            <a:ext cx="335280" cy="40005"/>
          </a:xfrm>
          <a:custGeom>
            <a:avLst/>
            <a:gdLst/>
            <a:ahLst/>
            <a:cxnLst/>
            <a:rect l="l" t="t" r="r" b="b"/>
            <a:pathLst>
              <a:path w="335280" h="40005">
                <a:moveTo>
                  <a:pt x="335280" y="0"/>
                </a:moveTo>
                <a:lnTo>
                  <a:pt x="0" y="0"/>
                </a:lnTo>
                <a:lnTo>
                  <a:pt x="0" y="18288"/>
                </a:lnTo>
                <a:lnTo>
                  <a:pt x="0" y="21336"/>
                </a:lnTo>
                <a:lnTo>
                  <a:pt x="0" y="39624"/>
                </a:lnTo>
                <a:lnTo>
                  <a:pt x="335280" y="39624"/>
                </a:lnTo>
                <a:lnTo>
                  <a:pt x="335280" y="21336"/>
                </a:lnTo>
                <a:lnTo>
                  <a:pt x="335280" y="18288"/>
                </a:lnTo>
                <a:lnTo>
                  <a:pt x="335280" y="0"/>
                </a:lnTo>
                <a:close/>
              </a:path>
            </a:pathLst>
          </a:custGeom>
          <a:solidFill>
            <a:srgbClr val="4B3B48"/>
          </a:solidFill>
        </p:spPr>
        <p:txBody>
          <a:bodyPr wrap="square" lIns="0" tIns="0" rIns="0" bIns="0" rtlCol="0"/>
          <a:lstStyle/>
          <a:p>
            <a:endParaRPr/>
          </a:p>
        </p:txBody>
      </p:sp>
      <p:sp>
        <p:nvSpPr>
          <p:cNvPr id="18" name="bg object 18"/>
          <p:cNvSpPr/>
          <p:nvPr/>
        </p:nvSpPr>
        <p:spPr>
          <a:xfrm>
            <a:off x="4581144" y="1049274"/>
            <a:ext cx="1057910" cy="0"/>
          </a:xfrm>
          <a:custGeom>
            <a:avLst/>
            <a:gdLst/>
            <a:ahLst/>
            <a:cxnLst/>
            <a:rect l="l" t="t" r="r" b="b"/>
            <a:pathLst>
              <a:path w="1057910">
                <a:moveTo>
                  <a:pt x="0" y="0"/>
                </a:moveTo>
                <a:lnTo>
                  <a:pt x="1057656" y="0"/>
                </a:lnTo>
              </a:path>
            </a:pathLst>
          </a:custGeom>
          <a:ln w="21336">
            <a:solidFill>
              <a:srgbClr val="544444"/>
            </a:solidFill>
          </a:ln>
        </p:spPr>
        <p:txBody>
          <a:bodyPr wrap="square" lIns="0" tIns="0" rIns="0" bIns="0" rtlCol="0"/>
          <a:lstStyle/>
          <a:p>
            <a:endParaRPr/>
          </a:p>
        </p:txBody>
      </p:sp>
      <p:sp>
        <p:nvSpPr>
          <p:cNvPr id="19" name="bg object 19"/>
          <p:cNvSpPr/>
          <p:nvPr/>
        </p:nvSpPr>
        <p:spPr>
          <a:xfrm>
            <a:off x="256031" y="982218"/>
            <a:ext cx="5516880" cy="0"/>
          </a:xfrm>
          <a:custGeom>
            <a:avLst/>
            <a:gdLst/>
            <a:ahLst/>
            <a:cxnLst/>
            <a:rect l="l" t="t" r="r" b="b"/>
            <a:pathLst>
              <a:path w="5516880">
                <a:moveTo>
                  <a:pt x="0" y="0"/>
                </a:moveTo>
                <a:lnTo>
                  <a:pt x="5516880" y="0"/>
                </a:lnTo>
              </a:path>
            </a:pathLst>
          </a:custGeom>
          <a:ln w="21336">
            <a:solidFill>
              <a:srgbClr val="544444"/>
            </a:solidFill>
          </a:ln>
        </p:spPr>
        <p:txBody>
          <a:bodyPr wrap="square" lIns="0" tIns="0" rIns="0" bIns="0" rtlCol="0"/>
          <a:lstStyle/>
          <a:p>
            <a:endParaRPr/>
          </a:p>
        </p:txBody>
      </p:sp>
      <p:sp>
        <p:nvSpPr>
          <p:cNvPr id="20" name="bg object 20"/>
          <p:cNvSpPr/>
          <p:nvPr/>
        </p:nvSpPr>
        <p:spPr>
          <a:xfrm>
            <a:off x="4571999" y="945642"/>
            <a:ext cx="1088390" cy="0"/>
          </a:xfrm>
          <a:custGeom>
            <a:avLst/>
            <a:gdLst/>
            <a:ahLst/>
            <a:cxnLst/>
            <a:rect l="l" t="t" r="r" b="b"/>
            <a:pathLst>
              <a:path w="1088389">
                <a:moveTo>
                  <a:pt x="0" y="0"/>
                </a:moveTo>
                <a:lnTo>
                  <a:pt x="1088136" y="0"/>
                </a:lnTo>
              </a:path>
            </a:pathLst>
          </a:custGeom>
          <a:ln w="21336">
            <a:solidFill>
              <a:srgbClr val="544444"/>
            </a:solidFill>
          </a:ln>
        </p:spPr>
        <p:txBody>
          <a:bodyPr wrap="square" lIns="0" tIns="0" rIns="0" bIns="0" rtlCol="0"/>
          <a:lstStyle/>
          <a:p>
            <a:endParaRPr/>
          </a:p>
        </p:txBody>
      </p:sp>
      <p:pic>
        <p:nvPicPr>
          <p:cNvPr id="21" name="bg object 21"/>
          <p:cNvPicPr/>
          <p:nvPr/>
        </p:nvPicPr>
        <p:blipFill>
          <a:blip r:embed="rId3" cstate="print"/>
          <a:stretch>
            <a:fillRect/>
          </a:stretch>
        </p:blipFill>
        <p:spPr>
          <a:xfrm>
            <a:off x="9525" y="2905125"/>
            <a:ext cx="6067425" cy="123825"/>
          </a:xfrm>
          <a:prstGeom prst="rect">
            <a:avLst/>
          </a:prstGeom>
        </p:spPr>
      </p:pic>
      <p:pic>
        <p:nvPicPr>
          <p:cNvPr id="22" name="bg object 22"/>
          <p:cNvPicPr/>
          <p:nvPr/>
        </p:nvPicPr>
        <p:blipFill>
          <a:blip r:embed="rId4" cstate="print"/>
          <a:stretch>
            <a:fillRect/>
          </a:stretch>
        </p:blipFill>
        <p:spPr>
          <a:xfrm>
            <a:off x="3181350" y="1828800"/>
            <a:ext cx="2609850" cy="142875"/>
          </a:xfrm>
          <a:prstGeom prst="rect">
            <a:avLst/>
          </a:prstGeom>
        </p:spPr>
      </p:pic>
      <p:pic>
        <p:nvPicPr>
          <p:cNvPr id="23" name="bg object 23"/>
          <p:cNvPicPr/>
          <p:nvPr/>
        </p:nvPicPr>
        <p:blipFill>
          <a:blip r:embed="rId5" cstate="print"/>
          <a:stretch>
            <a:fillRect/>
          </a:stretch>
        </p:blipFill>
        <p:spPr>
          <a:xfrm>
            <a:off x="381000" y="1824037"/>
            <a:ext cx="2581275" cy="133350"/>
          </a:xfrm>
          <a:prstGeom prst="rect">
            <a:avLst/>
          </a:prstGeom>
        </p:spPr>
      </p:pic>
      <p:pic>
        <p:nvPicPr>
          <p:cNvPr id="24" name="bg object 24"/>
          <p:cNvPicPr/>
          <p:nvPr/>
        </p:nvPicPr>
        <p:blipFill>
          <a:blip r:embed="rId6" cstate="print"/>
          <a:stretch>
            <a:fillRect/>
          </a:stretch>
        </p:blipFill>
        <p:spPr>
          <a:xfrm>
            <a:off x="381000" y="2286000"/>
            <a:ext cx="5334000" cy="152400"/>
          </a:xfrm>
          <a:prstGeom prst="rect">
            <a:avLst/>
          </a:prstGeom>
        </p:spPr>
      </p:pic>
      <p:pic>
        <p:nvPicPr>
          <p:cNvPr id="25" name="bg object 25"/>
          <p:cNvPicPr/>
          <p:nvPr/>
        </p:nvPicPr>
        <p:blipFill>
          <a:blip r:embed="rId7" cstate="print"/>
          <a:stretch>
            <a:fillRect/>
          </a:stretch>
        </p:blipFill>
        <p:spPr>
          <a:xfrm>
            <a:off x="381000" y="2743200"/>
            <a:ext cx="5257800" cy="142875"/>
          </a:xfrm>
          <a:prstGeom prst="rect">
            <a:avLst/>
          </a:prstGeom>
        </p:spPr>
      </p:pic>
      <p:pic>
        <p:nvPicPr>
          <p:cNvPr id="26" name="bg object 26"/>
          <p:cNvPicPr/>
          <p:nvPr/>
        </p:nvPicPr>
        <p:blipFill>
          <a:blip r:embed="rId8" cstate="print"/>
          <a:stretch>
            <a:fillRect/>
          </a:stretch>
        </p:blipFill>
        <p:spPr>
          <a:xfrm>
            <a:off x="400050" y="1943100"/>
            <a:ext cx="1809750" cy="180975"/>
          </a:xfrm>
          <a:prstGeom prst="rect">
            <a:avLst/>
          </a:prstGeom>
        </p:spPr>
      </p:pic>
      <p:pic>
        <p:nvPicPr>
          <p:cNvPr id="27" name="bg object 27"/>
          <p:cNvPicPr/>
          <p:nvPr/>
        </p:nvPicPr>
        <p:blipFill>
          <a:blip r:embed="rId9" cstate="print"/>
          <a:stretch>
            <a:fillRect/>
          </a:stretch>
        </p:blipFill>
        <p:spPr>
          <a:xfrm>
            <a:off x="3124200" y="1962150"/>
            <a:ext cx="495300" cy="161925"/>
          </a:xfrm>
          <a:prstGeom prst="rect">
            <a:avLst/>
          </a:prstGeom>
        </p:spPr>
      </p:pic>
      <p:pic>
        <p:nvPicPr>
          <p:cNvPr id="28" name="bg object 28"/>
          <p:cNvPicPr/>
          <p:nvPr/>
        </p:nvPicPr>
        <p:blipFill>
          <a:blip r:embed="rId10" cstate="print"/>
          <a:stretch>
            <a:fillRect/>
          </a:stretch>
        </p:blipFill>
        <p:spPr>
          <a:xfrm>
            <a:off x="400050" y="2428875"/>
            <a:ext cx="3790950" cy="161925"/>
          </a:xfrm>
          <a:prstGeom prst="rect">
            <a:avLst/>
          </a:prstGeom>
        </p:spPr>
      </p:pic>
      <p:pic>
        <p:nvPicPr>
          <p:cNvPr id="29" name="bg object 29"/>
          <p:cNvPicPr/>
          <p:nvPr/>
        </p:nvPicPr>
        <p:blipFill>
          <a:blip r:embed="rId11" cstate="print"/>
          <a:stretch>
            <a:fillRect/>
          </a:stretch>
        </p:blipFill>
        <p:spPr>
          <a:xfrm>
            <a:off x="409575" y="3209925"/>
            <a:ext cx="5229225" cy="190500"/>
          </a:xfrm>
          <a:prstGeom prst="rect">
            <a:avLst/>
          </a:prstGeom>
        </p:spPr>
      </p:pic>
      <p:pic>
        <p:nvPicPr>
          <p:cNvPr id="30" name="bg object 30"/>
          <p:cNvPicPr/>
          <p:nvPr/>
        </p:nvPicPr>
        <p:blipFill>
          <a:blip r:embed="rId12" cstate="print"/>
          <a:stretch>
            <a:fillRect/>
          </a:stretch>
        </p:blipFill>
        <p:spPr>
          <a:xfrm>
            <a:off x="390525" y="3390900"/>
            <a:ext cx="5248275" cy="161925"/>
          </a:xfrm>
          <a:prstGeom prst="rect">
            <a:avLst/>
          </a:prstGeom>
        </p:spPr>
      </p:pic>
      <p:pic>
        <p:nvPicPr>
          <p:cNvPr id="31" name="bg object 31"/>
          <p:cNvPicPr/>
          <p:nvPr/>
        </p:nvPicPr>
        <p:blipFill>
          <a:blip r:embed="rId13" cstate="print"/>
          <a:stretch>
            <a:fillRect/>
          </a:stretch>
        </p:blipFill>
        <p:spPr>
          <a:xfrm>
            <a:off x="381000" y="3543300"/>
            <a:ext cx="5305425" cy="171450"/>
          </a:xfrm>
          <a:prstGeom prst="rect">
            <a:avLst/>
          </a:prstGeom>
        </p:spPr>
      </p:pic>
      <p:sp>
        <p:nvSpPr>
          <p:cNvPr id="2" name="Holder 2"/>
          <p:cNvSpPr>
            <a:spLocks noGrp="1"/>
          </p:cNvSpPr>
          <p:nvPr>
            <p:ph type="ctrTitle"/>
          </p:nvPr>
        </p:nvSpPr>
        <p:spPr>
          <a:xfrm>
            <a:off x="228731" y="668337"/>
            <a:ext cx="5619486" cy="254000"/>
          </a:xfrm>
          <a:prstGeom prst="rect">
            <a:avLst/>
          </a:prstGeom>
        </p:spPr>
        <p:txBody>
          <a:bodyPr wrap="square" lIns="0" tIns="0" rIns="0" bIns="0">
            <a:spAutoFit/>
          </a:bodyPr>
          <a:lstStyle>
            <a:lvl1pPr>
              <a:defRPr sz="1700" b="0" i="0">
                <a:solidFill>
                  <a:srgbClr val="C31F23"/>
                </a:solidFill>
                <a:latin typeface="Cambria"/>
                <a:cs typeface="Cambria"/>
              </a:defRPr>
            </a:lvl1pPr>
          </a:lstStyle>
          <a:p>
            <a:endParaRPr/>
          </a:p>
        </p:txBody>
      </p:sp>
      <p:sp>
        <p:nvSpPr>
          <p:cNvPr id="3" name="Holder 3"/>
          <p:cNvSpPr>
            <a:spLocks noGrp="1"/>
          </p:cNvSpPr>
          <p:nvPr>
            <p:ph type="subTitle" idx="4"/>
          </p:nvPr>
        </p:nvSpPr>
        <p:spPr>
          <a:xfrm>
            <a:off x="911542" y="2549652"/>
            <a:ext cx="4253865" cy="1138237"/>
          </a:xfrm>
          <a:prstGeom prst="rect">
            <a:avLst/>
          </a:prstGeom>
        </p:spPr>
        <p:txBody>
          <a:bodyPr wrap="square" lIns="0" tIns="0" rIns="0" bIns="0">
            <a:spAutoFit/>
          </a:bodyPr>
          <a:lstStyle>
            <a:lvl1pPr>
              <a:defRPr sz="1450" b="0" i="0">
                <a:solidFill>
                  <a:srgbClr val="A84F4D"/>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smtClean="0"/>
              <a:t>Linux System and Network Administration                                                                       By Dr. Samuel Asferaw</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AA5FB7F-94EC-443A-B273-D44B18B5139B}" type="datetime1">
              <a:rPr lang="en-US" smtClean="0"/>
              <a:t>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31F23"/>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450" b="0" i="0">
                <a:solidFill>
                  <a:srgbClr val="A84F4D"/>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smtClean="0"/>
              <a:t>Linux System and Network Administration                                                                       By Dr. Samuel Asferaw</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8F2650D-F3DB-423D-95CA-38A4239BA19D}" type="datetime1">
              <a:rPr lang="en-US" smtClean="0"/>
              <a:t>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31F23"/>
                </a:solidFill>
                <a:latin typeface="Cambria"/>
                <a:cs typeface="Cambria"/>
              </a:defRPr>
            </a:lvl1pPr>
          </a:lstStyle>
          <a:p>
            <a:endParaRPr/>
          </a:p>
        </p:txBody>
      </p:sp>
      <p:sp>
        <p:nvSpPr>
          <p:cNvPr id="3" name="Holder 3"/>
          <p:cNvSpPr>
            <a:spLocks noGrp="1"/>
          </p:cNvSpPr>
          <p:nvPr>
            <p:ph sz="half" idx="2"/>
          </p:nvPr>
        </p:nvSpPr>
        <p:spPr>
          <a:xfrm>
            <a:off x="303847" y="1047178"/>
            <a:ext cx="2643473" cy="300494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129629" y="1047178"/>
            <a:ext cx="2643473" cy="300494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smtClean="0"/>
              <a:t>Linux System and Network Administration                                                                       By Dr. Samuel Asferaw</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23918FA7-E2AF-4663-BAF4-DCFE2051DD25}" type="datetime1">
              <a:rPr lang="en-US" smtClean="0"/>
              <a:t>12/3/2025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700" b="0" i="0">
                <a:solidFill>
                  <a:srgbClr val="C31F23"/>
                </a:solidFill>
                <a:latin typeface="Cambria"/>
                <a:cs typeface="Cambria"/>
              </a:defRPr>
            </a:lvl1pPr>
          </a:lstStyle>
          <a:p>
            <a:endParaRPr/>
          </a:p>
        </p:txBody>
      </p:sp>
      <p:sp>
        <p:nvSpPr>
          <p:cNvPr id="3" name="Holder 3"/>
          <p:cNvSpPr>
            <a:spLocks noGrp="1"/>
          </p:cNvSpPr>
          <p:nvPr>
            <p:ph type="ftr" sz="quarter" idx="5"/>
          </p:nvPr>
        </p:nvSpPr>
        <p:spPr>
          <a:xfrm>
            <a:off x="2066163" y="4234243"/>
            <a:ext cx="1944624" cy="246221"/>
          </a:xfrm>
        </p:spPr>
        <p:txBody>
          <a:bodyPr lIns="0" tIns="0" rIns="0" bIns="0"/>
          <a:lstStyle>
            <a:lvl1pPr algn="ctr">
              <a:defRPr sz="800" baseline="0">
                <a:solidFill>
                  <a:schemeClr val="tx1">
                    <a:tint val="75000"/>
                  </a:schemeClr>
                </a:solidFill>
              </a:defRPr>
            </a:lvl1pPr>
          </a:lstStyle>
          <a:p>
            <a:r>
              <a:rPr lang="en-US" smtClean="0"/>
              <a:t>Linux System and Network Administration                                                                       By Dr. Samuel Asferaw</a:t>
            </a:r>
            <a:endParaRPr lang="en-US" dirty="0"/>
          </a:p>
        </p:txBody>
      </p:sp>
      <p:sp>
        <p:nvSpPr>
          <p:cNvPr id="4" name="Holder 4"/>
          <p:cNvSpPr>
            <a:spLocks noGrp="1"/>
          </p:cNvSpPr>
          <p:nvPr>
            <p:ph type="dt" sz="half" idx="6"/>
          </p:nvPr>
        </p:nvSpPr>
        <p:spPr>
          <a:xfrm>
            <a:off x="303847" y="4234243"/>
            <a:ext cx="1397698" cy="123111"/>
          </a:xfrm>
        </p:spPr>
        <p:txBody>
          <a:bodyPr lIns="0" tIns="0" rIns="0" bIns="0"/>
          <a:lstStyle>
            <a:lvl1pPr algn="l">
              <a:defRPr sz="800" baseline="0">
                <a:solidFill>
                  <a:schemeClr val="tx1">
                    <a:tint val="75000"/>
                  </a:schemeClr>
                </a:solidFill>
              </a:defRPr>
            </a:lvl1pPr>
          </a:lstStyle>
          <a:p>
            <a:fld id="{C14F8F3A-638B-4CEF-899A-4EA30E94646A}" type="datetime1">
              <a:rPr lang="en-US" smtClean="0"/>
              <a:t>12/3/2025</a:t>
            </a:fld>
            <a:endParaRPr lang="en-US"/>
          </a:p>
        </p:txBody>
      </p:sp>
      <p:sp>
        <p:nvSpPr>
          <p:cNvPr id="5" name="Holder 5"/>
          <p:cNvSpPr>
            <a:spLocks noGrp="1"/>
          </p:cNvSpPr>
          <p:nvPr>
            <p:ph type="sldNum" sz="quarter" idx="7"/>
          </p:nvPr>
        </p:nvSpPr>
        <p:spPr>
          <a:xfrm>
            <a:off x="4375405" y="4234243"/>
            <a:ext cx="1397698" cy="153888"/>
          </a:xfrm>
        </p:spPr>
        <p:txBody>
          <a:bodyPr lIns="0" tIns="0" rIns="0" bIns="0"/>
          <a:lstStyle>
            <a:lvl1pPr algn="r">
              <a:defRPr sz="1000" baseline="0">
                <a:solidFill>
                  <a:schemeClr val="tx1">
                    <a:tint val="75000"/>
                  </a:schemeClr>
                </a:solidFill>
              </a:defRPr>
            </a:lvl1p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044700" y="4254815"/>
            <a:ext cx="1944624" cy="246221"/>
          </a:xfrm>
        </p:spPr>
        <p:txBody>
          <a:bodyPr lIns="0" tIns="0" rIns="0" bIns="0"/>
          <a:lstStyle>
            <a:lvl1pPr algn="ctr">
              <a:defRPr sz="800">
                <a:solidFill>
                  <a:schemeClr val="tx1">
                    <a:tint val="75000"/>
                  </a:schemeClr>
                </a:solidFill>
              </a:defRPr>
            </a:lvl1pPr>
          </a:lstStyle>
          <a:p>
            <a:r>
              <a:rPr lang="en-US" smtClean="0"/>
              <a:t>Linux System and Network Administration                                                                       By Dr. Samuel Asferaw</a:t>
            </a:r>
            <a:endParaRPr lang="en-US" dirty="0"/>
          </a:p>
        </p:txBody>
      </p:sp>
      <p:sp>
        <p:nvSpPr>
          <p:cNvPr id="3" name="Holder 3"/>
          <p:cNvSpPr>
            <a:spLocks noGrp="1"/>
          </p:cNvSpPr>
          <p:nvPr>
            <p:ph type="dt" sz="half" idx="6"/>
          </p:nvPr>
        </p:nvSpPr>
        <p:spPr>
          <a:xfrm>
            <a:off x="303847" y="4234243"/>
            <a:ext cx="1397698" cy="123111"/>
          </a:xfrm>
        </p:spPr>
        <p:txBody>
          <a:bodyPr lIns="0" tIns="0" rIns="0" bIns="0"/>
          <a:lstStyle>
            <a:lvl1pPr algn="l">
              <a:defRPr sz="800">
                <a:solidFill>
                  <a:schemeClr val="tx1">
                    <a:tint val="75000"/>
                  </a:schemeClr>
                </a:solidFill>
              </a:defRPr>
            </a:lvl1pPr>
          </a:lstStyle>
          <a:p>
            <a:fld id="{1D9C4919-6A3C-4EA1-AAD2-EF66401DE06D}" type="datetime1">
              <a:rPr lang="en-US" smtClean="0"/>
              <a:t>12/3/2025</a:t>
            </a:fld>
            <a:endParaRPr lang="en-US" dirty="0"/>
          </a:p>
        </p:txBody>
      </p:sp>
      <p:sp>
        <p:nvSpPr>
          <p:cNvPr id="4" name="Holder 4"/>
          <p:cNvSpPr>
            <a:spLocks noGrp="1"/>
          </p:cNvSpPr>
          <p:nvPr>
            <p:ph type="sldNum" sz="quarter" idx="7"/>
          </p:nvPr>
        </p:nvSpPr>
        <p:spPr>
          <a:xfrm>
            <a:off x="4375404" y="4234243"/>
            <a:ext cx="1397698" cy="153888"/>
          </a:xfrm>
        </p:spPr>
        <p:txBody>
          <a:bodyPr lIns="0" tIns="0" rIns="0" bIns="0"/>
          <a:lstStyle>
            <a:lvl1pPr algn="r">
              <a:defRPr sz="1000">
                <a:solidFill>
                  <a:schemeClr val="tx1">
                    <a:tint val="75000"/>
                  </a:schemeClr>
                </a:solidFill>
              </a:defRPr>
            </a:lvl1p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37245" y="131762"/>
            <a:ext cx="4819015" cy="269240"/>
          </a:xfrm>
          <a:prstGeom prst="rect">
            <a:avLst/>
          </a:prstGeom>
        </p:spPr>
        <p:txBody>
          <a:bodyPr wrap="square" lIns="0" tIns="0" rIns="0" bIns="0">
            <a:spAutoFit/>
          </a:bodyPr>
          <a:lstStyle>
            <a:lvl1pPr>
              <a:defRPr sz="1700" b="0" i="0">
                <a:solidFill>
                  <a:srgbClr val="C31F23"/>
                </a:solidFill>
                <a:latin typeface="Cambria"/>
                <a:cs typeface="Cambria"/>
              </a:defRPr>
            </a:lvl1pPr>
          </a:lstStyle>
          <a:p>
            <a:endParaRPr/>
          </a:p>
        </p:txBody>
      </p:sp>
      <p:sp>
        <p:nvSpPr>
          <p:cNvPr id="3" name="Holder 3"/>
          <p:cNvSpPr>
            <a:spLocks noGrp="1"/>
          </p:cNvSpPr>
          <p:nvPr>
            <p:ph type="body" idx="1"/>
          </p:nvPr>
        </p:nvSpPr>
        <p:spPr>
          <a:xfrm>
            <a:off x="508396" y="1265237"/>
            <a:ext cx="5509260" cy="2439670"/>
          </a:xfrm>
          <a:prstGeom prst="rect">
            <a:avLst/>
          </a:prstGeom>
        </p:spPr>
        <p:txBody>
          <a:bodyPr wrap="square" lIns="0" tIns="0" rIns="0" bIns="0">
            <a:spAutoFit/>
          </a:bodyPr>
          <a:lstStyle>
            <a:lvl1pPr>
              <a:defRPr sz="1450" b="0" i="0">
                <a:solidFill>
                  <a:srgbClr val="A84F4D"/>
                </a:solidFill>
                <a:latin typeface="Times New Roman"/>
                <a:cs typeface="Times New Roman"/>
              </a:defRPr>
            </a:lvl1pPr>
          </a:lstStyle>
          <a:p>
            <a:endParaRPr/>
          </a:p>
        </p:txBody>
      </p:sp>
      <p:sp>
        <p:nvSpPr>
          <p:cNvPr id="4" name="Holder 4"/>
          <p:cNvSpPr>
            <a:spLocks noGrp="1"/>
          </p:cNvSpPr>
          <p:nvPr>
            <p:ph type="ftr" sz="quarter" idx="5"/>
          </p:nvPr>
        </p:nvSpPr>
        <p:spPr>
          <a:xfrm>
            <a:off x="2066162" y="4266137"/>
            <a:ext cx="1944624" cy="246221"/>
          </a:xfrm>
          <a:prstGeom prst="rect">
            <a:avLst/>
          </a:prstGeom>
        </p:spPr>
        <p:txBody>
          <a:bodyPr wrap="square" lIns="0" tIns="0" rIns="0" bIns="0">
            <a:spAutoFit/>
          </a:bodyPr>
          <a:lstStyle>
            <a:lvl1pPr algn="ctr">
              <a:defRPr sz="800">
                <a:solidFill>
                  <a:schemeClr val="tx1">
                    <a:tint val="75000"/>
                  </a:schemeClr>
                </a:solidFill>
              </a:defRPr>
            </a:lvl1pPr>
          </a:lstStyle>
          <a:p>
            <a:r>
              <a:rPr lang="en-US" smtClean="0"/>
              <a:t>Linux System and Network Administration                                                                       By Dr. Samuel Asferaw</a:t>
            </a:r>
            <a:endParaRPr lang="en-US" dirty="0"/>
          </a:p>
        </p:txBody>
      </p:sp>
      <p:sp>
        <p:nvSpPr>
          <p:cNvPr id="5" name="Holder 5"/>
          <p:cNvSpPr>
            <a:spLocks noGrp="1"/>
          </p:cNvSpPr>
          <p:nvPr>
            <p:ph type="dt" sz="half" idx="6"/>
          </p:nvPr>
        </p:nvSpPr>
        <p:spPr>
          <a:xfrm>
            <a:off x="303847" y="4234243"/>
            <a:ext cx="1397698" cy="123111"/>
          </a:xfrm>
          <a:prstGeom prst="rect">
            <a:avLst/>
          </a:prstGeom>
        </p:spPr>
        <p:txBody>
          <a:bodyPr wrap="square" lIns="0" tIns="0" rIns="0" bIns="0">
            <a:spAutoFit/>
          </a:bodyPr>
          <a:lstStyle>
            <a:lvl1pPr algn="l">
              <a:defRPr sz="800">
                <a:solidFill>
                  <a:schemeClr val="tx1">
                    <a:tint val="75000"/>
                  </a:schemeClr>
                </a:solidFill>
              </a:defRPr>
            </a:lvl1pPr>
          </a:lstStyle>
          <a:p>
            <a:fld id="{DFDE2D37-EFED-4571-ABC5-96DDCE007665}" type="datetime1">
              <a:rPr lang="en-US" smtClean="0"/>
              <a:t>12/3/2025</a:t>
            </a:fld>
            <a:endParaRPr lang="en-US"/>
          </a:p>
        </p:txBody>
      </p:sp>
      <p:sp>
        <p:nvSpPr>
          <p:cNvPr id="6" name="Holder 6"/>
          <p:cNvSpPr>
            <a:spLocks noGrp="1"/>
          </p:cNvSpPr>
          <p:nvPr>
            <p:ph type="sldNum" sz="quarter" idx="7"/>
          </p:nvPr>
        </p:nvSpPr>
        <p:spPr>
          <a:xfrm>
            <a:off x="4375404" y="4234243"/>
            <a:ext cx="1397698" cy="153888"/>
          </a:xfrm>
          <a:prstGeom prst="rect">
            <a:avLst/>
          </a:prstGeom>
        </p:spPr>
        <p:txBody>
          <a:bodyPr wrap="square" lIns="0" tIns="0" rIns="0" bIns="0">
            <a:spAutoFit/>
          </a:bodyPr>
          <a:lstStyle>
            <a:lvl1pPr algn="r">
              <a:defRPr sz="10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oogle.com/search?q=TCP/IP+model&amp;oq=Four+DoD+layers&amp;gs_lcrp=EgZjaHJvbWUyBggAEEUYOTIICAEQABgWGB4yDQgCEAAYhgMYgAQYigUyCggDEAAYgAQYogQyCggEEAAYgAQYogTSAQg1MTMwajBqN6gCALACAA&amp;sourceid=chrome&amp;ie=UTF-8&amp;mstk=AUtExfB7WDhGGYa7HQor76RZW420UQ0WjLMaBKS2OClE3Zeah5dEfMgvkU_5q9j9sJBVNJ044ZRBfm2PVvWPZJErgNzPAawZuqaWpdEmzpNcwW1U12Sswo0mmE1s3ydIAmcQSbwV6UzxWxU5xOXTRbAm14-VZjRZInjqLDOFvgP-dvETSqc&amp;csui=3&amp;ved=2ahUKEwiRgdTK_IqRAxXwa0EAHbI2NAwQgK4QegQIARA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www.google.com/"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www.goog1e.com/"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0" y="1590675"/>
            <a:ext cx="6070600" cy="283476"/>
          </a:xfrm>
          <a:prstGeom prst="rect">
            <a:avLst/>
          </a:prstGeom>
        </p:spPr>
        <p:txBody>
          <a:bodyPr vert="horz" wrap="square" lIns="0" tIns="12700" rIns="0" bIns="0" rtlCol="0">
            <a:spAutoFit/>
          </a:bodyPr>
          <a:lstStyle/>
          <a:p>
            <a:pPr marL="12700" marR="5080" indent="494665">
              <a:lnSpc>
                <a:spcPct val="105400"/>
              </a:lnSpc>
              <a:spcBef>
                <a:spcPts val="100"/>
              </a:spcBef>
            </a:pPr>
            <a:r>
              <a:rPr sz="1800" b="1" spc="90" dirty="0">
                <a:solidFill>
                  <a:srgbClr val="FF0000"/>
                </a:solidFill>
                <a:effectLst>
                  <a:outerShdw blurRad="38100" dist="38100" dir="2700000" algn="tl">
                    <a:srgbClr val="000000">
                      <a:alpha val="43137"/>
                    </a:srgbClr>
                  </a:outerShdw>
                </a:effectLst>
              </a:rPr>
              <a:t>LINUX</a:t>
            </a:r>
            <a:r>
              <a:rPr sz="1800" b="1" spc="160" dirty="0">
                <a:solidFill>
                  <a:srgbClr val="FF0000"/>
                </a:solidFill>
                <a:effectLst>
                  <a:outerShdw blurRad="38100" dist="38100" dir="2700000" algn="tl">
                    <a:srgbClr val="000000">
                      <a:alpha val="43137"/>
                    </a:srgbClr>
                  </a:outerShdw>
                </a:effectLst>
              </a:rPr>
              <a:t> </a:t>
            </a:r>
            <a:r>
              <a:rPr lang="en-US" sz="1800" b="1" dirty="0" smtClean="0">
                <a:solidFill>
                  <a:srgbClr val="FF0000"/>
                </a:solidFill>
                <a:effectLst>
                  <a:outerShdw blurRad="38100" dist="38100" dir="2700000" algn="tl">
                    <a:srgbClr val="000000">
                      <a:alpha val="43137"/>
                    </a:srgbClr>
                  </a:outerShdw>
                </a:effectLst>
              </a:rPr>
              <a:t>System</a:t>
            </a:r>
            <a:r>
              <a:rPr lang="en-US" sz="1800" b="1" spc="310" dirty="0" smtClean="0">
                <a:solidFill>
                  <a:srgbClr val="FF0000"/>
                </a:solidFill>
                <a:effectLst>
                  <a:outerShdw blurRad="38100" dist="38100" dir="2700000" algn="tl">
                    <a:srgbClr val="000000">
                      <a:alpha val="43137"/>
                    </a:srgbClr>
                  </a:outerShdw>
                </a:effectLst>
              </a:rPr>
              <a:t> </a:t>
            </a:r>
            <a:r>
              <a:rPr lang="en-US" sz="1800" b="1" spc="-25" dirty="0">
                <a:solidFill>
                  <a:srgbClr val="FF0000"/>
                </a:solidFill>
                <a:effectLst>
                  <a:outerShdw blurRad="38100" dist="38100" dir="2700000" algn="tl">
                    <a:srgbClr val="000000">
                      <a:alpha val="43137"/>
                    </a:srgbClr>
                  </a:outerShdw>
                </a:effectLst>
              </a:rPr>
              <a:t>a</a:t>
            </a:r>
            <a:r>
              <a:rPr lang="en-US" sz="1800" b="1" spc="-25" dirty="0" smtClean="0">
                <a:solidFill>
                  <a:srgbClr val="FF0000"/>
                </a:solidFill>
                <a:effectLst>
                  <a:outerShdw blurRad="38100" dist="38100" dir="2700000" algn="tl">
                    <a:srgbClr val="000000">
                      <a:alpha val="43137"/>
                    </a:srgbClr>
                  </a:outerShdw>
                </a:effectLst>
              </a:rPr>
              <a:t>nd </a:t>
            </a:r>
            <a:r>
              <a:rPr lang="en-US" sz="1800" b="1" spc="75" dirty="0" smtClean="0">
                <a:solidFill>
                  <a:srgbClr val="FF0000"/>
                </a:solidFill>
                <a:effectLst>
                  <a:outerShdw blurRad="38100" dist="38100" dir="2700000" algn="tl">
                    <a:srgbClr val="000000">
                      <a:alpha val="43137"/>
                    </a:srgbClr>
                  </a:outerShdw>
                </a:effectLst>
              </a:rPr>
              <a:t>Network </a:t>
            </a:r>
            <a:r>
              <a:rPr lang="en-US" sz="1800" b="1" spc="50" dirty="0" smtClean="0">
                <a:solidFill>
                  <a:srgbClr val="FF0000"/>
                </a:solidFill>
                <a:effectLst>
                  <a:outerShdw blurRad="38100" dist="38100" dir="2700000" algn="tl">
                    <a:srgbClr val="000000">
                      <a:alpha val="43137"/>
                    </a:srgbClr>
                  </a:outerShdw>
                </a:effectLst>
              </a:rPr>
              <a:t>Administration</a:t>
            </a:r>
            <a:endParaRPr sz="1800" b="1" dirty="0">
              <a:solidFill>
                <a:srgbClr val="FF0000"/>
              </a:solidFill>
              <a:effectLst>
                <a:outerShdw blurRad="38100" dist="38100" dir="2700000" algn="tl">
                  <a:srgbClr val="000000">
                    <a:alpha val="43137"/>
                  </a:srgbClr>
                </a:outerShdw>
              </a:effectLst>
            </a:endParaRPr>
          </a:p>
        </p:txBody>
      </p:sp>
      <p:sp>
        <p:nvSpPr>
          <p:cNvPr id="4" name="object 3"/>
          <p:cNvSpPr txBox="1">
            <a:spLocks/>
          </p:cNvSpPr>
          <p:nvPr/>
        </p:nvSpPr>
        <p:spPr>
          <a:xfrm>
            <a:off x="1435100" y="676275"/>
            <a:ext cx="3200400" cy="493981"/>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12700" marR="5080" indent="494665">
              <a:lnSpc>
                <a:spcPct val="105400"/>
              </a:lnSpc>
              <a:spcBef>
                <a:spcPts val="100"/>
              </a:spcBef>
            </a:pPr>
            <a:r>
              <a:rPr lang="en-US" sz="3200" b="1" spc="90" dirty="0" smtClean="0">
                <a:solidFill>
                  <a:srgbClr val="FF0000"/>
                </a:solidFill>
              </a:rPr>
              <a:t>Chapter 3</a:t>
            </a:r>
            <a:endParaRPr lang="en-US" sz="3200" b="1" dirty="0">
              <a:solidFill>
                <a:srgbClr val="FF0000"/>
              </a:solidFill>
            </a:endParaRPr>
          </a:p>
        </p:txBody>
      </p:sp>
      <p:sp>
        <p:nvSpPr>
          <p:cNvPr id="5" name="Subtitle 2"/>
          <p:cNvSpPr txBox="1">
            <a:spLocks/>
          </p:cNvSpPr>
          <p:nvPr/>
        </p:nvSpPr>
        <p:spPr bwMode="auto">
          <a:xfrm>
            <a:off x="977900" y="2657475"/>
            <a:ext cx="4114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lvl1pPr marL="0" indent="0" algn="ctr" rtl="0" eaLnBrk="0" fontAlgn="base" hangingPunct="0">
              <a:spcBef>
                <a:spcPct val="50000"/>
              </a:spcBef>
              <a:spcAft>
                <a:spcPct val="0"/>
              </a:spcAft>
              <a:buFontTx/>
              <a:buNone/>
              <a:defRPr sz="3200" b="1" kern="12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20000"/>
              </a:spcBef>
              <a:defRPr/>
            </a:pPr>
            <a:r>
              <a:rPr lang="en-US" sz="1800" dirty="0" smtClean="0">
                <a:solidFill>
                  <a:srgbClr val="002060"/>
                </a:solidFill>
                <a:latin typeface="Arial"/>
              </a:rPr>
              <a:t>By Dr. Samuel </a:t>
            </a:r>
            <a:r>
              <a:rPr lang="en-US" sz="1800" dirty="0" err="1" smtClean="0">
                <a:solidFill>
                  <a:srgbClr val="002060"/>
                </a:solidFill>
                <a:latin typeface="Arial"/>
              </a:rPr>
              <a:t>Asferaw</a:t>
            </a:r>
            <a:endParaRPr lang="en-US" sz="1800" dirty="0" smtClean="0">
              <a:solidFill>
                <a:srgbClr val="002060"/>
              </a:solidFill>
              <a:latin typeface="Arial"/>
            </a:endParaRPr>
          </a:p>
          <a:p>
            <a:pPr eaLnBrk="1" hangingPunct="1">
              <a:spcBef>
                <a:spcPct val="20000"/>
              </a:spcBef>
              <a:defRPr/>
            </a:pPr>
            <a:r>
              <a:rPr lang="en-GB" sz="1800" dirty="0" smtClean="0">
                <a:solidFill>
                  <a:srgbClr val="002060"/>
                </a:solidFill>
                <a:latin typeface="Arial"/>
              </a:rPr>
              <a:t>2025/2026</a:t>
            </a:r>
            <a:endParaRPr lang="en-US" sz="1800" dirty="0">
              <a:solidFill>
                <a:srgbClr val="002060"/>
              </a:solidFill>
              <a:latin typeface="Arial"/>
            </a:endParaRPr>
          </a:p>
        </p:txBody>
      </p:sp>
      <p:pic>
        <p:nvPicPr>
          <p:cNvPr id="6" name="Picture 12" descr="Description: Description: C:\Users\DELL3010\Desktop\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3700" y="3648075"/>
            <a:ext cx="28082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Date Placeholder 17"/>
          <p:cNvSpPr>
            <a:spLocks noGrp="1"/>
          </p:cNvSpPr>
          <p:nvPr>
            <p:ph type="dt" sz="half" idx="6"/>
          </p:nvPr>
        </p:nvSpPr>
        <p:spPr/>
        <p:txBody>
          <a:bodyPr/>
          <a:lstStyle/>
          <a:p>
            <a:fld id="{3325F3A9-EAA4-4985-8389-C8F1164359CA}" type="datetime1">
              <a:rPr lang="en-US" smtClean="0"/>
              <a:t>12/3/2025</a:t>
            </a:fld>
            <a:endParaRPr lang="en-US"/>
          </a:p>
        </p:txBody>
      </p:sp>
      <p:sp>
        <p:nvSpPr>
          <p:cNvPr id="19" name="Footer Placeholder 18"/>
          <p:cNvSpPr>
            <a:spLocks noGrp="1"/>
          </p:cNvSpPr>
          <p:nvPr>
            <p:ph type="ftr" sz="quarter" idx="5"/>
          </p:nvPr>
        </p:nvSpPr>
        <p:spPr/>
        <p:txBody>
          <a:bodyPr/>
          <a:lstStyle/>
          <a:p>
            <a:r>
              <a:rPr lang="en-US" smtClean="0"/>
              <a:t>Linux System and Network Administration                                                                       By Dr. Samuel Asferaw</a:t>
            </a:r>
            <a:endParaRPr lang="en-US" dirty="0"/>
          </a:p>
        </p:txBody>
      </p:sp>
      <p:sp>
        <p:nvSpPr>
          <p:cNvPr id="20" name="Slide Number Placeholder 19"/>
          <p:cNvSpPr>
            <a:spLocks noGrp="1"/>
          </p:cNvSpPr>
          <p:nvPr>
            <p:ph type="sldNum" sz="quarter" idx="7"/>
          </p:nvPr>
        </p:nvSpPr>
        <p:spPr/>
        <p:txBody>
          <a:bodyPr/>
          <a:lstStyle/>
          <a:p>
            <a:fld id="{B6F15528-21DE-4FAA-801E-634DDDAF4B2B}" type="slidenum">
              <a:rPr lang="en-US" smtClean="0"/>
              <a:pPr/>
              <a:t>1</a:t>
            </a:fld>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221298" y="219075"/>
            <a:ext cx="5404802" cy="3998531"/>
          </a:xfrm>
          <a:prstGeom prst="rect">
            <a:avLst/>
          </a:prstGeom>
        </p:spPr>
        <p:txBody>
          <a:bodyPr vert="horz" wrap="square" lIns="0" tIns="12700" rIns="0" bIns="0" rtlCol="0">
            <a:spAutoFit/>
          </a:bodyPr>
          <a:lstStyle/>
          <a:p>
            <a:pPr marL="12700">
              <a:lnSpc>
                <a:spcPct val="100000"/>
              </a:lnSpc>
              <a:spcBef>
                <a:spcPts val="100"/>
              </a:spcBef>
            </a:pPr>
            <a:r>
              <a:rPr sz="2000" b="1" spc="40" dirty="0">
                <a:solidFill>
                  <a:srgbClr val="FF0000"/>
                </a:solidFill>
                <a:latin typeface="Cambria"/>
                <a:cs typeface="Cambria"/>
              </a:rPr>
              <a:t>Outlines</a:t>
            </a:r>
            <a:endParaRPr sz="2000" b="1" dirty="0">
              <a:solidFill>
                <a:srgbClr val="FF0000"/>
              </a:solidFill>
              <a:latin typeface="Cambria"/>
              <a:cs typeface="Cambria"/>
            </a:endParaRPr>
          </a:p>
          <a:p>
            <a:pPr marL="314959" indent="-285750">
              <a:lnSpc>
                <a:spcPct val="100000"/>
              </a:lnSpc>
              <a:spcBef>
                <a:spcPts val="890"/>
              </a:spcBef>
              <a:buFont typeface="Arial" panose="020B0604020202020204" pitchFamily="34" charset="0"/>
              <a:buChar char="•"/>
              <a:tabLst>
                <a:tab pos="322580" algn="l"/>
              </a:tabLst>
            </a:pPr>
            <a:r>
              <a:rPr sz="1700" b="1" spc="-10" dirty="0" smtClean="0">
                <a:solidFill>
                  <a:srgbClr val="002060"/>
                </a:solidFill>
                <a:latin typeface="Times New Roman"/>
                <a:cs typeface="Times New Roman"/>
              </a:rPr>
              <a:t>Introduction</a:t>
            </a:r>
            <a:endParaRPr lang="en-US" sz="1700" b="1" spc="-10" dirty="0" smtClean="0">
              <a:solidFill>
                <a:srgbClr val="002060"/>
              </a:solidFill>
              <a:latin typeface="Times New Roman"/>
              <a:cs typeface="Times New Roman"/>
            </a:endParaRPr>
          </a:p>
          <a:p>
            <a:pPr marL="314959" indent="-285750">
              <a:lnSpc>
                <a:spcPct val="100000"/>
              </a:lnSpc>
              <a:spcBef>
                <a:spcPts val="890"/>
              </a:spcBef>
              <a:buFont typeface="Arial" panose="020B0604020202020204" pitchFamily="34" charset="0"/>
              <a:buChar char="•"/>
              <a:tabLst>
                <a:tab pos="322580" algn="l"/>
              </a:tabLst>
            </a:pPr>
            <a:endParaRPr sz="800" b="1" dirty="0">
              <a:solidFill>
                <a:srgbClr val="002060"/>
              </a:solidFill>
              <a:latin typeface="Times New Roman"/>
              <a:cs typeface="Times New Roman"/>
            </a:endParaRPr>
          </a:p>
          <a:p>
            <a:pPr marL="314959" indent="-285750">
              <a:lnSpc>
                <a:spcPct val="100000"/>
              </a:lnSpc>
              <a:spcBef>
                <a:spcPts val="885"/>
              </a:spcBef>
              <a:buFont typeface="Arial" panose="020B0604020202020204" pitchFamily="34" charset="0"/>
              <a:buChar char="•"/>
              <a:tabLst>
                <a:tab pos="323215" algn="l"/>
              </a:tabLst>
            </a:pPr>
            <a:r>
              <a:rPr sz="1700" b="1" spc="-80" dirty="0" smtClean="0">
                <a:solidFill>
                  <a:srgbClr val="002060"/>
                </a:solidFill>
                <a:latin typeface="Times New Roman"/>
                <a:cs typeface="Times New Roman"/>
              </a:rPr>
              <a:t>Linux</a:t>
            </a:r>
            <a:r>
              <a:rPr sz="1700" b="1" spc="-30" dirty="0" smtClean="0">
                <a:solidFill>
                  <a:srgbClr val="002060"/>
                </a:solidFill>
                <a:latin typeface="Times New Roman"/>
                <a:cs typeface="Times New Roman"/>
              </a:rPr>
              <a:t> </a:t>
            </a:r>
            <a:r>
              <a:rPr sz="1700" b="1" spc="-60" dirty="0">
                <a:solidFill>
                  <a:srgbClr val="002060"/>
                </a:solidFill>
                <a:latin typeface="Times New Roman"/>
                <a:cs typeface="Times New Roman"/>
              </a:rPr>
              <a:t>Systems</a:t>
            </a:r>
            <a:r>
              <a:rPr sz="1700" b="1" spc="-5" dirty="0">
                <a:solidFill>
                  <a:srgbClr val="002060"/>
                </a:solidFill>
                <a:latin typeface="Times New Roman"/>
                <a:cs typeface="Times New Roman"/>
              </a:rPr>
              <a:t> </a:t>
            </a:r>
            <a:r>
              <a:rPr sz="1700" b="1" spc="-40" dirty="0">
                <a:solidFill>
                  <a:srgbClr val="002060"/>
                </a:solidFill>
                <a:latin typeface="Times New Roman"/>
                <a:cs typeface="Times New Roman"/>
              </a:rPr>
              <a:t>and</a:t>
            </a:r>
            <a:r>
              <a:rPr sz="1700" b="1" spc="-65" dirty="0">
                <a:solidFill>
                  <a:srgbClr val="002060"/>
                </a:solidFill>
                <a:latin typeface="Times New Roman"/>
                <a:cs typeface="Times New Roman"/>
              </a:rPr>
              <a:t> </a:t>
            </a:r>
            <a:r>
              <a:rPr sz="1700" b="1" spc="-60" dirty="0">
                <a:solidFill>
                  <a:srgbClr val="002060"/>
                </a:solidFill>
                <a:latin typeface="Times New Roman"/>
                <a:cs typeface="Times New Roman"/>
              </a:rPr>
              <a:t>Network</a:t>
            </a:r>
            <a:r>
              <a:rPr sz="1700" b="1" spc="-15" dirty="0">
                <a:solidFill>
                  <a:srgbClr val="002060"/>
                </a:solidFill>
                <a:latin typeface="Times New Roman"/>
                <a:cs typeface="Times New Roman"/>
              </a:rPr>
              <a:t> </a:t>
            </a:r>
            <a:r>
              <a:rPr sz="1700" b="1" spc="-10" dirty="0" smtClean="0">
                <a:solidFill>
                  <a:srgbClr val="002060"/>
                </a:solidFill>
                <a:latin typeface="Times New Roman"/>
                <a:cs typeface="Times New Roman"/>
              </a:rPr>
              <a:t>Concepts</a:t>
            </a:r>
            <a:endParaRPr lang="en-US" sz="1700" b="1" spc="-10" dirty="0" smtClean="0">
              <a:solidFill>
                <a:srgbClr val="002060"/>
              </a:solidFill>
              <a:latin typeface="Times New Roman"/>
              <a:cs typeface="Times New Roman"/>
            </a:endParaRPr>
          </a:p>
          <a:p>
            <a:pPr marL="314959" indent="-285750">
              <a:lnSpc>
                <a:spcPct val="100000"/>
              </a:lnSpc>
              <a:spcBef>
                <a:spcPts val="885"/>
              </a:spcBef>
              <a:buFont typeface="Arial" panose="020B0604020202020204" pitchFamily="34" charset="0"/>
              <a:buChar char="•"/>
              <a:tabLst>
                <a:tab pos="323215" algn="l"/>
              </a:tabLst>
            </a:pPr>
            <a:endParaRPr sz="800" b="1" dirty="0">
              <a:solidFill>
                <a:srgbClr val="002060"/>
              </a:solidFill>
              <a:latin typeface="Times New Roman"/>
              <a:cs typeface="Times New Roman"/>
            </a:endParaRPr>
          </a:p>
          <a:p>
            <a:pPr marL="306705" indent="-285750">
              <a:lnSpc>
                <a:spcPct val="100000"/>
              </a:lnSpc>
              <a:spcBef>
                <a:spcPts val="869"/>
              </a:spcBef>
              <a:buFont typeface="Arial" panose="020B0604020202020204" pitchFamily="34" charset="0"/>
              <a:buChar char="•"/>
              <a:tabLst>
                <a:tab pos="323850" algn="l"/>
              </a:tabLst>
            </a:pPr>
            <a:r>
              <a:rPr sz="1650" b="1" spc="-30" dirty="0" smtClean="0">
                <a:solidFill>
                  <a:srgbClr val="002060"/>
                </a:solidFill>
                <a:latin typeface="Times New Roman"/>
                <a:cs typeface="Times New Roman"/>
              </a:rPr>
              <a:t>Linux</a:t>
            </a:r>
            <a:r>
              <a:rPr sz="1650" b="1" spc="-5" dirty="0" smtClean="0">
                <a:solidFill>
                  <a:srgbClr val="002060"/>
                </a:solidFill>
                <a:latin typeface="Times New Roman"/>
                <a:cs typeface="Times New Roman"/>
              </a:rPr>
              <a:t> </a:t>
            </a:r>
            <a:r>
              <a:rPr sz="1650" b="1" spc="-50" dirty="0">
                <a:solidFill>
                  <a:srgbClr val="002060"/>
                </a:solidFill>
                <a:latin typeface="Times New Roman"/>
                <a:cs typeface="Times New Roman"/>
              </a:rPr>
              <a:t>User </a:t>
            </a:r>
            <a:r>
              <a:rPr sz="1650" b="1" spc="-10" dirty="0" smtClean="0">
                <a:solidFill>
                  <a:srgbClr val="002060"/>
                </a:solidFill>
                <a:latin typeface="Times New Roman"/>
                <a:cs typeface="Times New Roman"/>
              </a:rPr>
              <a:t>Administration</a:t>
            </a:r>
            <a:endParaRPr lang="en-US" sz="1650" b="1" spc="-10" dirty="0" smtClean="0">
              <a:solidFill>
                <a:srgbClr val="002060"/>
              </a:solidFill>
              <a:latin typeface="Times New Roman"/>
              <a:cs typeface="Times New Roman"/>
            </a:endParaRPr>
          </a:p>
          <a:p>
            <a:pPr marL="306705" indent="-285750">
              <a:lnSpc>
                <a:spcPct val="100000"/>
              </a:lnSpc>
              <a:spcBef>
                <a:spcPts val="869"/>
              </a:spcBef>
              <a:buFont typeface="Arial" panose="020B0604020202020204" pitchFamily="34" charset="0"/>
              <a:buChar char="•"/>
              <a:tabLst>
                <a:tab pos="323850" algn="l"/>
              </a:tabLst>
            </a:pPr>
            <a:endParaRPr lang="en-US" sz="800" b="1" spc="-10" dirty="0">
              <a:solidFill>
                <a:srgbClr val="002060"/>
              </a:solidFill>
              <a:latin typeface="Times New Roman"/>
              <a:cs typeface="Times New Roman"/>
            </a:endParaRPr>
          </a:p>
          <a:p>
            <a:pPr marL="306705" indent="-285750">
              <a:lnSpc>
                <a:spcPct val="100000"/>
              </a:lnSpc>
              <a:spcBef>
                <a:spcPts val="869"/>
              </a:spcBef>
              <a:buFont typeface="Arial" panose="020B0604020202020204" pitchFamily="34" charset="0"/>
              <a:buChar char="•"/>
              <a:tabLst>
                <a:tab pos="323850" algn="l"/>
              </a:tabLst>
            </a:pPr>
            <a:r>
              <a:rPr lang="en-US" sz="1600" b="1" spc="-60" dirty="0" smtClean="0">
                <a:solidFill>
                  <a:srgbClr val="002060"/>
                </a:solidFill>
                <a:latin typeface="Times New Roman"/>
                <a:cs typeface="Times New Roman"/>
              </a:rPr>
              <a:t>Linux</a:t>
            </a:r>
            <a:r>
              <a:rPr lang="en-US" sz="1600" b="1" spc="-30" dirty="0" smtClean="0">
                <a:solidFill>
                  <a:srgbClr val="002060"/>
                </a:solidFill>
                <a:latin typeface="Times New Roman"/>
                <a:cs typeface="Times New Roman"/>
              </a:rPr>
              <a:t> </a:t>
            </a:r>
            <a:r>
              <a:rPr lang="en-US" sz="1600" b="1" spc="-10" dirty="0" smtClean="0">
                <a:solidFill>
                  <a:srgbClr val="002060"/>
                </a:solidFill>
                <a:latin typeface="Times New Roman"/>
                <a:cs typeface="Times New Roman"/>
              </a:rPr>
              <a:t>Service/Server Administration</a:t>
            </a:r>
          </a:p>
          <a:p>
            <a:pPr marL="896620" indent="-285750">
              <a:lnSpc>
                <a:spcPct val="100000"/>
              </a:lnSpc>
              <a:spcBef>
                <a:spcPts val="885"/>
              </a:spcBef>
              <a:buFont typeface="Arial" panose="020B0604020202020204" pitchFamily="34" charset="0"/>
              <a:buChar char="•"/>
            </a:pPr>
            <a:r>
              <a:rPr lang="en-US" sz="1600" b="1" spc="-60" dirty="0" smtClean="0">
                <a:solidFill>
                  <a:srgbClr val="002060"/>
                </a:solidFill>
                <a:latin typeface="Times New Roman"/>
                <a:cs typeface="Times New Roman"/>
              </a:rPr>
              <a:t>Supporting</a:t>
            </a:r>
            <a:r>
              <a:rPr lang="en-US" sz="1600" b="1" dirty="0" smtClean="0">
                <a:solidFill>
                  <a:srgbClr val="002060"/>
                </a:solidFill>
                <a:latin typeface="Times New Roman"/>
                <a:cs typeface="Times New Roman"/>
              </a:rPr>
              <a:t> a</a:t>
            </a:r>
            <a:r>
              <a:rPr lang="en-US" sz="1600" b="1" spc="-65" dirty="0" smtClean="0">
                <a:solidFill>
                  <a:srgbClr val="002060"/>
                </a:solidFill>
                <a:latin typeface="Times New Roman"/>
                <a:cs typeface="Times New Roman"/>
              </a:rPr>
              <a:t> </a:t>
            </a:r>
            <a:r>
              <a:rPr lang="en-US" sz="1600" b="1" spc="-75" dirty="0" smtClean="0">
                <a:solidFill>
                  <a:srgbClr val="002060"/>
                </a:solidFill>
                <a:latin typeface="Times New Roman"/>
                <a:cs typeface="Times New Roman"/>
              </a:rPr>
              <a:t>Windows</a:t>
            </a:r>
            <a:r>
              <a:rPr lang="en-US" sz="1600" b="1" spc="35" dirty="0" smtClean="0">
                <a:solidFill>
                  <a:srgbClr val="002060"/>
                </a:solidFill>
                <a:latin typeface="Times New Roman"/>
                <a:cs typeface="Times New Roman"/>
              </a:rPr>
              <a:t> </a:t>
            </a:r>
            <a:r>
              <a:rPr lang="en-US" sz="1600" b="1" spc="-65" dirty="0" smtClean="0">
                <a:solidFill>
                  <a:srgbClr val="002060"/>
                </a:solidFill>
                <a:latin typeface="Times New Roman"/>
                <a:cs typeface="Times New Roman"/>
              </a:rPr>
              <a:t>Network</a:t>
            </a:r>
            <a:r>
              <a:rPr lang="en-US" sz="1600" b="1" spc="35" dirty="0" smtClean="0">
                <a:solidFill>
                  <a:srgbClr val="002060"/>
                </a:solidFill>
                <a:latin typeface="Times New Roman"/>
                <a:cs typeface="Times New Roman"/>
              </a:rPr>
              <a:t> </a:t>
            </a:r>
            <a:r>
              <a:rPr lang="en-US" sz="1600" b="1" dirty="0" smtClean="0">
                <a:solidFill>
                  <a:srgbClr val="002060"/>
                </a:solidFill>
                <a:latin typeface="Times New Roman"/>
                <a:cs typeface="Times New Roman"/>
              </a:rPr>
              <a:t>-</a:t>
            </a:r>
            <a:r>
              <a:rPr lang="en-US" sz="1600" b="1" spc="-60" dirty="0" smtClean="0">
                <a:solidFill>
                  <a:srgbClr val="002060"/>
                </a:solidFill>
                <a:latin typeface="Times New Roman"/>
                <a:cs typeface="Times New Roman"/>
              </a:rPr>
              <a:t> </a:t>
            </a:r>
            <a:r>
              <a:rPr lang="en-US" sz="1600" b="1" spc="-50" dirty="0" smtClean="0">
                <a:solidFill>
                  <a:srgbClr val="002060"/>
                </a:solidFill>
                <a:latin typeface="Times New Roman"/>
                <a:cs typeface="Times New Roman"/>
              </a:rPr>
              <a:t>through</a:t>
            </a:r>
            <a:r>
              <a:rPr lang="en-US" sz="1600" b="1" spc="-15" dirty="0" smtClean="0">
                <a:solidFill>
                  <a:srgbClr val="002060"/>
                </a:solidFill>
                <a:latin typeface="Times New Roman"/>
                <a:cs typeface="Times New Roman"/>
              </a:rPr>
              <a:t> </a:t>
            </a:r>
            <a:r>
              <a:rPr lang="en-US" sz="1600" b="1" spc="-80" dirty="0" smtClean="0">
                <a:solidFill>
                  <a:srgbClr val="002060"/>
                </a:solidFill>
                <a:latin typeface="Times New Roman"/>
                <a:cs typeface="Times New Roman"/>
              </a:rPr>
              <a:t>SAMBA</a:t>
            </a:r>
          </a:p>
          <a:p>
            <a:pPr marL="896620" indent="-285750">
              <a:lnSpc>
                <a:spcPct val="100000"/>
              </a:lnSpc>
              <a:spcBef>
                <a:spcPts val="885"/>
              </a:spcBef>
              <a:buFont typeface="Arial" panose="020B0604020202020204" pitchFamily="34" charset="0"/>
              <a:buChar char="•"/>
            </a:pPr>
            <a:r>
              <a:rPr lang="en-US" sz="1400" b="1" spc="-25" dirty="0" smtClean="0">
                <a:solidFill>
                  <a:srgbClr val="002060"/>
                </a:solidFill>
                <a:latin typeface="Times New Roman"/>
                <a:cs typeface="Times New Roman"/>
              </a:rPr>
              <a:t>Mail</a:t>
            </a:r>
            <a:r>
              <a:rPr lang="en-US" sz="1400" b="1" spc="-70" dirty="0" smtClean="0">
                <a:solidFill>
                  <a:srgbClr val="002060"/>
                </a:solidFill>
                <a:latin typeface="Times New Roman"/>
                <a:cs typeface="Times New Roman"/>
              </a:rPr>
              <a:t> </a:t>
            </a:r>
            <a:r>
              <a:rPr lang="en-US" sz="1400" b="1" spc="-10" dirty="0" smtClean="0">
                <a:solidFill>
                  <a:srgbClr val="002060"/>
                </a:solidFill>
                <a:latin typeface="Times New Roman"/>
                <a:cs typeface="Times New Roman"/>
              </a:rPr>
              <a:t>Server</a:t>
            </a:r>
            <a:endParaRPr lang="en-US" sz="1400" b="1" dirty="0" smtClean="0">
              <a:solidFill>
                <a:srgbClr val="002060"/>
              </a:solidFill>
              <a:latin typeface="Times New Roman"/>
              <a:cs typeface="Times New Roman"/>
            </a:endParaRPr>
          </a:p>
          <a:p>
            <a:pPr marL="20955">
              <a:lnSpc>
                <a:spcPct val="100000"/>
              </a:lnSpc>
              <a:spcBef>
                <a:spcPts val="869"/>
              </a:spcBef>
              <a:tabLst>
                <a:tab pos="323850" algn="l"/>
              </a:tabLst>
            </a:pPr>
            <a:endParaRPr lang="en-US" sz="1650" spc="-10" dirty="0" smtClean="0">
              <a:latin typeface="Times New Roman"/>
              <a:cs typeface="Times New Roman"/>
            </a:endParaRPr>
          </a:p>
          <a:p>
            <a:pPr marL="20955">
              <a:lnSpc>
                <a:spcPct val="100000"/>
              </a:lnSpc>
              <a:spcBef>
                <a:spcPts val="869"/>
              </a:spcBef>
              <a:tabLst>
                <a:tab pos="323850" algn="l"/>
              </a:tabLst>
            </a:pPr>
            <a:endParaRPr sz="1650" dirty="0">
              <a:latin typeface="Times New Roman"/>
              <a:cs typeface="Times New Roman"/>
            </a:endParaRPr>
          </a:p>
        </p:txBody>
      </p:sp>
      <p:sp>
        <p:nvSpPr>
          <p:cNvPr id="9" name="object 9"/>
          <p:cNvSpPr txBox="1"/>
          <p:nvPr/>
        </p:nvSpPr>
        <p:spPr>
          <a:xfrm>
            <a:off x="5552633" y="4227512"/>
            <a:ext cx="48895" cy="269240"/>
          </a:xfrm>
          <a:prstGeom prst="rect">
            <a:avLst/>
          </a:prstGeom>
        </p:spPr>
        <p:txBody>
          <a:bodyPr vert="horz" wrap="square" lIns="0" tIns="12700" rIns="0" bIns="0" rtlCol="0">
            <a:spAutoFit/>
          </a:bodyPr>
          <a:lstStyle/>
          <a:p>
            <a:pPr marL="12700">
              <a:lnSpc>
                <a:spcPct val="100000"/>
              </a:lnSpc>
              <a:spcBef>
                <a:spcPts val="100"/>
              </a:spcBef>
            </a:pPr>
            <a:r>
              <a:rPr sz="1600" spc="-60" dirty="0">
                <a:solidFill>
                  <a:srgbClr val="808067"/>
                </a:solidFill>
                <a:latin typeface="Times New Roman"/>
                <a:cs typeface="Times New Roman"/>
              </a:rPr>
              <a:t>'</a:t>
            </a:r>
            <a:endParaRPr sz="1600">
              <a:latin typeface="Times New Roman"/>
              <a:cs typeface="Times New Roman"/>
            </a:endParaRPr>
          </a:p>
        </p:txBody>
      </p:sp>
      <p:sp>
        <p:nvSpPr>
          <p:cNvPr id="16" name="Date Placeholder 15"/>
          <p:cNvSpPr>
            <a:spLocks noGrp="1"/>
          </p:cNvSpPr>
          <p:nvPr>
            <p:ph type="dt" sz="half" idx="6"/>
          </p:nvPr>
        </p:nvSpPr>
        <p:spPr/>
        <p:txBody>
          <a:bodyPr/>
          <a:lstStyle/>
          <a:p>
            <a:fld id="{7F21BEF1-5ECE-4977-AAEB-203E68D3981F}" type="datetime1">
              <a:rPr lang="en-US" smtClean="0"/>
              <a:t>12/3/2025</a:t>
            </a:fld>
            <a:endParaRPr lang="en-US" dirty="0"/>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dirty="0"/>
          </a:p>
        </p:txBody>
      </p:sp>
      <p:sp>
        <p:nvSpPr>
          <p:cNvPr id="18" name="Slide Number Placeholder 17"/>
          <p:cNvSpPr>
            <a:spLocks noGrp="1"/>
          </p:cNvSpPr>
          <p:nvPr>
            <p:ph type="sldNum" sz="quarter" idx="7"/>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71837" y="204787"/>
            <a:ext cx="5030463" cy="505267"/>
          </a:xfrm>
          <a:prstGeom prst="rect">
            <a:avLst/>
          </a:prstGeom>
        </p:spPr>
        <p:txBody>
          <a:bodyPr vert="horz" wrap="square" lIns="0" tIns="12700" rIns="0" bIns="0" rtlCol="0">
            <a:spAutoFit/>
          </a:bodyPr>
          <a:lstStyle/>
          <a:p>
            <a:pPr marL="12700">
              <a:lnSpc>
                <a:spcPct val="100000"/>
              </a:lnSpc>
              <a:spcBef>
                <a:spcPts val="100"/>
              </a:spcBef>
            </a:pPr>
            <a:r>
              <a:rPr sz="3200" b="1" dirty="0">
                <a:solidFill>
                  <a:srgbClr val="AE1C1A"/>
                </a:solidFill>
                <a:latin typeface="Times New Roman"/>
                <a:cs typeface="Times New Roman"/>
              </a:rPr>
              <a:t>Unix</a:t>
            </a:r>
            <a:r>
              <a:rPr sz="3200" b="1" spc="100" dirty="0">
                <a:solidFill>
                  <a:srgbClr val="AE1C1A"/>
                </a:solidFill>
                <a:latin typeface="Times New Roman"/>
                <a:cs typeface="Times New Roman"/>
              </a:rPr>
              <a:t> </a:t>
            </a:r>
            <a:r>
              <a:rPr sz="3200" b="1" spc="55" dirty="0">
                <a:solidFill>
                  <a:srgbClr val="C31618"/>
                </a:solidFill>
                <a:latin typeface="Times New Roman"/>
                <a:cs typeface="Times New Roman"/>
              </a:rPr>
              <a:t>Operating</a:t>
            </a:r>
            <a:r>
              <a:rPr sz="3200" b="1" spc="120" dirty="0">
                <a:solidFill>
                  <a:srgbClr val="C31618"/>
                </a:solidFill>
                <a:latin typeface="Times New Roman"/>
                <a:cs typeface="Times New Roman"/>
              </a:rPr>
              <a:t> </a:t>
            </a:r>
            <a:r>
              <a:rPr sz="3200" b="1" spc="-10" dirty="0">
                <a:solidFill>
                  <a:srgbClr val="7E1507"/>
                </a:solidFill>
                <a:latin typeface="Times New Roman"/>
                <a:cs typeface="Times New Roman"/>
              </a:rPr>
              <a:t>system</a:t>
            </a:r>
            <a:endParaRPr sz="3200" b="1" dirty="0">
              <a:latin typeface="Times New Roman"/>
              <a:cs typeface="Times New Roman"/>
            </a:endParaRPr>
          </a:p>
        </p:txBody>
      </p:sp>
      <p:sp>
        <p:nvSpPr>
          <p:cNvPr id="4" name="object 4"/>
          <p:cNvSpPr txBox="1"/>
          <p:nvPr/>
        </p:nvSpPr>
        <p:spPr>
          <a:xfrm>
            <a:off x="0" y="1250188"/>
            <a:ext cx="6070600" cy="2245487"/>
          </a:xfrm>
          <a:prstGeom prst="rect">
            <a:avLst/>
          </a:prstGeom>
        </p:spPr>
        <p:txBody>
          <a:bodyPr vert="horz" wrap="square" lIns="0" tIns="140970" rIns="0" bIns="0" rtlCol="0">
            <a:spAutoFit/>
          </a:bodyPr>
          <a:lstStyle/>
          <a:p>
            <a:pPr marL="342900" indent="-171450">
              <a:lnSpc>
                <a:spcPct val="100000"/>
              </a:lnSpc>
              <a:spcBef>
                <a:spcPts val="1110"/>
              </a:spcBef>
              <a:buFont typeface="Arial" panose="020B0604020202020204" pitchFamily="34" charset="0"/>
              <a:buChar char="•"/>
            </a:pPr>
            <a:r>
              <a:rPr lang="en-US" sz="2000" dirty="0" smtClean="0">
                <a:latin typeface="Times New Roman"/>
                <a:cs typeface="Times New Roman"/>
              </a:rPr>
              <a:t>It </a:t>
            </a:r>
            <a:r>
              <a:rPr sz="2000" dirty="0" smtClean="0">
                <a:latin typeface="Times New Roman"/>
                <a:cs typeface="Times New Roman"/>
              </a:rPr>
              <a:t>is</a:t>
            </a:r>
            <a:r>
              <a:rPr sz="2000" spc="-35" dirty="0" smtClean="0">
                <a:latin typeface="Times New Roman"/>
                <a:cs typeface="Times New Roman"/>
              </a:rPr>
              <a:t> </a:t>
            </a:r>
            <a:r>
              <a:rPr sz="2000" dirty="0">
                <a:solidFill>
                  <a:srgbClr val="3D3D3D"/>
                </a:solidFill>
                <a:latin typeface="Times New Roman"/>
                <a:cs typeface="Times New Roman"/>
              </a:rPr>
              <a:t>a</a:t>
            </a:r>
            <a:r>
              <a:rPr sz="2000" spc="-25" dirty="0">
                <a:solidFill>
                  <a:srgbClr val="3D3D3D"/>
                </a:solidFill>
                <a:latin typeface="Times New Roman"/>
                <a:cs typeface="Times New Roman"/>
              </a:rPr>
              <a:t> </a:t>
            </a:r>
            <a:r>
              <a:rPr sz="2000" b="1" spc="-65" dirty="0">
                <a:solidFill>
                  <a:srgbClr val="FF0000"/>
                </a:solidFill>
                <a:latin typeface="Times New Roman"/>
                <a:cs typeface="Times New Roman"/>
              </a:rPr>
              <a:t>multi-</a:t>
            </a:r>
            <a:r>
              <a:rPr sz="2000" b="1" spc="-30" dirty="0">
                <a:solidFill>
                  <a:srgbClr val="FF0000"/>
                </a:solidFill>
                <a:latin typeface="Times New Roman"/>
                <a:cs typeface="Times New Roman"/>
              </a:rPr>
              <a:t>user</a:t>
            </a:r>
            <a:r>
              <a:rPr sz="2000" spc="-30" dirty="0">
                <a:solidFill>
                  <a:srgbClr val="131313"/>
                </a:solidFill>
                <a:latin typeface="Times New Roman"/>
                <a:cs typeface="Times New Roman"/>
              </a:rPr>
              <a:t>,</a:t>
            </a:r>
            <a:r>
              <a:rPr sz="2000" spc="5" dirty="0">
                <a:solidFill>
                  <a:srgbClr val="131313"/>
                </a:solidFill>
                <a:latin typeface="Times New Roman"/>
                <a:cs typeface="Times New Roman"/>
              </a:rPr>
              <a:t> </a:t>
            </a:r>
            <a:r>
              <a:rPr sz="2000" b="1" spc="-85" dirty="0" smtClean="0">
                <a:solidFill>
                  <a:srgbClr val="FF0000"/>
                </a:solidFill>
                <a:latin typeface="Times New Roman"/>
                <a:cs typeface="Times New Roman"/>
              </a:rPr>
              <a:t>multi-</a:t>
            </a:r>
            <a:r>
              <a:rPr lang="en-US" sz="2000" b="1" spc="-80" dirty="0" smtClean="0">
                <a:solidFill>
                  <a:srgbClr val="FF0000"/>
                </a:solidFill>
                <a:latin typeface="Times New Roman"/>
                <a:cs typeface="Times New Roman"/>
              </a:rPr>
              <a:t>t</a:t>
            </a:r>
            <a:r>
              <a:rPr sz="2000" b="1" spc="-80" dirty="0" smtClean="0">
                <a:solidFill>
                  <a:srgbClr val="FF0000"/>
                </a:solidFill>
                <a:latin typeface="Times New Roman"/>
                <a:cs typeface="Times New Roman"/>
              </a:rPr>
              <a:t>asking</a:t>
            </a:r>
            <a:r>
              <a:rPr sz="2000" b="1" spc="-20" dirty="0" smtClean="0">
                <a:solidFill>
                  <a:srgbClr val="FF0000"/>
                </a:solidFill>
                <a:latin typeface="Times New Roman"/>
                <a:cs typeface="Times New Roman"/>
              </a:rPr>
              <a:t> </a:t>
            </a:r>
            <a:r>
              <a:rPr sz="2000" spc="-25" dirty="0">
                <a:latin typeface="Times New Roman"/>
                <a:cs typeface="Times New Roman"/>
              </a:rPr>
              <a:t>operating</a:t>
            </a:r>
            <a:r>
              <a:rPr sz="2000" dirty="0">
                <a:latin typeface="Times New Roman"/>
                <a:cs typeface="Times New Roman"/>
              </a:rPr>
              <a:t> </a:t>
            </a:r>
            <a:r>
              <a:rPr sz="2000" spc="-10" dirty="0">
                <a:latin typeface="Times New Roman"/>
                <a:cs typeface="Times New Roman"/>
              </a:rPr>
              <a:t>system.</a:t>
            </a:r>
            <a:endParaRPr sz="2000" dirty="0">
              <a:latin typeface="Times New Roman"/>
              <a:cs typeface="Times New Roman"/>
            </a:endParaRPr>
          </a:p>
          <a:p>
            <a:pPr marL="342900" indent="-171450">
              <a:lnSpc>
                <a:spcPct val="100000"/>
              </a:lnSpc>
              <a:spcBef>
                <a:spcPts val="980"/>
              </a:spcBef>
              <a:buFont typeface="Arial" panose="020B0604020202020204" pitchFamily="34" charset="0"/>
              <a:buChar char="•"/>
            </a:pPr>
            <a:r>
              <a:rPr lang="en-US" sz="2000" spc="-10" dirty="0" smtClean="0">
                <a:latin typeface="Times New Roman"/>
                <a:cs typeface="Times New Roman"/>
              </a:rPr>
              <a:t>That means, </a:t>
            </a:r>
            <a:r>
              <a:rPr sz="2000" spc="-10" dirty="0" smtClean="0">
                <a:latin typeface="Times New Roman"/>
                <a:cs typeface="Times New Roman"/>
              </a:rPr>
              <a:t>many</a:t>
            </a:r>
            <a:r>
              <a:rPr sz="2000" spc="-30" dirty="0" smtClean="0">
                <a:latin typeface="Times New Roman"/>
                <a:cs typeface="Times New Roman"/>
              </a:rPr>
              <a:t> </a:t>
            </a:r>
            <a:r>
              <a:rPr sz="2000" spc="-10" dirty="0">
                <a:solidFill>
                  <a:srgbClr val="212121"/>
                </a:solidFill>
                <a:latin typeface="Times New Roman"/>
                <a:cs typeface="Times New Roman"/>
              </a:rPr>
              <a:t>users</a:t>
            </a:r>
            <a:r>
              <a:rPr sz="2000" spc="20" dirty="0">
                <a:solidFill>
                  <a:srgbClr val="212121"/>
                </a:solidFill>
                <a:latin typeface="Times New Roman"/>
                <a:cs typeface="Times New Roman"/>
              </a:rPr>
              <a:t> </a:t>
            </a:r>
            <a:r>
              <a:rPr sz="2000" spc="-10" dirty="0">
                <a:solidFill>
                  <a:srgbClr val="151515"/>
                </a:solidFill>
                <a:latin typeface="Times New Roman"/>
                <a:cs typeface="Times New Roman"/>
              </a:rPr>
              <a:t>logged</a:t>
            </a:r>
            <a:r>
              <a:rPr sz="2000" spc="30" dirty="0">
                <a:solidFill>
                  <a:srgbClr val="151515"/>
                </a:solidFill>
                <a:latin typeface="Times New Roman"/>
                <a:cs typeface="Times New Roman"/>
              </a:rPr>
              <a:t> </a:t>
            </a:r>
            <a:r>
              <a:rPr sz="2000" dirty="0">
                <a:latin typeface="Times New Roman"/>
                <a:cs typeface="Times New Roman"/>
              </a:rPr>
              <a:t>into</a:t>
            </a:r>
            <a:r>
              <a:rPr sz="2000" spc="-65" dirty="0">
                <a:latin typeface="Times New Roman"/>
                <a:cs typeface="Times New Roman"/>
              </a:rPr>
              <a:t> </a:t>
            </a:r>
            <a:r>
              <a:rPr sz="2000" dirty="0">
                <a:solidFill>
                  <a:srgbClr val="1A1A1A"/>
                </a:solidFill>
                <a:latin typeface="Times New Roman"/>
                <a:cs typeface="Times New Roman"/>
              </a:rPr>
              <a:t>a</a:t>
            </a:r>
            <a:r>
              <a:rPr sz="2000" spc="-60" dirty="0">
                <a:solidFill>
                  <a:srgbClr val="1A1A1A"/>
                </a:solidFill>
                <a:latin typeface="Times New Roman"/>
                <a:cs typeface="Times New Roman"/>
              </a:rPr>
              <a:t> </a:t>
            </a:r>
            <a:r>
              <a:rPr sz="2000" spc="-25" dirty="0">
                <a:latin typeface="Times New Roman"/>
                <a:cs typeface="Times New Roman"/>
              </a:rPr>
              <a:t>system</a:t>
            </a:r>
            <a:r>
              <a:rPr sz="2000" spc="60" dirty="0">
                <a:latin typeface="Times New Roman"/>
                <a:cs typeface="Times New Roman"/>
              </a:rPr>
              <a:t> </a:t>
            </a:r>
            <a:r>
              <a:rPr sz="2000" spc="-30" dirty="0">
                <a:latin typeface="Times New Roman"/>
                <a:cs typeface="Times New Roman"/>
              </a:rPr>
              <a:t>simultaneously,</a:t>
            </a:r>
            <a:r>
              <a:rPr sz="2000" spc="-80" dirty="0">
                <a:latin typeface="Times New Roman"/>
                <a:cs typeface="Times New Roman"/>
              </a:rPr>
              <a:t> </a:t>
            </a:r>
            <a:r>
              <a:rPr sz="2000" dirty="0">
                <a:latin typeface="Times New Roman"/>
                <a:cs typeface="Times New Roman"/>
              </a:rPr>
              <a:t>each </a:t>
            </a:r>
            <a:r>
              <a:rPr sz="2000" spc="50" dirty="0" smtClean="0">
                <a:solidFill>
                  <a:srgbClr val="080808"/>
                </a:solidFill>
                <a:latin typeface="Times New Roman"/>
                <a:cs typeface="Times New Roman"/>
              </a:rPr>
              <a:t>r</a:t>
            </a:r>
            <a:r>
              <a:rPr lang="en-US" sz="2000" spc="50" dirty="0" smtClean="0">
                <a:solidFill>
                  <a:srgbClr val="080808"/>
                </a:solidFill>
                <a:latin typeface="Times New Roman"/>
                <a:cs typeface="Times New Roman"/>
              </a:rPr>
              <a:t>u</a:t>
            </a:r>
            <a:r>
              <a:rPr sz="2000" spc="50" dirty="0" smtClean="0">
                <a:solidFill>
                  <a:srgbClr val="080808"/>
                </a:solidFill>
                <a:latin typeface="Times New Roman"/>
                <a:cs typeface="Times New Roman"/>
              </a:rPr>
              <a:t>n</a:t>
            </a:r>
            <a:r>
              <a:rPr lang="en-US" sz="2000" spc="50" dirty="0" smtClean="0">
                <a:solidFill>
                  <a:srgbClr val="080808"/>
                </a:solidFill>
                <a:latin typeface="Times New Roman"/>
                <a:cs typeface="Times New Roman"/>
              </a:rPr>
              <a:t>n</a:t>
            </a:r>
            <a:r>
              <a:rPr sz="2000" spc="50" dirty="0" smtClean="0">
                <a:solidFill>
                  <a:srgbClr val="080808"/>
                </a:solidFill>
                <a:latin typeface="Times New Roman"/>
                <a:cs typeface="Times New Roman"/>
              </a:rPr>
              <a:t>ing</a:t>
            </a:r>
            <a:r>
              <a:rPr lang="en-US" sz="2000" spc="50" dirty="0" smtClean="0">
                <a:solidFill>
                  <a:srgbClr val="080808"/>
                </a:solidFill>
                <a:latin typeface="Times New Roman"/>
                <a:cs typeface="Times New Roman"/>
              </a:rPr>
              <a:t> many programs</a:t>
            </a:r>
            <a:endParaRPr lang="en-US" sz="2000" dirty="0">
              <a:latin typeface="Times New Roman"/>
              <a:cs typeface="Times New Roman"/>
            </a:endParaRPr>
          </a:p>
          <a:p>
            <a:pPr marL="342900" indent="-171450">
              <a:lnSpc>
                <a:spcPct val="100000"/>
              </a:lnSpc>
              <a:spcBef>
                <a:spcPts val="980"/>
              </a:spcBef>
              <a:buFont typeface="Arial" panose="020B0604020202020204" pitchFamily="34" charset="0"/>
              <a:buChar char="•"/>
            </a:pPr>
            <a:r>
              <a:rPr sz="2000" dirty="0" smtClean="0">
                <a:latin typeface="Times New Roman"/>
                <a:cs typeface="Times New Roman"/>
              </a:rPr>
              <a:t>It's</a:t>
            </a:r>
            <a:r>
              <a:rPr sz="2000" spc="150" dirty="0" smtClean="0">
                <a:latin typeface="Times New Roman"/>
                <a:cs typeface="Times New Roman"/>
              </a:rPr>
              <a:t> </a:t>
            </a:r>
            <a:r>
              <a:rPr sz="2000" spc="65" dirty="0">
                <a:latin typeface="Times New Roman"/>
                <a:cs typeface="Times New Roman"/>
              </a:rPr>
              <a:t>the</a:t>
            </a:r>
            <a:r>
              <a:rPr sz="2000" spc="140" dirty="0">
                <a:latin typeface="Times New Roman"/>
                <a:cs typeface="Times New Roman"/>
              </a:rPr>
              <a:t> </a:t>
            </a:r>
            <a:r>
              <a:rPr sz="2000" b="1" dirty="0">
                <a:latin typeface="Times New Roman"/>
                <a:cs typeface="Times New Roman"/>
              </a:rPr>
              <a:t>kernel’s</a:t>
            </a:r>
            <a:r>
              <a:rPr sz="2000" spc="484" dirty="0">
                <a:latin typeface="Times New Roman"/>
                <a:cs typeface="Times New Roman"/>
              </a:rPr>
              <a:t> </a:t>
            </a:r>
            <a:r>
              <a:rPr sz="2000" dirty="0">
                <a:solidFill>
                  <a:schemeClr val="tx1"/>
                </a:solidFill>
                <a:latin typeface="Times New Roman"/>
                <a:cs typeface="Times New Roman"/>
              </a:rPr>
              <a:t>job</a:t>
            </a:r>
            <a:r>
              <a:rPr sz="2000" spc="260" dirty="0">
                <a:solidFill>
                  <a:srgbClr val="6B6B4F"/>
                </a:solidFill>
                <a:latin typeface="Times New Roman"/>
                <a:cs typeface="Times New Roman"/>
              </a:rPr>
              <a:t> </a:t>
            </a:r>
            <a:r>
              <a:rPr sz="2000" dirty="0">
                <a:solidFill>
                  <a:srgbClr val="181818"/>
                </a:solidFill>
                <a:latin typeface="Times New Roman"/>
                <a:cs typeface="Times New Roman"/>
              </a:rPr>
              <a:t>to</a:t>
            </a:r>
            <a:r>
              <a:rPr sz="2000" spc="350" dirty="0">
                <a:solidFill>
                  <a:srgbClr val="181818"/>
                </a:solidFill>
                <a:latin typeface="Times New Roman"/>
                <a:cs typeface="Times New Roman"/>
              </a:rPr>
              <a:t> </a:t>
            </a:r>
            <a:r>
              <a:rPr sz="2000" b="1" dirty="0">
                <a:latin typeface="Times New Roman"/>
                <a:cs typeface="Times New Roman"/>
              </a:rPr>
              <a:t>keep</a:t>
            </a:r>
            <a:r>
              <a:rPr sz="2000" b="1" spc="220" dirty="0">
                <a:latin typeface="Times New Roman"/>
                <a:cs typeface="Times New Roman"/>
              </a:rPr>
              <a:t> </a:t>
            </a:r>
            <a:r>
              <a:rPr sz="2000" b="1" dirty="0">
                <a:latin typeface="Times New Roman"/>
                <a:cs typeface="Times New Roman"/>
              </a:rPr>
              <a:t>each</a:t>
            </a:r>
            <a:r>
              <a:rPr sz="2000" b="1" spc="254" dirty="0">
                <a:latin typeface="Times New Roman"/>
                <a:cs typeface="Times New Roman"/>
              </a:rPr>
              <a:t> </a:t>
            </a:r>
            <a:r>
              <a:rPr sz="2000" b="1" dirty="0">
                <a:latin typeface="Times New Roman"/>
                <a:cs typeface="Times New Roman"/>
              </a:rPr>
              <a:t>process</a:t>
            </a:r>
            <a:r>
              <a:rPr sz="2000" b="1" spc="290" dirty="0">
                <a:latin typeface="Times New Roman"/>
                <a:cs typeface="Times New Roman"/>
              </a:rPr>
              <a:t> </a:t>
            </a:r>
            <a:r>
              <a:rPr sz="2000" dirty="0">
                <a:solidFill>
                  <a:srgbClr val="080808"/>
                </a:solidFill>
                <a:latin typeface="Times New Roman"/>
                <a:cs typeface="Times New Roman"/>
              </a:rPr>
              <a:t>and</a:t>
            </a:r>
            <a:r>
              <a:rPr sz="2000" spc="260" dirty="0">
                <a:solidFill>
                  <a:srgbClr val="080808"/>
                </a:solidFill>
                <a:latin typeface="Times New Roman"/>
                <a:cs typeface="Times New Roman"/>
              </a:rPr>
              <a:t> </a:t>
            </a:r>
            <a:r>
              <a:rPr sz="2000" b="1" dirty="0">
                <a:solidFill>
                  <a:srgbClr val="1F1F1F"/>
                </a:solidFill>
                <a:latin typeface="Times New Roman"/>
                <a:cs typeface="Times New Roman"/>
              </a:rPr>
              <a:t>user</a:t>
            </a:r>
            <a:r>
              <a:rPr sz="2000" spc="195" dirty="0">
                <a:solidFill>
                  <a:srgbClr val="1F1F1F"/>
                </a:solidFill>
                <a:latin typeface="Times New Roman"/>
                <a:cs typeface="Times New Roman"/>
              </a:rPr>
              <a:t> </a:t>
            </a:r>
            <a:r>
              <a:rPr sz="2000" b="1" dirty="0">
                <a:latin typeface="Times New Roman"/>
                <a:cs typeface="Times New Roman"/>
              </a:rPr>
              <a:t>separate</a:t>
            </a:r>
            <a:r>
              <a:rPr sz="2000" spc="180" dirty="0">
                <a:latin typeface="Times New Roman"/>
                <a:cs typeface="Times New Roman"/>
              </a:rPr>
              <a:t> </a:t>
            </a:r>
            <a:r>
              <a:rPr sz="2000" dirty="0">
                <a:solidFill>
                  <a:schemeClr val="tx1"/>
                </a:solidFill>
                <a:latin typeface="Times New Roman"/>
                <a:cs typeface="Times New Roman"/>
              </a:rPr>
              <a:t>and</a:t>
            </a:r>
            <a:r>
              <a:rPr sz="2000" spc="245" dirty="0">
                <a:solidFill>
                  <a:schemeClr val="tx1"/>
                </a:solidFill>
                <a:latin typeface="Times New Roman"/>
                <a:cs typeface="Times New Roman"/>
              </a:rPr>
              <a:t> </a:t>
            </a:r>
            <a:r>
              <a:rPr sz="2000" spc="-25" dirty="0" smtClean="0">
                <a:solidFill>
                  <a:schemeClr val="tx1"/>
                </a:solidFill>
                <a:latin typeface="Times New Roman"/>
                <a:cs typeface="Times New Roman"/>
              </a:rPr>
              <a:t>to</a:t>
            </a:r>
            <a:r>
              <a:rPr lang="en-US" sz="2000" spc="-25" dirty="0" smtClean="0">
                <a:solidFill>
                  <a:schemeClr val="tx1"/>
                </a:solidFill>
                <a:latin typeface="Times New Roman"/>
                <a:cs typeface="Times New Roman"/>
              </a:rPr>
              <a:t> </a:t>
            </a:r>
            <a:r>
              <a:rPr sz="2000" spc="-60" dirty="0" smtClean="0">
                <a:solidFill>
                  <a:schemeClr val="tx1"/>
                </a:solidFill>
                <a:latin typeface="Times New Roman"/>
                <a:cs typeface="Times New Roman"/>
              </a:rPr>
              <a:t>regulate</a:t>
            </a:r>
            <a:r>
              <a:rPr sz="2000" spc="-50" dirty="0" smtClean="0">
                <a:solidFill>
                  <a:schemeClr val="tx1"/>
                </a:solidFill>
                <a:latin typeface="Times New Roman"/>
                <a:cs typeface="Times New Roman"/>
              </a:rPr>
              <a:t> </a:t>
            </a:r>
            <a:r>
              <a:rPr sz="2000" spc="-45" dirty="0">
                <a:solidFill>
                  <a:schemeClr val="tx1"/>
                </a:solidFill>
                <a:latin typeface="Times New Roman"/>
                <a:cs typeface="Times New Roman"/>
              </a:rPr>
              <a:t>access</a:t>
            </a:r>
            <a:r>
              <a:rPr sz="2000" spc="-30" dirty="0">
                <a:solidFill>
                  <a:schemeClr val="tx1"/>
                </a:solidFill>
                <a:latin typeface="Times New Roman"/>
                <a:cs typeface="Times New Roman"/>
              </a:rPr>
              <a:t> </a:t>
            </a:r>
            <a:r>
              <a:rPr sz="2000" dirty="0">
                <a:solidFill>
                  <a:schemeClr val="tx1"/>
                </a:solidFill>
                <a:latin typeface="Times New Roman"/>
                <a:cs typeface="Times New Roman"/>
              </a:rPr>
              <a:t>to</a:t>
            </a:r>
            <a:r>
              <a:rPr sz="2000" spc="-45" dirty="0">
                <a:solidFill>
                  <a:schemeClr val="tx1"/>
                </a:solidFill>
                <a:latin typeface="Times New Roman"/>
                <a:cs typeface="Times New Roman"/>
              </a:rPr>
              <a:t> </a:t>
            </a:r>
            <a:r>
              <a:rPr sz="2000" spc="-55" dirty="0">
                <a:solidFill>
                  <a:schemeClr val="tx1"/>
                </a:solidFill>
                <a:latin typeface="Times New Roman"/>
                <a:cs typeface="Times New Roman"/>
              </a:rPr>
              <a:t>system</a:t>
            </a:r>
            <a:r>
              <a:rPr sz="2000" spc="50" dirty="0">
                <a:solidFill>
                  <a:schemeClr val="tx1"/>
                </a:solidFill>
                <a:latin typeface="Times New Roman"/>
                <a:cs typeface="Times New Roman"/>
              </a:rPr>
              <a:t> </a:t>
            </a:r>
            <a:r>
              <a:rPr sz="2000" spc="-40" dirty="0">
                <a:solidFill>
                  <a:schemeClr val="tx1"/>
                </a:solidFill>
                <a:latin typeface="Times New Roman"/>
                <a:cs typeface="Times New Roman"/>
              </a:rPr>
              <a:t>hardware,</a:t>
            </a:r>
            <a:r>
              <a:rPr sz="2000" spc="-20" dirty="0">
                <a:solidFill>
                  <a:schemeClr val="tx1"/>
                </a:solidFill>
                <a:latin typeface="Times New Roman"/>
                <a:cs typeface="Times New Roman"/>
              </a:rPr>
              <a:t> </a:t>
            </a:r>
            <a:r>
              <a:rPr sz="2000" spc="-45" dirty="0">
                <a:solidFill>
                  <a:schemeClr val="tx1"/>
                </a:solidFill>
                <a:latin typeface="Times New Roman"/>
                <a:cs typeface="Times New Roman"/>
              </a:rPr>
              <a:t>including</a:t>
            </a:r>
            <a:r>
              <a:rPr sz="2000" spc="-55" dirty="0">
                <a:solidFill>
                  <a:schemeClr val="tx1"/>
                </a:solidFill>
                <a:latin typeface="Times New Roman"/>
                <a:cs typeface="Times New Roman"/>
              </a:rPr>
              <a:t> </a:t>
            </a:r>
            <a:r>
              <a:rPr sz="2000" spc="-40" dirty="0">
                <a:solidFill>
                  <a:schemeClr val="tx1"/>
                </a:solidFill>
                <a:latin typeface="Times New Roman"/>
                <a:cs typeface="Times New Roman"/>
              </a:rPr>
              <a:t>CPU, </a:t>
            </a:r>
            <a:r>
              <a:rPr sz="2000" spc="-55" dirty="0" smtClean="0">
                <a:solidFill>
                  <a:schemeClr val="tx1"/>
                </a:solidFill>
                <a:latin typeface="Times New Roman"/>
                <a:cs typeface="Times New Roman"/>
              </a:rPr>
              <a:t>mem</a:t>
            </a:r>
            <a:r>
              <a:rPr lang="en-US" sz="2000" spc="-55" dirty="0" smtClean="0">
                <a:solidFill>
                  <a:schemeClr val="tx1"/>
                </a:solidFill>
                <a:latin typeface="Times New Roman"/>
                <a:cs typeface="Times New Roman"/>
              </a:rPr>
              <a:t>or</a:t>
            </a:r>
            <a:r>
              <a:rPr sz="2000" spc="-55" dirty="0" smtClean="0">
                <a:solidFill>
                  <a:schemeClr val="tx1"/>
                </a:solidFill>
                <a:latin typeface="Times New Roman"/>
                <a:cs typeface="Times New Roman"/>
              </a:rPr>
              <a:t>y</a:t>
            </a:r>
            <a:r>
              <a:rPr sz="2000" spc="-55" dirty="0">
                <a:solidFill>
                  <a:schemeClr val="tx1"/>
                </a:solidFill>
                <a:latin typeface="Times New Roman"/>
                <a:cs typeface="Times New Roman"/>
              </a:rPr>
              <a:t>,</a:t>
            </a:r>
            <a:r>
              <a:rPr sz="2000" spc="-45" dirty="0">
                <a:solidFill>
                  <a:schemeClr val="tx1"/>
                </a:solidFill>
                <a:latin typeface="Times New Roman"/>
                <a:cs typeface="Times New Roman"/>
              </a:rPr>
              <a:t> </a:t>
            </a:r>
            <a:r>
              <a:rPr sz="2000" spc="-20" dirty="0" smtClean="0">
                <a:solidFill>
                  <a:schemeClr val="tx1"/>
                </a:solidFill>
                <a:latin typeface="Times New Roman"/>
                <a:cs typeface="Times New Roman"/>
              </a:rPr>
              <a:t>disk</a:t>
            </a:r>
            <a:r>
              <a:rPr lang="en-US" sz="2000" spc="-20" dirty="0" smtClean="0">
                <a:solidFill>
                  <a:schemeClr val="tx1"/>
                </a:solidFill>
                <a:latin typeface="Times New Roman"/>
                <a:cs typeface="Times New Roman"/>
              </a:rPr>
              <a:t> and other I/O devices</a:t>
            </a:r>
            <a:endParaRPr sz="2000" dirty="0">
              <a:solidFill>
                <a:schemeClr val="tx1"/>
              </a:solidFill>
              <a:latin typeface="Times New Roman"/>
              <a:cs typeface="Times New Roman"/>
            </a:endParaRPr>
          </a:p>
        </p:txBody>
      </p:sp>
      <p:sp>
        <p:nvSpPr>
          <p:cNvPr id="16" name="Date Placeholder 15"/>
          <p:cNvSpPr>
            <a:spLocks noGrp="1"/>
          </p:cNvSpPr>
          <p:nvPr>
            <p:ph type="dt" sz="half" idx="6"/>
          </p:nvPr>
        </p:nvSpPr>
        <p:spPr/>
        <p:txBody>
          <a:bodyPr/>
          <a:lstStyle/>
          <a:p>
            <a:fld id="{D00BB3F2-4BE4-4E8F-B221-AD81963685DE}" type="datetime1">
              <a:rPr lang="en-US" smtClean="0"/>
              <a:t>12/3/2025</a:t>
            </a:fld>
            <a:endParaRPr lang="en-US"/>
          </a:p>
        </p:txBody>
      </p:sp>
      <p:sp>
        <p:nvSpPr>
          <p:cNvPr id="17" name="Footer Placeholder 16"/>
          <p:cNvSpPr>
            <a:spLocks noGrp="1"/>
          </p:cNvSpPr>
          <p:nvPr>
            <p:ph type="ftr" sz="quarter" idx="5"/>
          </p:nvPr>
        </p:nvSpPr>
        <p:spPr/>
        <p:txBody>
          <a:bodyPr/>
          <a:lstStyle/>
          <a:p>
            <a:r>
              <a:rPr lang="en-US" dirty="0" smtClean="0"/>
              <a:t>Linux System and Network Administration                                                                       By Dr. Samuel </a:t>
            </a:r>
            <a:r>
              <a:rPr lang="en-US" dirty="0" err="1" smtClean="0"/>
              <a:t>Asferaw</a:t>
            </a:r>
            <a:endParaRPr lang="en-US" dirty="0"/>
          </a:p>
        </p:txBody>
      </p:sp>
      <p:sp>
        <p:nvSpPr>
          <p:cNvPr id="18" name="Slide Number Placeholder 17"/>
          <p:cNvSpPr>
            <a:spLocks noGrp="1"/>
          </p:cNvSpPr>
          <p:nvPr>
            <p:ph type="sldNum" sz="quarter" idx="7"/>
          </p:nvPr>
        </p:nvSpPr>
        <p:spPr/>
        <p:txBody>
          <a:bodyPr/>
          <a:lstStyle/>
          <a:p>
            <a:fld id="{B6F15528-21DE-4FAA-801E-634DDDAF4B2B}" type="slidenum">
              <a:rPr lang="en-US" smtClean="0"/>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a:spLocks noGrp="1"/>
          </p:cNvSpPr>
          <p:nvPr>
            <p:ph type="title"/>
          </p:nvPr>
        </p:nvSpPr>
        <p:spPr>
          <a:xfrm>
            <a:off x="466725" y="23812"/>
            <a:ext cx="5259194" cy="443711"/>
          </a:xfrm>
          <a:prstGeom prst="rect">
            <a:avLst/>
          </a:prstGeom>
        </p:spPr>
        <p:txBody>
          <a:bodyPr vert="horz" wrap="square" lIns="0" tIns="12700" rIns="0" bIns="0" rtlCol="0">
            <a:spAutoFit/>
          </a:bodyPr>
          <a:lstStyle/>
          <a:p>
            <a:pPr marL="12700">
              <a:lnSpc>
                <a:spcPct val="100000"/>
              </a:lnSpc>
              <a:spcBef>
                <a:spcPts val="100"/>
              </a:spcBef>
            </a:pPr>
            <a:r>
              <a:rPr sz="2800" b="1" spc="85" dirty="0">
                <a:solidFill>
                  <a:srgbClr val="FF0000"/>
                </a:solidFill>
                <a:latin typeface="Times New Roman"/>
                <a:cs typeface="Times New Roman"/>
              </a:rPr>
              <a:t>Linux</a:t>
            </a:r>
            <a:r>
              <a:rPr sz="2800" b="1" spc="185" dirty="0">
                <a:solidFill>
                  <a:srgbClr val="FF0000"/>
                </a:solidFill>
                <a:latin typeface="Times New Roman"/>
                <a:cs typeface="Times New Roman"/>
              </a:rPr>
              <a:t> </a:t>
            </a:r>
            <a:r>
              <a:rPr sz="2800" b="1" dirty="0" smtClean="0">
                <a:solidFill>
                  <a:srgbClr val="FF0000"/>
                </a:solidFill>
                <a:latin typeface="Times New Roman"/>
                <a:cs typeface="Times New Roman"/>
              </a:rPr>
              <a:t>O</a:t>
            </a:r>
            <a:r>
              <a:rPr lang="en-US" sz="2800" b="1" dirty="0" smtClean="0">
                <a:solidFill>
                  <a:srgbClr val="FF0000"/>
                </a:solidFill>
                <a:latin typeface="Times New Roman"/>
                <a:cs typeface="Times New Roman"/>
              </a:rPr>
              <a:t>per</a:t>
            </a:r>
            <a:r>
              <a:rPr sz="2800" b="1" dirty="0" smtClean="0">
                <a:solidFill>
                  <a:srgbClr val="FF0000"/>
                </a:solidFill>
                <a:latin typeface="Times New Roman"/>
                <a:cs typeface="Times New Roman"/>
              </a:rPr>
              <a:t>ating</a:t>
            </a:r>
            <a:r>
              <a:rPr sz="2800" b="1" spc="270" dirty="0" smtClean="0">
                <a:solidFill>
                  <a:srgbClr val="FF0000"/>
                </a:solidFill>
                <a:latin typeface="Times New Roman"/>
                <a:cs typeface="Times New Roman"/>
              </a:rPr>
              <a:t> </a:t>
            </a:r>
            <a:r>
              <a:rPr lang="en-US" sz="2800" b="1" spc="-10" dirty="0">
                <a:solidFill>
                  <a:srgbClr val="FF0000"/>
                </a:solidFill>
                <a:latin typeface="Times New Roman"/>
                <a:cs typeface="Times New Roman"/>
              </a:rPr>
              <a:t>S</a:t>
            </a:r>
            <a:r>
              <a:rPr sz="2800" b="1" spc="-10" dirty="0" smtClean="0">
                <a:solidFill>
                  <a:srgbClr val="FF0000"/>
                </a:solidFill>
                <a:latin typeface="Times New Roman"/>
                <a:cs typeface="Times New Roman"/>
              </a:rPr>
              <a:t>ystem</a:t>
            </a:r>
            <a:endParaRPr sz="2800" b="1" spc="-10" dirty="0">
              <a:solidFill>
                <a:srgbClr val="FF0000"/>
              </a:solidFill>
              <a:latin typeface="Times New Roman"/>
              <a:cs typeface="Times New Roman"/>
            </a:endParaRPr>
          </a:p>
        </p:txBody>
      </p:sp>
      <p:sp>
        <p:nvSpPr>
          <p:cNvPr id="11" name="object 11"/>
          <p:cNvSpPr txBox="1"/>
          <p:nvPr/>
        </p:nvSpPr>
        <p:spPr>
          <a:xfrm>
            <a:off x="0" y="371475"/>
            <a:ext cx="6070600" cy="3911327"/>
          </a:xfrm>
          <a:prstGeom prst="rect">
            <a:avLst/>
          </a:prstGeom>
        </p:spPr>
        <p:txBody>
          <a:bodyPr vert="horz" wrap="square" lIns="0" tIns="12700" rIns="0" bIns="0" rtlCol="0">
            <a:spAutoFit/>
          </a:bodyPr>
          <a:lstStyle/>
          <a:p>
            <a:pPr marL="300354" indent="-285750">
              <a:lnSpc>
                <a:spcPct val="100000"/>
              </a:lnSpc>
              <a:spcBef>
                <a:spcPts val="100"/>
              </a:spcBef>
              <a:buFont typeface="Arial" panose="020B0604020202020204" pitchFamily="34" charset="0"/>
              <a:buChar char="•"/>
            </a:pPr>
            <a:r>
              <a:rPr lang="en-US" sz="2400" b="1" spc="-10" dirty="0" smtClean="0">
                <a:solidFill>
                  <a:srgbClr val="722421"/>
                </a:solidFill>
                <a:latin typeface="Times New Roman"/>
                <a:cs typeface="Times New Roman"/>
              </a:rPr>
              <a:t>What is Linux?</a:t>
            </a:r>
            <a:endParaRPr sz="2400" b="1" dirty="0">
              <a:latin typeface="Times New Roman"/>
              <a:cs typeface="Times New Roman"/>
            </a:endParaRPr>
          </a:p>
          <a:p>
            <a:pPr marL="457200" lvl="2" indent="-228600">
              <a:spcBef>
                <a:spcPts val="1120"/>
              </a:spcBef>
              <a:buFont typeface="Arial" panose="020B0604020202020204" pitchFamily="34" charset="0"/>
              <a:buChar char="•"/>
            </a:pPr>
            <a:r>
              <a:rPr sz="1600" dirty="0">
                <a:solidFill>
                  <a:schemeClr val="tx1"/>
                </a:solidFill>
                <a:latin typeface="Times New Roman"/>
                <a:cs typeface="Times New Roman"/>
              </a:rPr>
              <a:t>It</a:t>
            </a:r>
            <a:r>
              <a:rPr sz="1600" spc="160" dirty="0">
                <a:solidFill>
                  <a:schemeClr val="tx1"/>
                </a:solidFill>
                <a:latin typeface="Times New Roman"/>
                <a:cs typeface="Times New Roman"/>
              </a:rPr>
              <a:t> </a:t>
            </a:r>
            <a:r>
              <a:rPr sz="1600" dirty="0" smtClean="0">
                <a:solidFill>
                  <a:schemeClr val="tx1"/>
                </a:solidFill>
                <a:latin typeface="Times New Roman"/>
                <a:cs typeface="Times New Roman"/>
              </a:rPr>
              <a:t>is</a:t>
            </a:r>
            <a:r>
              <a:rPr sz="1600" spc="95" dirty="0" smtClean="0">
                <a:solidFill>
                  <a:schemeClr val="tx1"/>
                </a:solidFill>
                <a:latin typeface="Times New Roman"/>
                <a:cs typeface="Times New Roman"/>
              </a:rPr>
              <a:t> </a:t>
            </a:r>
            <a:r>
              <a:rPr sz="1600" dirty="0">
                <a:solidFill>
                  <a:schemeClr val="tx1"/>
                </a:solidFill>
                <a:latin typeface="Times New Roman"/>
                <a:cs typeface="Times New Roman"/>
              </a:rPr>
              <a:t>a</a:t>
            </a:r>
            <a:r>
              <a:rPr sz="1600" spc="210" dirty="0">
                <a:solidFill>
                  <a:schemeClr val="tx1"/>
                </a:solidFill>
                <a:latin typeface="Times New Roman"/>
                <a:cs typeface="Times New Roman"/>
              </a:rPr>
              <a:t> </a:t>
            </a:r>
            <a:r>
              <a:rPr sz="1600" b="1" dirty="0">
                <a:solidFill>
                  <a:schemeClr val="tx1"/>
                </a:solidFill>
                <a:latin typeface="Times New Roman"/>
                <a:cs typeface="Times New Roman"/>
              </a:rPr>
              <a:t>free</a:t>
            </a:r>
            <a:r>
              <a:rPr sz="1600" spc="105" dirty="0">
                <a:solidFill>
                  <a:schemeClr val="tx1"/>
                </a:solidFill>
                <a:latin typeface="Times New Roman"/>
                <a:cs typeface="Times New Roman"/>
              </a:rPr>
              <a:t> </a:t>
            </a:r>
            <a:r>
              <a:rPr lang="en-US" sz="1600" spc="65" dirty="0" smtClean="0">
                <a:solidFill>
                  <a:schemeClr val="tx1"/>
                </a:solidFill>
                <a:latin typeface="Times New Roman"/>
                <a:cs typeface="Times New Roman"/>
              </a:rPr>
              <a:t>a</a:t>
            </a:r>
            <a:r>
              <a:rPr sz="1600" spc="65" dirty="0" smtClean="0">
                <a:solidFill>
                  <a:schemeClr val="tx1"/>
                </a:solidFill>
                <a:latin typeface="Times New Roman"/>
                <a:cs typeface="Times New Roman"/>
              </a:rPr>
              <a:t>nd</a:t>
            </a:r>
            <a:r>
              <a:rPr sz="1600" spc="305" dirty="0" smtClean="0">
                <a:solidFill>
                  <a:schemeClr val="tx1"/>
                </a:solidFill>
                <a:latin typeface="Times New Roman"/>
                <a:cs typeface="Times New Roman"/>
              </a:rPr>
              <a:t> </a:t>
            </a:r>
            <a:r>
              <a:rPr lang="en-US" sz="1600" b="1" dirty="0" smtClean="0">
                <a:solidFill>
                  <a:schemeClr val="tx1"/>
                </a:solidFill>
                <a:latin typeface="Times New Roman"/>
                <a:cs typeface="Times New Roman"/>
              </a:rPr>
              <a:t>o</a:t>
            </a:r>
            <a:r>
              <a:rPr sz="1600" b="1" dirty="0" smtClean="0">
                <a:solidFill>
                  <a:schemeClr val="tx1"/>
                </a:solidFill>
                <a:latin typeface="Times New Roman"/>
                <a:cs typeface="Times New Roman"/>
              </a:rPr>
              <a:t>pen</a:t>
            </a:r>
            <a:r>
              <a:rPr sz="1600" b="1" spc="229" dirty="0" smtClean="0">
                <a:solidFill>
                  <a:schemeClr val="tx1"/>
                </a:solidFill>
                <a:latin typeface="Times New Roman"/>
                <a:cs typeface="Times New Roman"/>
              </a:rPr>
              <a:t> </a:t>
            </a:r>
            <a:r>
              <a:rPr sz="1600" dirty="0">
                <a:solidFill>
                  <a:schemeClr val="tx1"/>
                </a:solidFill>
                <a:latin typeface="Times New Roman"/>
                <a:cs typeface="Times New Roman"/>
              </a:rPr>
              <a:t>source</a:t>
            </a:r>
            <a:r>
              <a:rPr sz="1600" spc="225" dirty="0">
                <a:solidFill>
                  <a:schemeClr val="tx1"/>
                </a:solidFill>
                <a:latin typeface="Times New Roman"/>
                <a:cs typeface="Times New Roman"/>
              </a:rPr>
              <a:t> </a:t>
            </a:r>
            <a:r>
              <a:rPr sz="1600" dirty="0">
                <a:solidFill>
                  <a:schemeClr val="tx1"/>
                </a:solidFill>
                <a:latin typeface="Times New Roman"/>
                <a:cs typeface="Times New Roman"/>
              </a:rPr>
              <a:t>Unix-type</a:t>
            </a:r>
            <a:r>
              <a:rPr sz="1600" spc="185" dirty="0">
                <a:solidFill>
                  <a:schemeClr val="tx1"/>
                </a:solidFill>
                <a:latin typeface="Times New Roman"/>
                <a:cs typeface="Times New Roman"/>
              </a:rPr>
              <a:t> </a:t>
            </a:r>
            <a:r>
              <a:rPr sz="1600" dirty="0">
                <a:solidFill>
                  <a:schemeClr val="tx1"/>
                </a:solidFill>
                <a:latin typeface="Times New Roman"/>
                <a:cs typeface="Times New Roman"/>
              </a:rPr>
              <a:t>operating</a:t>
            </a:r>
            <a:r>
              <a:rPr sz="1600" spc="120" dirty="0">
                <a:solidFill>
                  <a:schemeClr val="tx1"/>
                </a:solidFill>
                <a:latin typeface="Times New Roman"/>
                <a:cs typeface="Times New Roman"/>
              </a:rPr>
              <a:t> </a:t>
            </a:r>
            <a:r>
              <a:rPr sz="1600" spc="-10" dirty="0">
                <a:solidFill>
                  <a:schemeClr val="tx1"/>
                </a:solidFill>
                <a:latin typeface="Times New Roman"/>
                <a:cs typeface="Times New Roman"/>
              </a:rPr>
              <a:t>system</a:t>
            </a:r>
            <a:endParaRPr sz="1600" dirty="0">
              <a:solidFill>
                <a:schemeClr val="tx1"/>
              </a:solidFill>
              <a:latin typeface="Times New Roman"/>
              <a:cs typeface="Times New Roman"/>
            </a:endParaRPr>
          </a:p>
          <a:p>
            <a:pPr marL="457200" lvl="2" indent="-228600">
              <a:spcBef>
                <a:spcPts val="1110"/>
              </a:spcBef>
              <a:buFont typeface="Arial" panose="020B0604020202020204" pitchFamily="34" charset="0"/>
              <a:buChar char="•"/>
            </a:pPr>
            <a:r>
              <a:rPr sz="1600" dirty="0">
                <a:solidFill>
                  <a:schemeClr val="tx1"/>
                </a:solidFill>
                <a:latin typeface="Times New Roman"/>
                <a:cs typeface="Times New Roman"/>
              </a:rPr>
              <a:t>It</a:t>
            </a:r>
            <a:r>
              <a:rPr sz="1600" spc="310" dirty="0">
                <a:solidFill>
                  <a:schemeClr val="tx1"/>
                </a:solidFill>
                <a:latin typeface="Times New Roman"/>
                <a:cs typeface="Times New Roman"/>
              </a:rPr>
              <a:t> </a:t>
            </a:r>
            <a:r>
              <a:rPr sz="1600" dirty="0">
                <a:solidFill>
                  <a:schemeClr val="tx1"/>
                </a:solidFill>
                <a:latin typeface="Times New Roman"/>
                <a:cs typeface="Times New Roman"/>
              </a:rPr>
              <a:t>provides</a:t>
            </a:r>
            <a:r>
              <a:rPr sz="1600" spc="300" dirty="0">
                <a:solidFill>
                  <a:schemeClr val="tx1"/>
                </a:solidFill>
                <a:latin typeface="Times New Roman"/>
                <a:cs typeface="Times New Roman"/>
              </a:rPr>
              <a:t> </a:t>
            </a:r>
            <a:r>
              <a:rPr sz="1600" b="1" dirty="0">
                <a:solidFill>
                  <a:schemeClr val="tx1"/>
                </a:solidFill>
                <a:latin typeface="Times New Roman"/>
                <a:cs typeface="Times New Roman"/>
              </a:rPr>
              <a:t>programming</a:t>
            </a:r>
            <a:r>
              <a:rPr sz="1600" b="1" spc="165" dirty="0">
                <a:solidFill>
                  <a:schemeClr val="tx1"/>
                </a:solidFill>
                <a:latin typeface="Times New Roman"/>
                <a:cs typeface="Times New Roman"/>
              </a:rPr>
              <a:t> </a:t>
            </a:r>
            <a:r>
              <a:rPr sz="1600" b="1" dirty="0">
                <a:solidFill>
                  <a:schemeClr val="tx1"/>
                </a:solidFill>
                <a:latin typeface="Times New Roman"/>
                <a:cs typeface="Times New Roman"/>
              </a:rPr>
              <a:t>interface</a:t>
            </a:r>
            <a:r>
              <a:rPr sz="1600" b="1" spc="180" dirty="0">
                <a:solidFill>
                  <a:schemeClr val="tx1"/>
                </a:solidFill>
                <a:latin typeface="Times New Roman"/>
                <a:cs typeface="Times New Roman"/>
              </a:rPr>
              <a:t> </a:t>
            </a:r>
            <a:r>
              <a:rPr sz="1600" dirty="0">
                <a:solidFill>
                  <a:schemeClr val="tx1"/>
                </a:solidFill>
                <a:latin typeface="Times New Roman"/>
                <a:cs typeface="Times New Roman"/>
              </a:rPr>
              <a:t>as</a:t>
            </a:r>
            <a:r>
              <a:rPr sz="1600" spc="130" dirty="0">
                <a:solidFill>
                  <a:schemeClr val="tx1"/>
                </a:solidFill>
                <a:latin typeface="Times New Roman"/>
                <a:cs typeface="Times New Roman"/>
              </a:rPr>
              <a:t> </a:t>
            </a:r>
            <a:r>
              <a:rPr sz="1600" dirty="0">
                <a:solidFill>
                  <a:schemeClr val="tx1"/>
                </a:solidFill>
                <a:latin typeface="Times New Roman"/>
                <a:cs typeface="Times New Roman"/>
              </a:rPr>
              <a:t>well</a:t>
            </a:r>
            <a:r>
              <a:rPr sz="1600" spc="45" dirty="0">
                <a:solidFill>
                  <a:schemeClr val="tx1"/>
                </a:solidFill>
                <a:latin typeface="Times New Roman"/>
                <a:cs typeface="Times New Roman"/>
              </a:rPr>
              <a:t> </a:t>
            </a:r>
            <a:r>
              <a:rPr sz="1600" dirty="0">
                <a:solidFill>
                  <a:schemeClr val="tx1"/>
                </a:solidFill>
                <a:latin typeface="Times New Roman"/>
                <a:cs typeface="Times New Roman"/>
              </a:rPr>
              <a:t>as</a:t>
            </a:r>
            <a:r>
              <a:rPr sz="1600" spc="229" dirty="0">
                <a:solidFill>
                  <a:schemeClr val="tx1"/>
                </a:solidFill>
                <a:latin typeface="Times New Roman"/>
                <a:cs typeface="Times New Roman"/>
              </a:rPr>
              <a:t> </a:t>
            </a:r>
            <a:r>
              <a:rPr sz="1600" b="1" dirty="0">
                <a:solidFill>
                  <a:schemeClr val="tx1"/>
                </a:solidFill>
                <a:latin typeface="Times New Roman"/>
                <a:cs typeface="Times New Roman"/>
              </a:rPr>
              <a:t>user</a:t>
            </a:r>
            <a:r>
              <a:rPr sz="1600" b="1" spc="110" dirty="0">
                <a:solidFill>
                  <a:schemeClr val="tx1"/>
                </a:solidFill>
                <a:latin typeface="Times New Roman"/>
                <a:cs typeface="Times New Roman"/>
              </a:rPr>
              <a:t> </a:t>
            </a:r>
            <a:r>
              <a:rPr sz="1600" b="1" spc="-10" dirty="0" smtClean="0">
                <a:solidFill>
                  <a:schemeClr val="tx1"/>
                </a:solidFill>
                <a:latin typeface="Times New Roman"/>
                <a:cs typeface="Times New Roman"/>
              </a:rPr>
              <a:t>interface</a:t>
            </a:r>
            <a:r>
              <a:rPr lang="en-US" sz="1600" b="1" spc="-10" dirty="0" smtClean="0">
                <a:solidFill>
                  <a:schemeClr val="tx1"/>
                </a:solidFill>
                <a:latin typeface="Times New Roman"/>
                <a:cs typeface="Times New Roman"/>
              </a:rPr>
              <a:t> </a:t>
            </a:r>
            <a:r>
              <a:rPr sz="1600" dirty="0" smtClean="0">
                <a:solidFill>
                  <a:schemeClr val="tx1"/>
                </a:solidFill>
                <a:latin typeface="Times New Roman"/>
                <a:cs typeface="Times New Roman"/>
              </a:rPr>
              <a:t>compa</a:t>
            </a:r>
            <a:r>
              <a:rPr lang="en-US" sz="1600" dirty="0" smtClean="0">
                <a:solidFill>
                  <a:schemeClr val="tx1"/>
                </a:solidFill>
                <a:latin typeface="Times New Roman"/>
                <a:cs typeface="Times New Roman"/>
              </a:rPr>
              <a:t>tib</a:t>
            </a:r>
            <a:r>
              <a:rPr sz="1600" dirty="0" smtClean="0">
                <a:solidFill>
                  <a:schemeClr val="tx1"/>
                </a:solidFill>
                <a:latin typeface="Times New Roman"/>
                <a:cs typeface="Times New Roman"/>
              </a:rPr>
              <a:t>le</a:t>
            </a:r>
            <a:r>
              <a:rPr sz="1600" spc="125" dirty="0" smtClean="0">
                <a:solidFill>
                  <a:schemeClr val="tx1"/>
                </a:solidFill>
                <a:latin typeface="Times New Roman"/>
                <a:cs typeface="Times New Roman"/>
              </a:rPr>
              <a:t> </a:t>
            </a:r>
            <a:r>
              <a:rPr sz="1600" dirty="0">
                <a:solidFill>
                  <a:schemeClr val="tx1"/>
                </a:solidFill>
                <a:latin typeface="Times New Roman"/>
                <a:cs typeface="Times New Roman"/>
              </a:rPr>
              <a:t>with</a:t>
            </a:r>
            <a:r>
              <a:rPr sz="1600" spc="229" dirty="0">
                <a:solidFill>
                  <a:schemeClr val="tx1"/>
                </a:solidFill>
                <a:latin typeface="Times New Roman"/>
                <a:cs typeface="Times New Roman"/>
              </a:rPr>
              <a:t> </a:t>
            </a:r>
            <a:r>
              <a:rPr sz="1600" spc="-20" dirty="0">
                <a:solidFill>
                  <a:schemeClr val="tx1"/>
                </a:solidFill>
                <a:latin typeface="Times New Roman"/>
                <a:cs typeface="Times New Roman"/>
              </a:rPr>
              <a:t>Unix</a:t>
            </a:r>
            <a:endParaRPr sz="1600" dirty="0">
              <a:solidFill>
                <a:schemeClr val="tx1"/>
              </a:solidFill>
              <a:latin typeface="Times New Roman"/>
              <a:cs typeface="Times New Roman"/>
            </a:endParaRPr>
          </a:p>
          <a:p>
            <a:pPr marL="457200" lvl="2" indent="-228600">
              <a:spcBef>
                <a:spcPts val="1090"/>
              </a:spcBef>
              <a:buFont typeface="Arial" panose="020B0604020202020204" pitchFamily="34" charset="0"/>
              <a:buChar char="•"/>
            </a:pPr>
            <a:r>
              <a:rPr sz="1600" dirty="0">
                <a:solidFill>
                  <a:schemeClr val="tx1"/>
                </a:solidFill>
                <a:latin typeface="Times New Roman"/>
                <a:cs typeface="Times New Roman"/>
              </a:rPr>
              <a:t>Developed</a:t>
            </a:r>
            <a:r>
              <a:rPr sz="1600" spc="275" dirty="0">
                <a:solidFill>
                  <a:schemeClr val="tx1"/>
                </a:solidFill>
                <a:latin typeface="Times New Roman"/>
                <a:cs typeface="Times New Roman"/>
              </a:rPr>
              <a:t> </a:t>
            </a:r>
            <a:r>
              <a:rPr sz="1600" dirty="0">
                <a:solidFill>
                  <a:schemeClr val="tx1"/>
                </a:solidFill>
                <a:latin typeface="Times New Roman"/>
                <a:cs typeface="Times New Roman"/>
              </a:rPr>
              <a:t>under</a:t>
            </a:r>
            <a:r>
              <a:rPr sz="1600" spc="95" dirty="0">
                <a:solidFill>
                  <a:schemeClr val="tx1"/>
                </a:solidFill>
                <a:latin typeface="Times New Roman"/>
                <a:cs typeface="Times New Roman"/>
              </a:rPr>
              <a:t> </a:t>
            </a:r>
            <a:r>
              <a:rPr sz="1600" spc="50" dirty="0">
                <a:solidFill>
                  <a:schemeClr val="tx1"/>
                </a:solidFill>
                <a:latin typeface="Times New Roman"/>
                <a:cs typeface="Times New Roman"/>
              </a:rPr>
              <a:t>GNU</a:t>
            </a:r>
            <a:r>
              <a:rPr sz="1600" spc="150" dirty="0">
                <a:solidFill>
                  <a:schemeClr val="tx1"/>
                </a:solidFill>
                <a:latin typeface="Times New Roman"/>
                <a:cs typeface="Times New Roman"/>
              </a:rPr>
              <a:t> </a:t>
            </a:r>
            <a:r>
              <a:rPr sz="1600" dirty="0">
                <a:solidFill>
                  <a:schemeClr val="tx1"/>
                </a:solidFill>
                <a:latin typeface="Times New Roman"/>
                <a:cs typeface="Times New Roman"/>
              </a:rPr>
              <a:t>General</a:t>
            </a:r>
            <a:r>
              <a:rPr sz="1600" spc="185" dirty="0">
                <a:solidFill>
                  <a:schemeClr val="tx1"/>
                </a:solidFill>
                <a:latin typeface="Times New Roman"/>
                <a:cs typeface="Times New Roman"/>
              </a:rPr>
              <a:t> </a:t>
            </a:r>
            <a:r>
              <a:rPr sz="1600" dirty="0">
                <a:solidFill>
                  <a:schemeClr val="tx1"/>
                </a:solidFill>
                <a:latin typeface="Times New Roman"/>
                <a:cs typeface="Times New Roman"/>
              </a:rPr>
              <a:t>Public</a:t>
            </a:r>
            <a:r>
              <a:rPr sz="1600" spc="60" dirty="0">
                <a:solidFill>
                  <a:schemeClr val="tx1"/>
                </a:solidFill>
                <a:latin typeface="Times New Roman"/>
                <a:cs typeface="Times New Roman"/>
              </a:rPr>
              <a:t> </a:t>
            </a:r>
            <a:r>
              <a:rPr sz="1600" dirty="0" smtClean="0">
                <a:solidFill>
                  <a:schemeClr val="tx1"/>
                </a:solidFill>
                <a:latin typeface="Times New Roman"/>
                <a:cs typeface="Times New Roman"/>
              </a:rPr>
              <a:t>License,</a:t>
            </a:r>
            <a:r>
              <a:rPr sz="1600" spc="55" dirty="0" smtClean="0">
                <a:solidFill>
                  <a:schemeClr val="tx1"/>
                </a:solidFill>
                <a:latin typeface="Times New Roman"/>
                <a:cs typeface="Times New Roman"/>
              </a:rPr>
              <a:t> </a:t>
            </a:r>
            <a:r>
              <a:rPr sz="1600" dirty="0">
                <a:solidFill>
                  <a:schemeClr val="tx1"/>
                </a:solidFill>
                <a:latin typeface="Times New Roman"/>
                <a:cs typeface="Times New Roman"/>
              </a:rPr>
              <a:t>the</a:t>
            </a:r>
            <a:r>
              <a:rPr sz="1600" spc="75" dirty="0">
                <a:solidFill>
                  <a:schemeClr val="tx1"/>
                </a:solidFill>
                <a:latin typeface="Times New Roman"/>
                <a:cs typeface="Times New Roman"/>
              </a:rPr>
              <a:t> </a:t>
            </a:r>
            <a:r>
              <a:rPr sz="1600" dirty="0">
                <a:solidFill>
                  <a:schemeClr val="tx1"/>
                </a:solidFill>
                <a:latin typeface="Times New Roman"/>
                <a:cs typeface="Times New Roman"/>
              </a:rPr>
              <a:t>source</a:t>
            </a:r>
            <a:r>
              <a:rPr sz="1600" spc="114" dirty="0">
                <a:solidFill>
                  <a:schemeClr val="tx1"/>
                </a:solidFill>
                <a:latin typeface="Times New Roman"/>
                <a:cs typeface="Times New Roman"/>
              </a:rPr>
              <a:t> </a:t>
            </a:r>
            <a:r>
              <a:rPr sz="1600" spc="-20" dirty="0" smtClean="0">
                <a:solidFill>
                  <a:schemeClr val="tx1"/>
                </a:solidFill>
                <a:latin typeface="Times New Roman"/>
                <a:cs typeface="Times New Roman"/>
              </a:rPr>
              <a:t>code</a:t>
            </a:r>
            <a:r>
              <a:rPr lang="en-US" sz="1600" spc="-20" dirty="0" smtClean="0">
                <a:solidFill>
                  <a:schemeClr val="tx1"/>
                </a:solidFill>
                <a:latin typeface="Times New Roman"/>
                <a:cs typeface="Times New Roman"/>
              </a:rPr>
              <a:t> </a:t>
            </a:r>
            <a:r>
              <a:rPr sz="1600" dirty="0" smtClean="0">
                <a:solidFill>
                  <a:schemeClr val="tx1"/>
                </a:solidFill>
                <a:latin typeface="Times New Roman"/>
                <a:cs typeface="Times New Roman"/>
              </a:rPr>
              <a:t>for</a:t>
            </a:r>
            <a:r>
              <a:rPr sz="1600" spc="25" dirty="0" smtClean="0">
                <a:solidFill>
                  <a:schemeClr val="tx1"/>
                </a:solidFill>
                <a:latin typeface="Times New Roman"/>
                <a:cs typeface="Times New Roman"/>
              </a:rPr>
              <a:t> </a:t>
            </a:r>
            <a:r>
              <a:rPr sz="1600" dirty="0">
                <a:solidFill>
                  <a:schemeClr val="tx1"/>
                </a:solidFill>
                <a:latin typeface="Times New Roman"/>
                <a:cs typeface="Times New Roman"/>
              </a:rPr>
              <a:t>Linux</a:t>
            </a:r>
            <a:r>
              <a:rPr sz="1600" spc="100" dirty="0">
                <a:solidFill>
                  <a:schemeClr val="tx1"/>
                </a:solidFill>
                <a:latin typeface="Times New Roman"/>
                <a:cs typeface="Times New Roman"/>
              </a:rPr>
              <a:t> </a:t>
            </a:r>
            <a:r>
              <a:rPr sz="1600" dirty="0">
                <a:solidFill>
                  <a:schemeClr val="tx1"/>
                </a:solidFill>
                <a:latin typeface="Times New Roman"/>
                <a:cs typeface="Times New Roman"/>
              </a:rPr>
              <a:t>is</a:t>
            </a:r>
            <a:r>
              <a:rPr sz="1600" spc="70" dirty="0">
                <a:solidFill>
                  <a:schemeClr val="tx1"/>
                </a:solidFill>
                <a:latin typeface="Times New Roman"/>
                <a:cs typeface="Times New Roman"/>
              </a:rPr>
              <a:t> </a:t>
            </a:r>
            <a:r>
              <a:rPr sz="1600" b="1" dirty="0">
                <a:solidFill>
                  <a:schemeClr val="tx1"/>
                </a:solidFill>
                <a:latin typeface="Times New Roman"/>
                <a:cs typeface="Times New Roman"/>
              </a:rPr>
              <a:t>freely</a:t>
            </a:r>
            <a:r>
              <a:rPr sz="1600" b="1" spc="80" dirty="0">
                <a:solidFill>
                  <a:schemeClr val="tx1"/>
                </a:solidFill>
                <a:latin typeface="Times New Roman"/>
                <a:cs typeface="Times New Roman"/>
              </a:rPr>
              <a:t> </a:t>
            </a:r>
            <a:r>
              <a:rPr sz="1600" b="1" dirty="0">
                <a:solidFill>
                  <a:schemeClr val="tx1"/>
                </a:solidFill>
                <a:latin typeface="Times New Roman"/>
                <a:cs typeface="Times New Roman"/>
              </a:rPr>
              <a:t>available</a:t>
            </a:r>
            <a:r>
              <a:rPr sz="1600" b="1" spc="229" dirty="0">
                <a:solidFill>
                  <a:schemeClr val="tx1"/>
                </a:solidFill>
                <a:latin typeface="Times New Roman"/>
                <a:cs typeface="Times New Roman"/>
              </a:rPr>
              <a:t> </a:t>
            </a:r>
            <a:r>
              <a:rPr sz="1600" b="1" dirty="0">
                <a:solidFill>
                  <a:schemeClr val="tx1"/>
                </a:solidFill>
                <a:latin typeface="Times New Roman"/>
                <a:cs typeface="Times New Roman"/>
              </a:rPr>
              <a:t>to</a:t>
            </a:r>
            <a:r>
              <a:rPr sz="1600" b="1" spc="70" dirty="0">
                <a:solidFill>
                  <a:schemeClr val="tx1"/>
                </a:solidFill>
                <a:latin typeface="Times New Roman"/>
                <a:cs typeface="Times New Roman"/>
              </a:rPr>
              <a:t> </a:t>
            </a:r>
            <a:r>
              <a:rPr sz="1600" b="1" spc="-10" dirty="0" smtClean="0">
                <a:solidFill>
                  <a:schemeClr val="tx1"/>
                </a:solidFill>
                <a:latin typeface="Times New Roman"/>
                <a:cs typeface="Times New Roman"/>
              </a:rPr>
              <a:t>everyone</a:t>
            </a:r>
            <a:endParaRPr lang="en-US" sz="1600" b="1" spc="-10" dirty="0" smtClean="0">
              <a:solidFill>
                <a:schemeClr val="tx1"/>
              </a:solidFill>
              <a:latin typeface="Times New Roman"/>
              <a:cs typeface="Times New Roman"/>
            </a:endParaRPr>
          </a:p>
          <a:p>
            <a:pPr marL="457200" lvl="2" indent="-228600">
              <a:spcBef>
                <a:spcPts val="1090"/>
              </a:spcBef>
              <a:buFont typeface="Arial" panose="020B0604020202020204" pitchFamily="34" charset="0"/>
              <a:buChar char="•"/>
            </a:pPr>
            <a:r>
              <a:rPr sz="1600" dirty="0" smtClean="0">
                <a:solidFill>
                  <a:schemeClr val="tx1"/>
                </a:solidFill>
                <a:latin typeface="Times New Roman"/>
                <a:cs typeface="Times New Roman"/>
              </a:rPr>
              <a:t>Linux</a:t>
            </a:r>
            <a:r>
              <a:rPr sz="1600" spc="165" dirty="0" smtClean="0">
                <a:solidFill>
                  <a:schemeClr val="tx1"/>
                </a:solidFill>
                <a:latin typeface="Times New Roman"/>
                <a:cs typeface="Times New Roman"/>
              </a:rPr>
              <a:t> </a:t>
            </a:r>
            <a:r>
              <a:rPr sz="1600" dirty="0" smtClean="0">
                <a:solidFill>
                  <a:schemeClr val="tx1"/>
                </a:solidFill>
                <a:latin typeface="Times New Roman"/>
                <a:cs typeface="Times New Roman"/>
              </a:rPr>
              <a:t>w</a:t>
            </a:r>
            <a:r>
              <a:rPr lang="en-US" sz="1600" dirty="0" smtClean="0">
                <a:solidFill>
                  <a:schemeClr val="tx1"/>
                </a:solidFill>
                <a:latin typeface="Times New Roman"/>
                <a:cs typeface="Times New Roman"/>
              </a:rPr>
              <a:t>a</a:t>
            </a:r>
            <a:r>
              <a:rPr sz="1600" dirty="0" smtClean="0">
                <a:solidFill>
                  <a:schemeClr val="tx1"/>
                </a:solidFill>
                <a:latin typeface="Times New Roman"/>
                <a:cs typeface="Times New Roman"/>
              </a:rPr>
              <a:t>s</a:t>
            </a:r>
            <a:r>
              <a:rPr sz="1600" spc="135" dirty="0" smtClean="0">
                <a:solidFill>
                  <a:schemeClr val="tx1"/>
                </a:solidFill>
                <a:latin typeface="Times New Roman"/>
                <a:cs typeface="Times New Roman"/>
              </a:rPr>
              <a:t> </a:t>
            </a:r>
            <a:r>
              <a:rPr sz="1600" dirty="0" smtClean="0">
                <a:solidFill>
                  <a:schemeClr val="tx1"/>
                </a:solidFill>
                <a:latin typeface="Times New Roman"/>
                <a:cs typeface="Times New Roman"/>
              </a:rPr>
              <a:t>fi</a:t>
            </a:r>
            <a:r>
              <a:rPr lang="en-US" sz="1600" dirty="0" smtClean="0">
                <a:solidFill>
                  <a:schemeClr val="tx1"/>
                </a:solidFill>
                <a:latin typeface="Times New Roman"/>
                <a:cs typeface="Times New Roman"/>
              </a:rPr>
              <a:t>r</a:t>
            </a:r>
            <a:r>
              <a:rPr sz="1600" dirty="0" smtClean="0">
                <a:solidFill>
                  <a:schemeClr val="tx1"/>
                </a:solidFill>
                <a:latin typeface="Times New Roman"/>
                <a:cs typeface="Times New Roman"/>
              </a:rPr>
              <a:t>st</a:t>
            </a:r>
            <a:r>
              <a:rPr sz="1600" spc="165" dirty="0" smtClean="0">
                <a:solidFill>
                  <a:schemeClr val="tx1"/>
                </a:solidFill>
                <a:latin typeface="Times New Roman"/>
                <a:cs typeface="Times New Roman"/>
              </a:rPr>
              <a:t> </a:t>
            </a:r>
            <a:r>
              <a:rPr sz="1600" dirty="0">
                <a:solidFill>
                  <a:schemeClr val="tx1"/>
                </a:solidFill>
                <a:latin typeface="Times New Roman"/>
                <a:cs typeface="Times New Roman"/>
              </a:rPr>
              <a:t>released</a:t>
            </a:r>
            <a:r>
              <a:rPr sz="1600" spc="265" dirty="0">
                <a:solidFill>
                  <a:schemeClr val="tx1"/>
                </a:solidFill>
                <a:latin typeface="Times New Roman"/>
                <a:cs typeface="Times New Roman"/>
              </a:rPr>
              <a:t> </a:t>
            </a:r>
            <a:r>
              <a:rPr sz="1600" dirty="0">
                <a:solidFill>
                  <a:schemeClr val="tx1"/>
                </a:solidFill>
                <a:latin typeface="Times New Roman"/>
                <a:cs typeface="Times New Roman"/>
              </a:rPr>
              <a:t>in</a:t>
            </a:r>
            <a:r>
              <a:rPr sz="1600" spc="125" dirty="0">
                <a:solidFill>
                  <a:schemeClr val="tx1"/>
                </a:solidFill>
                <a:latin typeface="Times New Roman"/>
                <a:cs typeface="Times New Roman"/>
              </a:rPr>
              <a:t> </a:t>
            </a:r>
            <a:r>
              <a:rPr sz="1600" dirty="0">
                <a:solidFill>
                  <a:schemeClr val="tx1"/>
                </a:solidFill>
                <a:latin typeface="Times New Roman"/>
                <a:cs typeface="Times New Roman"/>
              </a:rPr>
              <a:t>the</a:t>
            </a:r>
            <a:r>
              <a:rPr sz="1600" spc="110" dirty="0">
                <a:solidFill>
                  <a:schemeClr val="tx1"/>
                </a:solidFill>
                <a:latin typeface="Times New Roman"/>
                <a:cs typeface="Times New Roman"/>
              </a:rPr>
              <a:t> </a:t>
            </a:r>
            <a:r>
              <a:rPr sz="1600" dirty="0">
                <a:solidFill>
                  <a:schemeClr val="tx1"/>
                </a:solidFill>
                <a:latin typeface="Times New Roman"/>
                <a:cs typeface="Times New Roman"/>
              </a:rPr>
              <a:t>year</a:t>
            </a:r>
            <a:r>
              <a:rPr sz="1600" spc="85" dirty="0">
                <a:solidFill>
                  <a:schemeClr val="tx1"/>
                </a:solidFill>
                <a:latin typeface="Times New Roman"/>
                <a:cs typeface="Times New Roman"/>
              </a:rPr>
              <a:t> </a:t>
            </a:r>
            <a:r>
              <a:rPr sz="1600" b="1" spc="-10" dirty="0">
                <a:solidFill>
                  <a:schemeClr val="tx1"/>
                </a:solidFill>
                <a:latin typeface="Times New Roman"/>
                <a:cs typeface="Times New Roman"/>
              </a:rPr>
              <a:t>1991</a:t>
            </a:r>
            <a:r>
              <a:rPr sz="1600" spc="-10" dirty="0">
                <a:solidFill>
                  <a:schemeClr val="tx1"/>
                </a:solidFill>
                <a:latin typeface="Times New Roman"/>
                <a:cs typeface="Times New Roman"/>
              </a:rPr>
              <a:t>.</a:t>
            </a:r>
            <a:endParaRPr sz="1600" dirty="0">
              <a:solidFill>
                <a:schemeClr val="tx1"/>
              </a:solidFill>
              <a:latin typeface="Times New Roman"/>
              <a:cs typeface="Times New Roman"/>
            </a:endParaRPr>
          </a:p>
          <a:p>
            <a:pPr marL="457200" marR="102870" lvl="2" indent="-228600">
              <a:lnSpc>
                <a:spcPts val="2850"/>
              </a:lnSpc>
              <a:buFont typeface="Arial" panose="020B0604020202020204" pitchFamily="34" charset="0"/>
              <a:buChar char="•"/>
            </a:pPr>
            <a:r>
              <a:rPr sz="1600" b="1" dirty="0">
                <a:solidFill>
                  <a:srgbClr val="FF0000"/>
                </a:solidFill>
                <a:latin typeface="Times New Roman"/>
                <a:cs typeface="Times New Roman"/>
              </a:rPr>
              <a:t>Debian</a:t>
            </a:r>
            <a:r>
              <a:rPr sz="1600" dirty="0">
                <a:solidFill>
                  <a:schemeClr val="tx1"/>
                </a:solidFill>
                <a:latin typeface="Times New Roman"/>
                <a:cs typeface="Times New Roman"/>
              </a:rPr>
              <a:t>,</a:t>
            </a:r>
            <a:r>
              <a:rPr sz="1600" spc="160" dirty="0">
                <a:solidFill>
                  <a:schemeClr val="tx1"/>
                </a:solidFill>
                <a:latin typeface="Times New Roman"/>
                <a:cs typeface="Times New Roman"/>
              </a:rPr>
              <a:t> </a:t>
            </a:r>
            <a:r>
              <a:rPr sz="1600" b="1" dirty="0" smtClean="0">
                <a:solidFill>
                  <a:srgbClr val="FF0000"/>
                </a:solidFill>
                <a:latin typeface="Times New Roman"/>
                <a:cs typeface="Times New Roman"/>
              </a:rPr>
              <a:t>Fedo</a:t>
            </a:r>
            <a:r>
              <a:rPr lang="en-US" sz="1600" b="1" dirty="0" smtClean="0">
                <a:solidFill>
                  <a:srgbClr val="FF0000"/>
                </a:solidFill>
                <a:latin typeface="Times New Roman"/>
                <a:cs typeface="Times New Roman"/>
              </a:rPr>
              <a:t>r</a:t>
            </a:r>
            <a:r>
              <a:rPr sz="1600" b="1" dirty="0" smtClean="0">
                <a:solidFill>
                  <a:srgbClr val="FF0000"/>
                </a:solidFill>
                <a:latin typeface="Times New Roman"/>
                <a:cs typeface="Times New Roman"/>
              </a:rPr>
              <a:t>a</a:t>
            </a:r>
            <a:r>
              <a:rPr sz="1600" dirty="0">
                <a:solidFill>
                  <a:schemeClr val="tx1"/>
                </a:solidFill>
                <a:latin typeface="Times New Roman"/>
                <a:cs typeface="Times New Roman"/>
              </a:rPr>
              <a:t>,</a:t>
            </a:r>
            <a:r>
              <a:rPr sz="1600" spc="45" dirty="0">
                <a:solidFill>
                  <a:schemeClr val="tx1"/>
                </a:solidFill>
                <a:latin typeface="Times New Roman"/>
                <a:cs typeface="Times New Roman"/>
              </a:rPr>
              <a:t> </a:t>
            </a:r>
            <a:r>
              <a:rPr sz="1600" dirty="0">
                <a:solidFill>
                  <a:schemeClr val="tx1"/>
                </a:solidFill>
                <a:latin typeface="Times New Roman"/>
                <a:cs typeface="Times New Roman"/>
              </a:rPr>
              <a:t>and</a:t>
            </a:r>
            <a:r>
              <a:rPr sz="1600" spc="114" dirty="0">
                <a:solidFill>
                  <a:schemeClr val="tx1"/>
                </a:solidFill>
                <a:latin typeface="Times New Roman"/>
                <a:cs typeface="Times New Roman"/>
              </a:rPr>
              <a:t> </a:t>
            </a:r>
            <a:r>
              <a:rPr sz="1600" b="1" dirty="0" smtClean="0">
                <a:solidFill>
                  <a:srgbClr val="FF0000"/>
                </a:solidFill>
                <a:latin typeface="Times New Roman"/>
                <a:cs typeface="Times New Roman"/>
              </a:rPr>
              <a:t>Ub</a:t>
            </a:r>
            <a:r>
              <a:rPr lang="en-US" sz="1600" b="1" dirty="0" smtClean="0">
                <a:solidFill>
                  <a:srgbClr val="FF0000"/>
                </a:solidFill>
                <a:latin typeface="Times New Roman"/>
                <a:cs typeface="Times New Roman"/>
              </a:rPr>
              <a:t>un</a:t>
            </a:r>
            <a:r>
              <a:rPr sz="1600" b="1" dirty="0" smtClean="0">
                <a:solidFill>
                  <a:srgbClr val="FF0000"/>
                </a:solidFill>
                <a:latin typeface="Times New Roman"/>
                <a:cs typeface="Times New Roman"/>
              </a:rPr>
              <a:t>tu</a:t>
            </a:r>
            <a:r>
              <a:rPr sz="1600" spc="175" dirty="0" smtClean="0">
                <a:solidFill>
                  <a:srgbClr val="FF0000"/>
                </a:solidFill>
                <a:latin typeface="Times New Roman"/>
                <a:cs typeface="Times New Roman"/>
              </a:rPr>
              <a:t> </a:t>
            </a:r>
            <a:r>
              <a:rPr sz="1600" dirty="0" smtClean="0">
                <a:solidFill>
                  <a:schemeClr val="tx1"/>
                </a:solidFill>
                <a:latin typeface="Times New Roman"/>
                <a:cs typeface="Times New Roman"/>
              </a:rPr>
              <a:t>a</a:t>
            </a:r>
            <a:r>
              <a:rPr lang="en-US" sz="1600" dirty="0" smtClean="0">
                <a:solidFill>
                  <a:schemeClr val="tx1"/>
                </a:solidFill>
                <a:latin typeface="Times New Roman"/>
                <a:cs typeface="Times New Roman"/>
              </a:rPr>
              <a:t>r</a:t>
            </a:r>
            <a:r>
              <a:rPr sz="1600" dirty="0" smtClean="0">
                <a:solidFill>
                  <a:schemeClr val="tx1"/>
                </a:solidFill>
                <a:latin typeface="Times New Roman"/>
                <a:cs typeface="Times New Roman"/>
              </a:rPr>
              <a:t>e</a:t>
            </a:r>
            <a:r>
              <a:rPr sz="1600" spc="65" dirty="0" smtClean="0">
                <a:solidFill>
                  <a:schemeClr val="tx1"/>
                </a:solidFill>
                <a:latin typeface="Times New Roman"/>
                <a:cs typeface="Times New Roman"/>
              </a:rPr>
              <a:t> </a:t>
            </a:r>
            <a:r>
              <a:rPr lang="en-US" sz="1600" spc="65" dirty="0" smtClean="0">
                <a:solidFill>
                  <a:schemeClr val="tx1"/>
                </a:solidFill>
                <a:latin typeface="Times New Roman"/>
                <a:cs typeface="Times New Roman"/>
              </a:rPr>
              <a:t>the </a:t>
            </a:r>
            <a:r>
              <a:rPr sz="1600" b="1" spc="145" dirty="0" smtClean="0">
                <a:solidFill>
                  <a:schemeClr val="tx1"/>
                </a:solidFill>
                <a:latin typeface="Times New Roman"/>
                <a:cs typeface="Times New Roman"/>
              </a:rPr>
              <a:t>pop</a:t>
            </a:r>
            <a:r>
              <a:rPr lang="en-US" sz="1600" b="1" spc="145" dirty="0" smtClean="0">
                <a:solidFill>
                  <a:schemeClr val="tx1"/>
                </a:solidFill>
                <a:latin typeface="Times New Roman"/>
                <a:cs typeface="Times New Roman"/>
              </a:rPr>
              <a:t>u</a:t>
            </a:r>
            <a:r>
              <a:rPr sz="1600" b="1" spc="145" dirty="0" smtClean="0">
                <a:solidFill>
                  <a:schemeClr val="tx1"/>
                </a:solidFill>
                <a:latin typeface="Times New Roman"/>
                <a:cs typeface="Times New Roman"/>
              </a:rPr>
              <a:t>lar</a:t>
            </a:r>
            <a:r>
              <a:rPr sz="1600" b="1" spc="135" dirty="0" smtClean="0">
                <a:solidFill>
                  <a:schemeClr val="tx1"/>
                </a:solidFill>
                <a:latin typeface="Times New Roman"/>
                <a:cs typeface="Times New Roman"/>
              </a:rPr>
              <a:t> </a:t>
            </a:r>
            <a:r>
              <a:rPr sz="1600" b="1" dirty="0">
                <a:solidFill>
                  <a:schemeClr val="tx1"/>
                </a:solidFill>
                <a:latin typeface="Times New Roman"/>
                <a:cs typeface="Times New Roman"/>
              </a:rPr>
              <a:t>Linux</a:t>
            </a:r>
            <a:r>
              <a:rPr sz="1600" b="1" spc="75" dirty="0">
                <a:solidFill>
                  <a:schemeClr val="tx1"/>
                </a:solidFill>
                <a:latin typeface="Times New Roman"/>
                <a:cs typeface="Times New Roman"/>
              </a:rPr>
              <a:t> </a:t>
            </a:r>
            <a:r>
              <a:rPr sz="1600" b="1" spc="-10" dirty="0" smtClean="0">
                <a:solidFill>
                  <a:schemeClr val="tx1"/>
                </a:solidFill>
                <a:latin typeface="Times New Roman"/>
                <a:cs typeface="Times New Roman"/>
              </a:rPr>
              <a:t>distribu</a:t>
            </a:r>
            <a:r>
              <a:rPr lang="en-US" sz="1600" b="1" spc="-10" dirty="0" smtClean="0">
                <a:solidFill>
                  <a:schemeClr val="tx1"/>
                </a:solidFill>
                <a:latin typeface="Times New Roman"/>
                <a:cs typeface="Times New Roman"/>
              </a:rPr>
              <a:t>ti</a:t>
            </a:r>
            <a:r>
              <a:rPr sz="1600" b="1" spc="-10" dirty="0" smtClean="0">
                <a:solidFill>
                  <a:schemeClr val="tx1"/>
                </a:solidFill>
                <a:latin typeface="Times New Roman"/>
                <a:cs typeface="Times New Roman"/>
              </a:rPr>
              <a:t>ons</a:t>
            </a:r>
            <a:r>
              <a:rPr sz="1600" spc="-10" dirty="0" smtClean="0">
                <a:solidFill>
                  <a:schemeClr val="tx1"/>
                </a:solidFill>
                <a:latin typeface="Times New Roman"/>
                <a:cs typeface="Times New Roman"/>
              </a:rPr>
              <a:t>.</a:t>
            </a:r>
            <a:r>
              <a:rPr lang="en-US" sz="1600" spc="-10" dirty="0" smtClean="0">
                <a:solidFill>
                  <a:schemeClr val="tx1"/>
                </a:solidFill>
                <a:latin typeface="Times New Roman"/>
                <a:cs typeface="Times New Roman"/>
              </a:rPr>
              <a:t> </a:t>
            </a:r>
            <a:r>
              <a:rPr lang="en-US" sz="1600" spc="-10" dirty="0" smtClean="0">
                <a:solidFill>
                  <a:srgbClr val="FF0000"/>
                </a:solidFill>
                <a:latin typeface="Times New Roman"/>
                <a:cs typeface="Times New Roman"/>
              </a:rPr>
              <a:t>Which one we have in the lab installed?</a:t>
            </a:r>
          </a:p>
          <a:p>
            <a:pPr marL="457200" marR="102870" lvl="2" indent="-228600">
              <a:lnSpc>
                <a:spcPts val="2850"/>
              </a:lnSpc>
              <a:buFont typeface="Arial" panose="020B0604020202020204" pitchFamily="34" charset="0"/>
              <a:buChar char="•"/>
            </a:pPr>
            <a:r>
              <a:rPr sz="1600" spc="10" dirty="0" err="1" smtClean="0">
                <a:solidFill>
                  <a:srgbClr val="FF0000"/>
                </a:solidFill>
                <a:latin typeface="Times New Roman"/>
                <a:cs typeface="Times New Roman"/>
              </a:rPr>
              <a:t>RedHat</a:t>
            </a:r>
            <a:r>
              <a:rPr sz="1600" spc="290" dirty="0" smtClean="0">
                <a:solidFill>
                  <a:srgbClr val="FF0000"/>
                </a:solidFill>
                <a:latin typeface="Times New Roman"/>
                <a:cs typeface="Times New Roman"/>
              </a:rPr>
              <a:t> </a:t>
            </a:r>
            <a:r>
              <a:rPr sz="1600" spc="10" dirty="0">
                <a:solidFill>
                  <a:srgbClr val="FF0000"/>
                </a:solidFill>
                <a:latin typeface="Times New Roman"/>
                <a:cs typeface="Times New Roman"/>
              </a:rPr>
              <a:t>Enterprise</a:t>
            </a:r>
            <a:r>
              <a:rPr sz="1600" spc="229" dirty="0">
                <a:solidFill>
                  <a:srgbClr val="FF0000"/>
                </a:solidFill>
                <a:latin typeface="Times New Roman"/>
                <a:cs typeface="Times New Roman"/>
              </a:rPr>
              <a:t> </a:t>
            </a:r>
            <a:r>
              <a:rPr sz="1600" spc="10" dirty="0">
                <a:solidFill>
                  <a:srgbClr val="FF0000"/>
                </a:solidFill>
                <a:latin typeface="Times New Roman"/>
                <a:cs typeface="Times New Roman"/>
              </a:rPr>
              <a:t>Linux</a:t>
            </a:r>
            <a:r>
              <a:rPr sz="1600" spc="204" dirty="0">
                <a:solidFill>
                  <a:srgbClr val="FF0000"/>
                </a:solidFill>
                <a:latin typeface="Times New Roman"/>
                <a:cs typeface="Times New Roman"/>
              </a:rPr>
              <a:t> </a:t>
            </a:r>
            <a:r>
              <a:rPr sz="1600" spc="10" dirty="0">
                <a:solidFill>
                  <a:schemeClr val="tx1"/>
                </a:solidFill>
                <a:latin typeface="Times New Roman"/>
                <a:cs typeface="Times New Roman"/>
              </a:rPr>
              <a:t>and</a:t>
            </a:r>
            <a:r>
              <a:rPr sz="1600" spc="245" dirty="0">
                <a:solidFill>
                  <a:schemeClr val="tx1"/>
                </a:solidFill>
                <a:latin typeface="Times New Roman"/>
                <a:cs typeface="Times New Roman"/>
              </a:rPr>
              <a:t> </a:t>
            </a:r>
            <a:r>
              <a:rPr sz="1600" spc="10" dirty="0">
                <a:solidFill>
                  <a:srgbClr val="FF0000"/>
                </a:solidFill>
                <a:latin typeface="Times New Roman"/>
                <a:cs typeface="Times New Roman"/>
              </a:rPr>
              <a:t>SUSE</a:t>
            </a:r>
            <a:r>
              <a:rPr sz="1600" spc="220" dirty="0">
                <a:solidFill>
                  <a:srgbClr val="FF0000"/>
                </a:solidFill>
                <a:latin typeface="Times New Roman"/>
                <a:cs typeface="Times New Roman"/>
              </a:rPr>
              <a:t> </a:t>
            </a:r>
            <a:r>
              <a:rPr sz="1600" spc="10" dirty="0">
                <a:solidFill>
                  <a:srgbClr val="FF0000"/>
                </a:solidFill>
                <a:latin typeface="Times New Roman"/>
                <a:cs typeface="Times New Roman"/>
              </a:rPr>
              <a:t>Linux</a:t>
            </a:r>
            <a:r>
              <a:rPr sz="1600" spc="229" dirty="0">
                <a:solidFill>
                  <a:srgbClr val="FF0000"/>
                </a:solidFill>
                <a:latin typeface="Times New Roman"/>
                <a:cs typeface="Times New Roman"/>
              </a:rPr>
              <a:t> </a:t>
            </a:r>
            <a:r>
              <a:rPr sz="1600" spc="10" dirty="0">
                <a:solidFill>
                  <a:srgbClr val="FF0000"/>
                </a:solidFill>
                <a:latin typeface="Times New Roman"/>
                <a:cs typeface="Times New Roman"/>
              </a:rPr>
              <a:t>Enterprise</a:t>
            </a:r>
            <a:r>
              <a:rPr sz="1600" spc="155" dirty="0">
                <a:solidFill>
                  <a:srgbClr val="FF0000"/>
                </a:solidFill>
                <a:latin typeface="Times New Roman"/>
                <a:cs typeface="Times New Roman"/>
              </a:rPr>
              <a:t> </a:t>
            </a:r>
            <a:r>
              <a:rPr sz="1600" spc="-10" dirty="0">
                <a:solidFill>
                  <a:srgbClr val="FF0000"/>
                </a:solidFill>
                <a:latin typeface="Times New Roman"/>
                <a:cs typeface="Times New Roman"/>
              </a:rPr>
              <a:t>Server </a:t>
            </a:r>
            <a:r>
              <a:rPr sz="1600" dirty="0">
                <a:solidFill>
                  <a:schemeClr val="tx1"/>
                </a:solidFill>
                <a:latin typeface="Times New Roman"/>
                <a:cs typeface="Times New Roman"/>
              </a:rPr>
              <a:t>(SLES)</a:t>
            </a:r>
            <a:r>
              <a:rPr sz="1600" spc="220" dirty="0">
                <a:solidFill>
                  <a:schemeClr val="tx1"/>
                </a:solidFill>
                <a:latin typeface="Times New Roman"/>
                <a:cs typeface="Times New Roman"/>
              </a:rPr>
              <a:t> </a:t>
            </a:r>
            <a:r>
              <a:rPr sz="1600" dirty="0">
                <a:solidFill>
                  <a:schemeClr val="tx1"/>
                </a:solidFill>
                <a:latin typeface="Times New Roman"/>
                <a:cs typeface="Times New Roman"/>
              </a:rPr>
              <a:t>that</a:t>
            </a:r>
            <a:r>
              <a:rPr sz="1600" spc="110" dirty="0">
                <a:solidFill>
                  <a:schemeClr val="tx1"/>
                </a:solidFill>
                <a:latin typeface="Times New Roman"/>
                <a:cs typeface="Times New Roman"/>
              </a:rPr>
              <a:t> </a:t>
            </a:r>
            <a:r>
              <a:rPr sz="1600" dirty="0">
                <a:solidFill>
                  <a:schemeClr val="tx1"/>
                </a:solidFill>
                <a:latin typeface="Times New Roman"/>
                <a:cs typeface="Times New Roman"/>
              </a:rPr>
              <a:t>are</a:t>
            </a:r>
            <a:r>
              <a:rPr sz="1600" spc="65" dirty="0">
                <a:solidFill>
                  <a:schemeClr val="tx1"/>
                </a:solidFill>
                <a:latin typeface="Times New Roman"/>
                <a:cs typeface="Times New Roman"/>
              </a:rPr>
              <a:t> </a:t>
            </a:r>
            <a:r>
              <a:rPr sz="1600" dirty="0">
                <a:solidFill>
                  <a:schemeClr val="tx1"/>
                </a:solidFill>
                <a:latin typeface="Times New Roman"/>
                <a:cs typeface="Times New Roman"/>
              </a:rPr>
              <a:t>available</a:t>
            </a:r>
            <a:r>
              <a:rPr sz="1600" spc="300" dirty="0">
                <a:solidFill>
                  <a:schemeClr val="tx1"/>
                </a:solidFill>
                <a:latin typeface="Times New Roman"/>
                <a:cs typeface="Times New Roman"/>
              </a:rPr>
              <a:t> </a:t>
            </a:r>
            <a:r>
              <a:rPr lang="en-US" sz="1600" spc="-50" dirty="0" smtClean="0">
                <a:solidFill>
                  <a:schemeClr val="tx1"/>
                </a:solidFill>
                <a:latin typeface="Times New Roman"/>
                <a:cs typeface="Times New Roman"/>
              </a:rPr>
              <a:t>a</a:t>
            </a:r>
            <a:r>
              <a:rPr sz="1600" spc="-50" dirty="0" smtClean="0">
                <a:solidFill>
                  <a:schemeClr val="tx1"/>
                </a:solidFill>
                <a:latin typeface="Times New Roman"/>
                <a:cs typeface="Times New Roman"/>
              </a:rPr>
              <a:t>s</a:t>
            </a:r>
            <a:r>
              <a:rPr sz="1600" spc="45" dirty="0" smtClean="0">
                <a:solidFill>
                  <a:schemeClr val="tx1"/>
                </a:solidFill>
                <a:latin typeface="Times New Roman"/>
                <a:cs typeface="Times New Roman"/>
              </a:rPr>
              <a:t> </a:t>
            </a:r>
            <a:r>
              <a:rPr sz="1600" dirty="0">
                <a:solidFill>
                  <a:srgbClr val="FF0000"/>
                </a:solidFill>
                <a:latin typeface="Times New Roman"/>
                <a:cs typeface="Times New Roman"/>
              </a:rPr>
              <a:t>commercial</a:t>
            </a:r>
            <a:r>
              <a:rPr sz="1600" spc="225" dirty="0">
                <a:solidFill>
                  <a:srgbClr val="FF0000"/>
                </a:solidFill>
                <a:latin typeface="Times New Roman"/>
                <a:cs typeface="Times New Roman"/>
              </a:rPr>
              <a:t> </a:t>
            </a:r>
            <a:r>
              <a:rPr sz="1600" dirty="0">
                <a:solidFill>
                  <a:srgbClr val="FF0000"/>
                </a:solidFill>
                <a:latin typeface="Times New Roman"/>
                <a:cs typeface="Times New Roman"/>
              </a:rPr>
              <a:t>distributions</a:t>
            </a:r>
            <a:r>
              <a:rPr sz="1600" spc="250" dirty="0">
                <a:solidFill>
                  <a:srgbClr val="FF0000"/>
                </a:solidFill>
                <a:latin typeface="Times New Roman"/>
                <a:cs typeface="Times New Roman"/>
              </a:rPr>
              <a:t> </a:t>
            </a:r>
            <a:r>
              <a:rPr sz="1600" dirty="0">
                <a:solidFill>
                  <a:schemeClr val="tx1"/>
                </a:solidFill>
                <a:latin typeface="Times New Roman"/>
                <a:cs typeface="Times New Roman"/>
              </a:rPr>
              <a:t>of</a:t>
            </a:r>
            <a:r>
              <a:rPr sz="1600" spc="370" dirty="0">
                <a:solidFill>
                  <a:schemeClr val="tx1"/>
                </a:solidFill>
                <a:latin typeface="Times New Roman"/>
                <a:cs typeface="Times New Roman"/>
              </a:rPr>
              <a:t> </a:t>
            </a:r>
            <a:r>
              <a:rPr sz="1600" spc="-10" dirty="0">
                <a:solidFill>
                  <a:schemeClr val="tx1"/>
                </a:solidFill>
                <a:latin typeface="Times New Roman"/>
                <a:cs typeface="Times New Roman"/>
              </a:rPr>
              <a:t>Linuxss</a:t>
            </a:r>
            <a:endParaRPr sz="1600" dirty="0">
              <a:solidFill>
                <a:schemeClr val="tx1"/>
              </a:solidFill>
              <a:latin typeface="Times New Roman"/>
              <a:cs typeface="Times New Roman"/>
            </a:endParaRPr>
          </a:p>
        </p:txBody>
      </p:sp>
      <p:sp>
        <p:nvSpPr>
          <p:cNvPr id="16" name="Date Placeholder 15"/>
          <p:cNvSpPr>
            <a:spLocks noGrp="1"/>
          </p:cNvSpPr>
          <p:nvPr>
            <p:ph type="dt" sz="half" idx="6"/>
          </p:nvPr>
        </p:nvSpPr>
        <p:spPr/>
        <p:txBody>
          <a:bodyPr/>
          <a:lstStyle/>
          <a:p>
            <a:fld id="{5BF0080E-5C75-42C0-A404-E4F6BE78B039}"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37245" y="131762"/>
            <a:ext cx="4819015" cy="430246"/>
          </a:xfrm>
          <a:prstGeom prst="rect">
            <a:avLst/>
          </a:prstGeom>
        </p:spPr>
        <p:txBody>
          <a:bodyPr vert="horz" wrap="square" lIns="0" tIns="60325" rIns="0" bIns="0" rtlCol="0">
            <a:spAutoFit/>
          </a:bodyPr>
          <a:lstStyle/>
          <a:p>
            <a:pPr marL="238760">
              <a:lnSpc>
                <a:spcPct val="100000"/>
              </a:lnSpc>
              <a:spcBef>
                <a:spcPts val="100"/>
              </a:spcBef>
            </a:pPr>
            <a:r>
              <a:rPr sz="1450" spc="185" dirty="0" smtClean="0">
                <a:solidFill>
                  <a:srgbClr val="893F34"/>
                </a:solidFill>
                <a:latin typeface="Times New Roman"/>
                <a:cs typeface="Times New Roman"/>
              </a:rPr>
              <a:t> </a:t>
            </a:r>
            <a:r>
              <a:rPr lang="en-US" sz="2400" b="1" spc="185" dirty="0" smtClean="0">
                <a:solidFill>
                  <a:srgbClr val="893F34"/>
                </a:solidFill>
                <a:latin typeface="Times New Roman"/>
                <a:cs typeface="Times New Roman"/>
              </a:rPr>
              <a:t>L</a:t>
            </a:r>
            <a:r>
              <a:rPr sz="2400" b="1" spc="50" dirty="0" smtClean="0">
                <a:solidFill>
                  <a:srgbClr val="893F34"/>
                </a:solidFill>
                <a:latin typeface="Times New Roman"/>
                <a:cs typeface="Times New Roman"/>
              </a:rPr>
              <a:t>inux</a:t>
            </a:r>
            <a:r>
              <a:rPr sz="2400" b="1" spc="110" dirty="0" smtClean="0">
                <a:solidFill>
                  <a:srgbClr val="893F34"/>
                </a:solidFill>
                <a:latin typeface="Times New Roman"/>
                <a:cs typeface="Times New Roman"/>
              </a:rPr>
              <a:t> </a:t>
            </a:r>
            <a:r>
              <a:rPr sz="2400" b="1" spc="185" dirty="0">
                <a:solidFill>
                  <a:srgbClr val="893F34"/>
                </a:solidFill>
                <a:latin typeface="Times New Roman"/>
                <a:cs typeface="Times New Roman"/>
              </a:rPr>
              <a:t>Architecture</a:t>
            </a:r>
          </a:p>
        </p:txBody>
      </p:sp>
      <p:sp>
        <p:nvSpPr>
          <p:cNvPr id="6" name="object 6"/>
          <p:cNvSpPr txBox="1"/>
          <p:nvPr/>
        </p:nvSpPr>
        <p:spPr>
          <a:xfrm>
            <a:off x="63500" y="904875"/>
            <a:ext cx="6007100" cy="3098284"/>
          </a:xfrm>
          <a:prstGeom prst="rect">
            <a:avLst/>
          </a:prstGeom>
        </p:spPr>
        <p:txBody>
          <a:bodyPr vert="horz" wrap="square" lIns="0" tIns="12700" rIns="0" bIns="0" rtlCol="0">
            <a:spAutoFit/>
          </a:bodyPr>
          <a:lstStyle/>
          <a:p>
            <a:pPr marL="349250" indent="-285750">
              <a:lnSpc>
                <a:spcPct val="100000"/>
              </a:lnSpc>
              <a:spcBef>
                <a:spcPts val="100"/>
              </a:spcBef>
              <a:buFont typeface="Arial" panose="020B0604020202020204" pitchFamily="34" charset="0"/>
              <a:buChar char="•"/>
              <a:tabLst>
                <a:tab pos="360680" algn="l"/>
              </a:tabLst>
            </a:pPr>
            <a:r>
              <a:rPr dirty="0" smtClean="0">
                <a:solidFill>
                  <a:schemeClr val="tx1"/>
                </a:solidFill>
                <a:latin typeface="Times New Roman"/>
                <a:cs typeface="Times New Roman"/>
              </a:rPr>
              <a:t>As </a:t>
            </a:r>
            <a:r>
              <a:rPr dirty="0">
                <a:solidFill>
                  <a:schemeClr val="tx1"/>
                </a:solidFill>
                <a:latin typeface="Times New Roman"/>
                <a:cs typeface="Times New Roman"/>
              </a:rPr>
              <a:t>it</a:t>
            </a:r>
            <a:r>
              <a:rPr spc="35" dirty="0">
                <a:solidFill>
                  <a:schemeClr val="tx1"/>
                </a:solidFill>
                <a:latin typeface="Times New Roman"/>
                <a:cs typeface="Times New Roman"/>
              </a:rPr>
              <a:t> </a:t>
            </a:r>
            <a:r>
              <a:rPr dirty="0">
                <a:solidFill>
                  <a:schemeClr val="tx1"/>
                </a:solidFill>
                <a:latin typeface="Times New Roman"/>
                <a:cs typeface="Times New Roman"/>
              </a:rPr>
              <a:t>is</a:t>
            </a:r>
            <a:r>
              <a:rPr spc="-30" dirty="0">
                <a:solidFill>
                  <a:schemeClr val="tx1"/>
                </a:solidFill>
                <a:latin typeface="Times New Roman"/>
                <a:cs typeface="Times New Roman"/>
              </a:rPr>
              <a:t> </a:t>
            </a:r>
            <a:r>
              <a:rPr dirty="0">
                <a:solidFill>
                  <a:schemeClr val="tx1"/>
                </a:solidFill>
                <a:latin typeface="Times New Roman"/>
                <a:cs typeface="Times New Roman"/>
              </a:rPr>
              <a:t>freely</a:t>
            </a:r>
            <a:r>
              <a:rPr spc="120" dirty="0">
                <a:solidFill>
                  <a:schemeClr val="tx1"/>
                </a:solidFill>
                <a:latin typeface="Times New Roman"/>
                <a:cs typeface="Times New Roman"/>
              </a:rPr>
              <a:t> </a:t>
            </a:r>
            <a:r>
              <a:rPr dirty="0">
                <a:solidFill>
                  <a:schemeClr val="tx1"/>
                </a:solidFill>
                <a:latin typeface="Times New Roman"/>
                <a:cs typeface="Times New Roman"/>
              </a:rPr>
              <a:t>redistributable,</a:t>
            </a:r>
            <a:r>
              <a:rPr spc="40" dirty="0">
                <a:solidFill>
                  <a:schemeClr val="tx1"/>
                </a:solidFill>
                <a:latin typeface="Times New Roman"/>
                <a:cs typeface="Times New Roman"/>
              </a:rPr>
              <a:t> </a:t>
            </a:r>
            <a:r>
              <a:rPr dirty="0">
                <a:solidFill>
                  <a:schemeClr val="tx1"/>
                </a:solidFill>
                <a:latin typeface="Times New Roman"/>
                <a:cs typeface="Times New Roman"/>
              </a:rPr>
              <a:t>anyone</a:t>
            </a:r>
            <a:r>
              <a:rPr spc="55" dirty="0">
                <a:solidFill>
                  <a:schemeClr val="tx1"/>
                </a:solidFill>
                <a:latin typeface="Times New Roman"/>
                <a:cs typeface="Times New Roman"/>
              </a:rPr>
              <a:t> </a:t>
            </a:r>
            <a:r>
              <a:rPr dirty="0">
                <a:solidFill>
                  <a:schemeClr val="tx1"/>
                </a:solidFill>
                <a:latin typeface="Times New Roman"/>
                <a:cs typeface="Times New Roman"/>
              </a:rPr>
              <a:t>can</a:t>
            </a:r>
            <a:r>
              <a:rPr spc="75" dirty="0">
                <a:solidFill>
                  <a:schemeClr val="tx1"/>
                </a:solidFill>
                <a:latin typeface="Times New Roman"/>
                <a:cs typeface="Times New Roman"/>
              </a:rPr>
              <a:t> </a:t>
            </a:r>
            <a:r>
              <a:rPr spc="80" dirty="0" smtClean="0">
                <a:solidFill>
                  <a:schemeClr val="tx1"/>
                </a:solidFill>
                <a:latin typeface="Times New Roman"/>
                <a:cs typeface="Times New Roman"/>
              </a:rPr>
              <a:t>modi</a:t>
            </a:r>
            <a:r>
              <a:rPr lang="en-US" spc="80" dirty="0" smtClean="0">
                <a:solidFill>
                  <a:schemeClr val="tx1"/>
                </a:solidFill>
                <a:latin typeface="Times New Roman"/>
                <a:cs typeface="Times New Roman"/>
              </a:rPr>
              <a:t>fy</a:t>
            </a:r>
            <a:r>
              <a:rPr spc="75" dirty="0" smtClean="0">
                <a:solidFill>
                  <a:schemeClr val="tx1"/>
                </a:solidFill>
                <a:latin typeface="Times New Roman"/>
                <a:cs typeface="Times New Roman"/>
              </a:rPr>
              <a:t> </a:t>
            </a:r>
            <a:r>
              <a:rPr dirty="0">
                <a:solidFill>
                  <a:schemeClr val="tx1"/>
                </a:solidFill>
                <a:latin typeface="Times New Roman"/>
                <a:cs typeface="Times New Roman"/>
              </a:rPr>
              <a:t>and</a:t>
            </a:r>
            <a:r>
              <a:rPr spc="45" dirty="0">
                <a:solidFill>
                  <a:schemeClr val="tx1"/>
                </a:solidFill>
                <a:latin typeface="Times New Roman"/>
                <a:cs typeface="Times New Roman"/>
              </a:rPr>
              <a:t> </a:t>
            </a:r>
            <a:r>
              <a:rPr spc="-10" dirty="0" smtClean="0">
                <a:solidFill>
                  <a:schemeClr val="tx1"/>
                </a:solidFill>
                <a:latin typeface="Times New Roman"/>
                <a:cs typeface="Times New Roman"/>
              </a:rPr>
              <a:t>create</a:t>
            </a:r>
            <a:r>
              <a:rPr lang="en-US" spc="-10" dirty="0" smtClean="0">
                <a:solidFill>
                  <a:schemeClr val="tx1"/>
                </a:solidFill>
                <a:latin typeface="Times New Roman"/>
                <a:cs typeface="Times New Roman"/>
              </a:rPr>
              <a:t> </a:t>
            </a:r>
            <a:r>
              <a:rPr dirty="0" smtClean="0">
                <a:solidFill>
                  <a:schemeClr val="tx1"/>
                </a:solidFill>
                <a:latin typeface="Times New Roman"/>
                <a:cs typeface="Times New Roman"/>
              </a:rPr>
              <a:t>variations</a:t>
            </a:r>
            <a:r>
              <a:rPr spc="254" dirty="0" smtClean="0">
                <a:solidFill>
                  <a:schemeClr val="tx1"/>
                </a:solidFill>
                <a:latin typeface="Times New Roman"/>
                <a:cs typeface="Times New Roman"/>
              </a:rPr>
              <a:t> </a:t>
            </a:r>
            <a:r>
              <a:rPr dirty="0">
                <a:solidFill>
                  <a:schemeClr val="tx1"/>
                </a:solidFill>
                <a:latin typeface="Times New Roman"/>
                <a:cs typeface="Times New Roman"/>
              </a:rPr>
              <a:t>of</a:t>
            </a:r>
            <a:r>
              <a:rPr spc="405" dirty="0">
                <a:solidFill>
                  <a:schemeClr val="tx1"/>
                </a:solidFill>
                <a:latin typeface="Times New Roman"/>
                <a:cs typeface="Times New Roman"/>
              </a:rPr>
              <a:t> </a:t>
            </a:r>
            <a:r>
              <a:rPr dirty="0">
                <a:solidFill>
                  <a:schemeClr val="tx1"/>
                </a:solidFill>
                <a:latin typeface="Times New Roman"/>
                <a:cs typeface="Times New Roman"/>
              </a:rPr>
              <a:t>source</a:t>
            </a:r>
            <a:r>
              <a:rPr spc="170" dirty="0">
                <a:solidFill>
                  <a:schemeClr val="tx1"/>
                </a:solidFill>
                <a:latin typeface="Times New Roman"/>
                <a:cs typeface="Times New Roman"/>
              </a:rPr>
              <a:t> </a:t>
            </a:r>
            <a:r>
              <a:rPr spc="-10" dirty="0" smtClean="0">
                <a:solidFill>
                  <a:schemeClr val="tx1"/>
                </a:solidFill>
                <a:latin typeface="Times New Roman"/>
                <a:cs typeface="Times New Roman"/>
              </a:rPr>
              <a:t>c</a:t>
            </a:r>
            <a:r>
              <a:rPr lang="en-US" spc="-10" dirty="0" smtClean="0">
                <a:solidFill>
                  <a:schemeClr val="tx1"/>
                </a:solidFill>
                <a:latin typeface="Times New Roman"/>
                <a:cs typeface="Times New Roman"/>
              </a:rPr>
              <a:t>o</a:t>
            </a:r>
            <a:r>
              <a:rPr spc="-10" dirty="0" smtClean="0">
                <a:solidFill>
                  <a:schemeClr val="tx1"/>
                </a:solidFill>
                <a:latin typeface="Times New Roman"/>
                <a:cs typeface="Times New Roman"/>
              </a:rPr>
              <a:t>de</a:t>
            </a:r>
            <a:r>
              <a:rPr spc="-10" dirty="0">
                <a:solidFill>
                  <a:schemeClr val="tx1"/>
                </a:solidFill>
                <a:latin typeface="Times New Roman"/>
                <a:cs typeface="Times New Roman"/>
              </a:rPr>
              <a:t>.</a:t>
            </a:r>
            <a:endParaRPr dirty="0">
              <a:solidFill>
                <a:schemeClr val="tx1"/>
              </a:solidFill>
              <a:latin typeface="Times New Roman"/>
              <a:cs typeface="Times New Roman"/>
            </a:endParaRPr>
          </a:p>
          <a:p>
            <a:pPr marL="351790" indent="-285750">
              <a:lnSpc>
                <a:spcPct val="100000"/>
              </a:lnSpc>
              <a:spcBef>
                <a:spcPts val="1110"/>
              </a:spcBef>
              <a:buFont typeface="Arial" panose="020B0604020202020204" pitchFamily="34" charset="0"/>
              <a:buChar char="•"/>
            </a:pPr>
            <a:r>
              <a:rPr lang="en-US" dirty="0" smtClean="0">
                <a:solidFill>
                  <a:schemeClr val="tx1"/>
                </a:solidFill>
                <a:latin typeface="Times New Roman"/>
                <a:cs typeface="Times New Roman"/>
              </a:rPr>
              <a:t>Two layers </a:t>
            </a:r>
            <a:r>
              <a:rPr dirty="0" smtClean="0">
                <a:solidFill>
                  <a:schemeClr val="tx1"/>
                </a:solidFill>
                <a:latin typeface="Times New Roman"/>
                <a:cs typeface="Times New Roman"/>
              </a:rPr>
              <a:t>of</a:t>
            </a:r>
            <a:r>
              <a:rPr spc="325" dirty="0" smtClean="0">
                <a:solidFill>
                  <a:schemeClr val="tx1"/>
                </a:solidFill>
                <a:latin typeface="Times New Roman"/>
                <a:cs typeface="Times New Roman"/>
              </a:rPr>
              <a:t> </a:t>
            </a:r>
            <a:r>
              <a:rPr dirty="0">
                <a:solidFill>
                  <a:schemeClr val="tx1"/>
                </a:solidFill>
                <a:latin typeface="Times New Roman"/>
                <a:cs typeface="Times New Roman"/>
              </a:rPr>
              <a:t>Linux</a:t>
            </a:r>
            <a:r>
              <a:rPr spc="170" dirty="0">
                <a:solidFill>
                  <a:schemeClr val="tx1"/>
                </a:solidFill>
                <a:latin typeface="Times New Roman"/>
                <a:cs typeface="Times New Roman"/>
              </a:rPr>
              <a:t> </a:t>
            </a:r>
            <a:r>
              <a:rPr dirty="0">
                <a:solidFill>
                  <a:schemeClr val="tx1"/>
                </a:solidFill>
                <a:latin typeface="Times New Roman"/>
                <a:cs typeface="Times New Roman"/>
              </a:rPr>
              <a:t>are</a:t>
            </a:r>
            <a:r>
              <a:rPr spc="160" dirty="0">
                <a:solidFill>
                  <a:schemeClr val="tx1"/>
                </a:solidFill>
                <a:latin typeface="Times New Roman"/>
                <a:cs typeface="Times New Roman"/>
              </a:rPr>
              <a:t> </a:t>
            </a:r>
            <a:r>
              <a:rPr b="1" dirty="0">
                <a:solidFill>
                  <a:srgbClr val="FF0000"/>
                </a:solidFill>
                <a:latin typeface="Times New Roman"/>
                <a:cs typeface="Times New Roman"/>
              </a:rPr>
              <a:t>User</a:t>
            </a:r>
            <a:r>
              <a:rPr b="1" spc="95" dirty="0">
                <a:solidFill>
                  <a:srgbClr val="FF0000"/>
                </a:solidFill>
                <a:latin typeface="Times New Roman"/>
                <a:cs typeface="Times New Roman"/>
              </a:rPr>
              <a:t> </a:t>
            </a:r>
            <a:r>
              <a:rPr b="1" dirty="0" smtClean="0">
                <a:solidFill>
                  <a:srgbClr val="FF0000"/>
                </a:solidFill>
                <a:latin typeface="Times New Roman"/>
                <a:cs typeface="Times New Roman"/>
              </a:rPr>
              <a:t>sp</a:t>
            </a:r>
            <a:r>
              <a:rPr lang="en-US" b="1" dirty="0" smtClean="0">
                <a:solidFill>
                  <a:srgbClr val="FF0000"/>
                </a:solidFill>
                <a:latin typeface="Times New Roman"/>
                <a:cs typeface="Times New Roman"/>
              </a:rPr>
              <a:t>ace</a:t>
            </a:r>
            <a:r>
              <a:rPr b="1" spc="45" dirty="0" smtClean="0">
                <a:solidFill>
                  <a:srgbClr val="FF0000"/>
                </a:solidFill>
                <a:latin typeface="Times New Roman"/>
                <a:cs typeface="Times New Roman"/>
              </a:rPr>
              <a:t> </a:t>
            </a:r>
            <a:r>
              <a:rPr dirty="0">
                <a:solidFill>
                  <a:schemeClr val="tx1"/>
                </a:solidFill>
                <a:latin typeface="Times New Roman"/>
                <a:cs typeface="Times New Roman"/>
              </a:rPr>
              <a:t>and</a:t>
            </a:r>
            <a:r>
              <a:rPr spc="260" dirty="0">
                <a:solidFill>
                  <a:schemeClr val="tx1"/>
                </a:solidFill>
                <a:latin typeface="Times New Roman"/>
                <a:cs typeface="Times New Roman"/>
              </a:rPr>
              <a:t> </a:t>
            </a:r>
            <a:r>
              <a:rPr lang="en-US" b="1" spc="-105" dirty="0" smtClean="0">
                <a:solidFill>
                  <a:srgbClr val="FF0000"/>
                </a:solidFill>
                <a:latin typeface="Times New Roman"/>
                <a:cs typeface="Times New Roman"/>
              </a:rPr>
              <a:t>Kernel </a:t>
            </a:r>
            <a:r>
              <a:rPr b="1" spc="-10" dirty="0" smtClean="0">
                <a:solidFill>
                  <a:srgbClr val="FF0000"/>
                </a:solidFill>
                <a:latin typeface="Times New Roman"/>
                <a:cs typeface="Times New Roman"/>
              </a:rPr>
              <a:t>space</a:t>
            </a:r>
            <a:r>
              <a:rPr spc="-10" dirty="0" smtClean="0">
                <a:solidFill>
                  <a:schemeClr val="tx1"/>
                </a:solidFill>
                <a:latin typeface="Times New Roman"/>
                <a:cs typeface="Times New Roman"/>
              </a:rPr>
              <a:t>.</a:t>
            </a:r>
            <a:endParaRPr dirty="0">
              <a:solidFill>
                <a:schemeClr val="tx1"/>
              </a:solidFill>
              <a:latin typeface="Times New Roman"/>
              <a:cs typeface="Times New Roman"/>
            </a:endParaRPr>
          </a:p>
          <a:p>
            <a:pPr marL="342900" indent="-285750">
              <a:lnSpc>
                <a:spcPct val="100000"/>
              </a:lnSpc>
              <a:spcBef>
                <a:spcPts val="1160"/>
              </a:spcBef>
              <a:buFont typeface="Arial" panose="020B0604020202020204" pitchFamily="34" charset="0"/>
              <a:buChar char="•"/>
            </a:pPr>
            <a:r>
              <a:rPr dirty="0" smtClean="0">
                <a:solidFill>
                  <a:schemeClr val="tx1"/>
                </a:solidFill>
                <a:latin typeface="Times New Roman"/>
                <a:cs typeface="Times New Roman"/>
              </a:rPr>
              <a:t>Within</a:t>
            </a:r>
            <a:r>
              <a:rPr spc="245" dirty="0" smtClean="0">
                <a:solidFill>
                  <a:schemeClr val="tx1"/>
                </a:solidFill>
                <a:latin typeface="Times New Roman"/>
                <a:cs typeface="Times New Roman"/>
              </a:rPr>
              <a:t> </a:t>
            </a:r>
            <a:r>
              <a:rPr dirty="0">
                <a:solidFill>
                  <a:schemeClr val="tx1"/>
                </a:solidFill>
                <a:latin typeface="Times New Roman"/>
                <a:cs typeface="Times New Roman"/>
              </a:rPr>
              <a:t>these</a:t>
            </a:r>
            <a:r>
              <a:rPr spc="60" dirty="0">
                <a:solidFill>
                  <a:schemeClr val="tx1"/>
                </a:solidFill>
                <a:latin typeface="Times New Roman"/>
                <a:cs typeface="Times New Roman"/>
              </a:rPr>
              <a:t> </a:t>
            </a:r>
            <a:r>
              <a:rPr dirty="0">
                <a:solidFill>
                  <a:schemeClr val="tx1"/>
                </a:solidFill>
                <a:latin typeface="Times New Roman"/>
                <a:cs typeface="Times New Roman"/>
              </a:rPr>
              <a:t>layers,</a:t>
            </a:r>
            <a:r>
              <a:rPr spc="160" dirty="0">
                <a:solidFill>
                  <a:schemeClr val="tx1"/>
                </a:solidFill>
                <a:latin typeface="Times New Roman"/>
                <a:cs typeface="Times New Roman"/>
              </a:rPr>
              <a:t> </a:t>
            </a:r>
            <a:r>
              <a:rPr dirty="0">
                <a:solidFill>
                  <a:schemeClr val="tx1"/>
                </a:solidFill>
                <a:latin typeface="Times New Roman"/>
                <a:cs typeface="Times New Roman"/>
              </a:rPr>
              <a:t>there</a:t>
            </a:r>
            <a:r>
              <a:rPr spc="155" dirty="0">
                <a:solidFill>
                  <a:schemeClr val="tx1"/>
                </a:solidFill>
                <a:latin typeface="Times New Roman"/>
                <a:cs typeface="Times New Roman"/>
              </a:rPr>
              <a:t> </a:t>
            </a:r>
            <a:r>
              <a:rPr dirty="0">
                <a:solidFill>
                  <a:schemeClr val="tx1"/>
                </a:solidFill>
                <a:latin typeface="Times New Roman"/>
                <a:cs typeface="Times New Roman"/>
              </a:rPr>
              <a:t>are</a:t>
            </a:r>
            <a:r>
              <a:rPr spc="210" dirty="0">
                <a:solidFill>
                  <a:schemeClr val="tx1"/>
                </a:solidFill>
                <a:latin typeface="Times New Roman"/>
                <a:cs typeface="Times New Roman"/>
              </a:rPr>
              <a:t> </a:t>
            </a:r>
            <a:r>
              <a:rPr b="1" spc="50" dirty="0">
                <a:solidFill>
                  <a:schemeClr val="tx1"/>
                </a:solidFill>
                <a:latin typeface="Times New Roman"/>
                <a:cs typeface="Times New Roman"/>
              </a:rPr>
              <a:t>four</a:t>
            </a:r>
            <a:r>
              <a:rPr spc="260" dirty="0">
                <a:solidFill>
                  <a:schemeClr val="tx1"/>
                </a:solidFill>
                <a:latin typeface="Times New Roman"/>
                <a:cs typeface="Times New Roman"/>
              </a:rPr>
              <a:t> </a:t>
            </a:r>
            <a:r>
              <a:rPr dirty="0">
                <a:solidFill>
                  <a:schemeClr val="tx1"/>
                </a:solidFill>
                <a:latin typeface="Times New Roman"/>
                <a:cs typeface="Times New Roman"/>
              </a:rPr>
              <a:t>main</a:t>
            </a:r>
            <a:r>
              <a:rPr spc="190" dirty="0">
                <a:solidFill>
                  <a:schemeClr val="tx1"/>
                </a:solidFill>
                <a:latin typeface="Times New Roman"/>
                <a:cs typeface="Times New Roman"/>
              </a:rPr>
              <a:t> </a:t>
            </a:r>
            <a:r>
              <a:rPr spc="70" dirty="0">
                <a:solidFill>
                  <a:schemeClr val="tx1"/>
                </a:solidFill>
                <a:latin typeface="Times New Roman"/>
                <a:cs typeface="Times New Roman"/>
              </a:rPr>
              <a:t>components</a:t>
            </a:r>
            <a:r>
              <a:rPr spc="295" dirty="0">
                <a:solidFill>
                  <a:schemeClr val="tx1"/>
                </a:solidFill>
                <a:latin typeface="Times New Roman"/>
                <a:cs typeface="Times New Roman"/>
              </a:rPr>
              <a:t> </a:t>
            </a:r>
            <a:r>
              <a:rPr dirty="0">
                <a:solidFill>
                  <a:schemeClr val="tx1"/>
                </a:solidFill>
                <a:latin typeface="Times New Roman"/>
                <a:cs typeface="Times New Roman"/>
              </a:rPr>
              <a:t>i,e.</a:t>
            </a:r>
            <a:r>
              <a:rPr spc="185" dirty="0">
                <a:solidFill>
                  <a:schemeClr val="tx1"/>
                </a:solidFill>
                <a:latin typeface="Times New Roman"/>
                <a:cs typeface="Times New Roman"/>
              </a:rPr>
              <a:t> </a:t>
            </a:r>
            <a:r>
              <a:rPr b="1" spc="-10" dirty="0" smtClean="0">
                <a:solidFill>
                  <a:schemeClr val="tx1"/>
                </a:solidFill>
                <a:latin typeface="Times New Roman"/>
                <a:cs typeface="Times New Roman"/>
              </a:rPr>
              <a:t>Ha</a:t>
            </a:r>
            <a:r>
              <a:rPr lang="en-US" b="1" spc="-10" dirty="0" smtClean="0">
                <a:solidFill>
                  <a:schemeClr val="tx1"/>
                </a:solidFill>
                <a:latin typeface="Times New Roman"/>
                <a:cs typeface="Times New Roman"/>
              </a:rPr>
              <a:t>r</a:t>
            </a:r>
            <a:r>
              <a:rPr b="1" spc="-10" dirty="0" smtClean="0">
                <a:solidFill>
                  <a:schemeClr val="tx1"/>
                </a:solidFill>
                <a:latin typeface="Times New Roman"/>
                <a:cs typeface="Times New Roman"/>
              </a:rPr>
              <a:t>d</a:t>
            </a:r>
            <a:r>
              <a:rPr lang="en-US" b="1" spc="-10" dirty="0" smtClean="0">
                <a:solidFill>
                  <a:schemeClr val="tx1"/>
                </a:solidFill>
                <a:latin typeface="Times New Roman"/>
                <a:cs typeface="Times New Roman"/>
              </a:rPr>
              <a:t>w</a:t>
            </a:r>
            <a:r>
              <a:rPr b="1" spc="-10" dirty="0" smtClean="0">
                <a:solidFill>
                  <a:schemeClr val="tx1"/>
                </a:solidFill>
                <a:latin typeface="Times New Roman"/>
                <a:cs typeface="Times New Roman"/>
              </a:rPr>
              <a:t>are</a:t>
            </a:r>
            <a:r>
              <a:rPr spc="-10" dirty="0" smtClean="0">
                <a:solidFill>
                  <a:schemeClr val="tx1"/>
                </a:solidFill>
                <a:latin typeface="Times New Roman"/>
                <a:cs typeface="Times New Roman"/>
              </a:rPr>
              <a:t>,</a:t>
            </a:r>
            <a:r>
              <a:rPr lang="en-US" spc="-10" dirty="0" smtClean="0">
                <a:solidFill>
                  <a:schemeClr val="tx1"/>
                </a:solidFill>
                <a:latin typeface="Times New Roman"/>
                <a:cs typeface="Times New Roman"/>
              </a:rPr>
              <a:t> </a:t>
            </a:r>
            <a:r>
              <a:rPr lang="en-US" b="1" dirty="0" smtClean="0">
                <a:solidFill>
                  <a:schemeClr val="tx1"/>
                </a:solidFill>
                <a:latin typeface="Times New Roman"/>
                <a:cs typeface="Times New Roman"/>
              </a:rPr>
              <a:t>K</a:t>
            </a:r>
            <a:r>
              <a:rPr b="1" dirty="0" smtClean="0">
                <a:solidFill>
                  <a:schemeClr val="tx1"/>
                </a:solidFill>
                <a:latin typeface="Times New Roman"/>
                <a:cs typeface="Times New Roman"/>
              </a:rPr>
              <a:t>ernel</a:t>
            </a:r>
            <a:r>
              <a:rPr dirty="0">
                <a:solidFill>
                  <a:schemeClr val="tx1"/>
                </a:solidFill>
                <a:latin typeface="Times New Roman"/>
                <a:cs typeface="Times New Roman"/>
              </a:rPr>
              <a:t>,</a:t>
            </a:r>
            <a:r>
              <a:rPr spc="-65" dirty="0">
                <a:solidFill>
                  <a:schemeClr val="tx1"/>
                </a:solidFill>
                <a:latin typeface="Times New Roman"/>
                <a:cs typeface="Times New Roman"/>
              </a:rPr>
              <a:t> </a:t>
            </a:r>
            <a:r>
              <a:rPr b="1" dirty="0">
                <a:solidFill>
                  <a:schemeClr val="tx1"/>
                </a:solidFill>
                <a:latin typeface="Times New Roman"/>
                <a:cs typeface="Times New Roman"/>
              </a:rPr>
              <a:t>System</a:t>
            </a:r>
            <a:r>
              <a:rPr b="1" spc="90" dirty="0">
                <a:solidFill>
                  <a:schemeClr val="tx1"/>
                </a:solidFill>
                <a:latin typeface="Times New Roman"/>
                <a:cs typeface="Times New Roman"/>
              </a:rPr>
              <a:t> </a:t>
            </a:r>
            <a:r>
              <a:rPr b="1" spc="-20" dirty="0">
                <a:solidFill>
                  <a:schemeClr val="tx1"/>
                </a:solidFill>
                <a:latin typeface="Times New Roman"/>
                <a:cs typeface="Times New Roman"/>
              </a:rPr>
              <a:t>call</a:t>
            </a:r>
            <a:r>
              <a:rPr b="1" spc="-30" dirty="0">
                <a:solidFill>
                  <a:schemeClr val="tx1"/>
                </a:solidFill>
                <a:latin typeface="Times New Roman"/>
                <a:cs typeface="Times New Roman"/>
              </a:rPr>
              <a:t> </a:t>
            </a:r>
            <a:r>
              <a:rPr b="1" dirty="0">
                <a:solidFill>
                  <a:schemeClr val="tx1"/>
                </a:solidFill>
                <a:latin typeface="Times New Roman"/>
                <a:cs typeface="Times New Roman"/>
              </a:rPr>
              <a:t>interface</a:t>
            </a:r>
            <a:r>
              <a:rPr b="1" spc="55" dirty="0">
                <a:solidFill>
                  <a:schemeClr val="tx1"/>
                </a:solidFill>
                <a:latin typeface="Times New Roman"/>
                <a:cs typeface="Times New Roman"/>
              </a:rPr>
              <a:t> </a:t>
            </a:r>
            <a:r>
              <a:rPr spc="-25" dirty="0">
                <a:solidFill>
                  <a:schemeClr val="tx1"/>
                </a:solidFill>
                <a:latin typeface="Times New Roman"/>
                <a:cs typeface="Times New Roman"/>
              </a:rPr>
              <a:t>(aka</a:t>
            </a:r>
            <a:r>
              <a:rPr spc="-30" dirty="0">
                <a:solidFill>
                  <a:schemeClr val="tx1"/>
                </a:solidFill>
                <a:latin typeface="Times New Roman"/>
                <a:cs typeface="Times New Roman"/>
              </a:rPr>
              <a:t> </a:t>
            </a:r>
            <a:r>
              <a:rPr b="1" spc="-20" dirty="0" smtClean="0">
                <a:solidFill>
                  <a:schemeClr val="tx1"/>
                </a:solidFill>
                <a:latin typeface="Times New Roman"/>
                <a:cs typeface="Times New Roman"/>
              </a:rPr>
              <a:t>She</a:t>
            </a:r>
            <a:r>
              <a:rPr lang="en-US" b="1" spc="-20" dirty="0" smtClean="0">
                <a:solidFill>
                  <a:schemeClr val="tx1"/>
                </a:solidFill>
                <a:latin typeface="Times New Roman"/>
                <a:cs typeface="Times New Roman"/>
              </a:rPr>
              <a:t>ll</a:t>
            </a:r>
            <a:r>
              <a:rPr spc="-20" dirty="0" smtClean="0">
                <a:solidFill>
                  <a:schemeClr val="tx1"/>
                </a:solidFill>
                <a:latin typeface="Times New Roman"/>
                <a:cs typeface="Times New Roman"/>
              </a:rPr>
              <a:t>)</a:t>
            </a:r>
            <a:r>
              <a:rPr spc="40" dirty="0" smtClean="0">
                <a:solidFill>
                  <a:schemeClr val="tx1"/>
                </a:solidFill>
                <a:latin typeface="Times New Roman"/>
                <a:cs typeface="Times New Roman"/>
              </a:rPr>
              <a:t> </a:t>
            </a:r>
            <a:r>
              <a:rPr dirty="0">
                <a:solidFill>
                  <a:schemeClr val="tx1"/>
                </a:solidFill>
                <a:latin typeface="Times New Roman"/>
                <a:cs typeface="Times New Roman"/>
              </a:rPr>
              <a:t>and</a:t>
            </a:r>
            <a:r>
              <a:rPr spc="85" dirty="0">
                <a:solidFill>
                  <a:schemeClr val="tx1"/>
                </a:solidFill>
                <a:latin typeface="Times New Roman"/>
                <a:cs typeface="Times New Roman"/>
              </a:rPr>
              <a:t> </a:t>
            </a:r>
            <a:r>
              <a:rPr b="1" dirty="0">
                <a:solidFill>
                  <a:schemeClr val="tx1"/>
                </a:solidFill>
                <a:latin typeface="Times New Roman"/>
                <a:cs typeface="Times New Roman"/>
              </a:rPr>
              <a:t>User </a:t>
            </a:r>
            <a:r>
              <a:rPr b="1" spc="-10" dirty="0">
                <a:solidFill>
                  <a:schemeClr val="tx1"/>
                </a:solidFill>
                <a:latin typeface="Times New Roman"/>
                <a:cs typeface="Times New Roman"/>
              </a:rPr>
              <a:t>applications</a:t>
            </a:r>
            <a:endParaRPr b="1" dirty="0">
              <a:solidFill>
                <a:schemeClr val="tx1"/>
              </a:solidFill>
              <a:latin typeface="Times New Roman"/>
              <a:cs typeface="Times New Roman"/>
            </a:endParaRPr>
          </a:p>
          <a:p>
            <a:pPr marL="297815" marR="269240" indent="-285750">
              <a:lnSpc>
                <a:spcPts val="2850"/>
              </a:lnSpc>
              <a:spcBef>
                <a:spcPts val="90"/>
              </a:spcBef>
              <a:buFont typeface="Arial" panose="020B0604020202020204" pitchFamily="34" charset="0"/>
              <a:buChar char="•"/>
            </a:pPr>
            <a:r>
              <a:rPr b="1" spc="-25" dirty="0" smtClean="0">
                <a:solidFill>
                  <a:srgbClr val="FF0000"/>
                </a:solidFill>
                <a:latin typeface="Times New Roman"/>
                <a:cs typeface="Times New Roman"/>
              </a:rPr>
              <a:t>Har</a:t>
            </a:r>
            <a:r>
              <a:rPr lang="en-US" b="1" spc="-25" dirty="0" smtClean="0">
                <a:solidFill>
                  <a:srgbClr val="FF0000"/>
                </a:solidFill>
                <a:latin typeface="Times New Roman"/>
                <a:cs typeface="Times New Roman"/>
              </a:rPr>
              <a:t>d</a:t>
            </a:r>
            <a:r>
              <a:rPr b="1" spc="-25" dirty="0" smtClean="0">
                <a:solidFill>
                  <a:srgbClr val="FF0000"/>
                </a:solidFill>
                <a:latin typeface="Times New Roman"/>
                <a:cs typeface="Times New Roman"/>
              </a:rPr>
              <a:t>war</a:t>
            </a:r>
            <a:r>
              <a:rPr lang="en-US" b="1" spc="-25" dirty="0" smtClean="0">
                <a:solidFill>
                  <a:srgbClr val="FF0000"/>
                </a:solidFill>
                <a:latin typeface="Times New Roman"/>
                <a:cs typeface="Times New Roman"/>
              </a:rPr>
              <a:t>e</a:t>
            </a:r>
            <a:r>
              <a:rPr b="1" spc="185" dirty="0" smtClean="0">
                <a:solidFill>
                  <a:srgbClr val="FF0000"/>
                </a:solidFill>
                <a:latin typeface="Times New Roman"/>
                <a:cs typeface="Times New Roman"/>
              </a:rPr>
              <a:t> </a:t>
            </a:r>
            <a:r>
              <a:rPr dirty="0">
                <a:solidFill>
                  <a:schemeClr val="tx1"/>
                </a:solidFill>
                <a:latin typeface="Times New Roman"/>
                <a:cs typeface="Times New Roman"/>
              </a:rPr>
              <a:t>is</a:t>
            </a:r>
            <a:r>
              <a:rPr spc="80" dirty="0">
                <a:solidFill>
                  <a:schemeClr val="tx1"/>
                </a:solidFill>
                <a:latin typeface="Times New Roman"/>
                <a:cs typeface="Times New Roman"/>
              </a:rPr>
              <a:t> </a:t>
            </a:r>
            <a:r>
              <a:rPr dirty="0">
                <a:solidFill>
                  <a:schemeClr val="tx1"/>
                </a:solidFill>
                <a:latin typeface="Times New Roman"/>
                <a:cs typeface="Times New Roman"/>
              </a:rPr>
              <a:t>comprised</a:t>
            </a:r>
            <a:r>
              <a:rPr spc="235" dirty="0">
                <a:solidFill>
                  <a:schemeClr val="tx1"/>
                </a:solidFill>
                <a:latin typeface="Times New Roman"/>
                <a:cs typeface="Times New Roman"/>
              </a:rPr>
              <a:t> </a:t>
            </a:r>
            <a:r>
              <a:rPr dirty="0">
                <a:solidFill>
                  <a:schemeClr val="tx1"/>
                </a:solidFill>
                <a:latin typeface="Times New Roman"/>
                <a:cs typeface="Times New Roman"/>
              </a:rPr>
              <a:t>of</a:t>
            </a:r>
            <a:r>
              <a:rPr spc="290" dirty="0">
                <a:solidFill>
                  <a:schemeClr val="tx1"/>
                </a:solidFill>
                <a:latin typeface="Times New Roman"/>
                <a:cs typeface="Times New Roman"/>
              </a:rPr>
              <a:t> </a:t>
            </a:r>
            <a:r>
              <a:rPr dirty="0">
                <a:solidFill>
                  <a:schemeClr val="tx1"/>
                </a:solidFill>
                <a:latin typeface="Times New Roman"/>
                <a:cs typeface="Times New Roman"/>
              </a:rPr>
              <a:t>all</a:t>
            </a:r>
            <a:r>
              <a:rPr spc="155" dirty="0">
                <a:solidFill>
                  <a:schemeClr val="tx1"/>
                </a:solidFill>
                <a:latin typeface="Times New Roman"/>
                <a:cs typeface="Times New Roman"/>
              </a:rPr>
              <a:t> </a:t>
            </a:r>
            <a:r>
              <a:rPr dirty="0">
                <a:solidFill>
                  <a:schemeClr val="tx1"/>
                </a:solidFill>
                <a:latin typeface="Times New Roman"/>
                <a:cs typeface="Times New Roman"/>
              </a:rPr>
              <a:t>the</a:t>
            </a:r>
            <a:r>
              <a:rPr spc="85" dirty="0">
                <a:solidFill>
                  <a:schemeClr val="tx1"/>
                </a:solidFill>
                <a:latin typeface="Times New Roman"/>
                <a:cs typeface="Times New Roman"/>
              </a:rPr>
              <a:t> </a:t>
            </a:r>
            <a:r>
              <a:rPr dirty="0">
                <a:solidFill>
                  <a:schemeClr val="tx1"/>
                </a:solidFill>
                <a:latin typeface="Times New Roman"/>
                <a:cs typeface="Times New Roman"/>
              </a:rPr>
              <a:t>peripheral</a:t>
            </a:r>
            <a:r>
              <a:rPr spc="140" dirty="0">
                <a:solidFill>
                  <a:schemeClr val="tx1"/>
                </a:solidFill>
                <a:latin typeface="Times New Roman"/>
                <a:cs typeface="Times New Roman"/>
              </a:rPr>
              <a:t> </a:t>
            </a:r>
            <a:r>
              <a:rPr dirty="0">
                <a:solidFill>
                  <a:schemeClr val="tx1"/>
                </a:solidFill>
                <a:latin typeface="Times New Roman"/>
                <a:cs typeface="Times New Roman"/>
              </a:rPr>
              <a:t>devices</a:t>
            </a:r>
            <a:r>
              <a:rPr spc="114" dirty="0">
                <a:solidFill>
                  <a:schemeClr val="tx1"/>
                </a:solidFill>
                <a:latin typeface="Times New Roman"/>
                <a:cs typeface="Times New Roman"/>
              </a:rPr>
              <a:t> </a:t>
            </a:r>
            <a:r>
              <a:rPr dirty="0">
                <a:solidFill>
                  <a:schemeClr val="tx1"/>
                </a:solidFill>
                <a:latin typeface="Times New Roman"/>
                <a:cs typeface="Times New Roman"/>
              </a:rPr>
              <a:t>which</a:t>
            </a:r>
            <a:r>
              <a:rPr spc="180" dirty="0">
                <a:solidFill>
                  <a:schemeClr val="tx1"/>
                </a:solidFill>
                <a:latin typeface="Times New Roman"/>
                <a:cs typeface="Times New Roman"/>
              </a:rPr>
              <a:t> </a:t>
            </a:r>
            <a:r>
              <a:rPr spc="-25" dirty="0">
                <a:solidFill>
                  <a:schemeClr val="tx1"/>
                </a:solidFill>
                <a:latin typeface="Times New Roman"/>
                <a:cs typeface="Times New Roman"/>
              </a:rPr>
              <a:t>are </a:t>
            </a:r>
            <a:r>
              <a:rPr dirty="0">
                <a:solidFill>
                  <a:schemeClr val="tx1"/>
                </a:solidFill>
                <a:latin typeface="Times New Roman"/>
                <a:cs typeface="Times New Roman"/>
              </a:rPr>
              <a:t>attached</a:t>
            </a:r>
            <a:r>
              <a:rPr spc="305" dirty="0">
                <a:solidFill>
                  <a:schemeClr val="tx1"/>
                </a:solidFill>
                <a:latin typeface="Times New Roman"/>
                <a:cs typeface="Times New Roman"/>
              </a:rPr>
              <a:t> </a:t>
            </a:r>
            <a:r>
              <a:rPr dirty="0">
                <a:solidFill>
                  <a:schemeClr val="tx1"/>
                </a:solidFill>
                <a:latin typeface="Times New Roman"/>
                <a:cs typeface="Times New Roman"/>
              </a:rPr>
              <a:t>to</a:t>
            </a:r>
            <a:r>
              <a:rPr spc="340" dirty="0">
                <a:solidFill>
                  <a:schemeClr val="tx1"/>
                </a:solidFill>
                <a:latin typeface="Times New Roman"/>
                <a:cs typeface="Times New Roman"/>
              </a:rPr>
              <a:t> </a:t>
            </a:r>
            <a:r>
              <a:rPr dirty="0">
                <a:solidFill>
                  <a:schemeClr val="tx1"/>
                </a:solidFill>
                <a:latin typeface="Times New Roman"/>
                <a:cs typeface="Times New Roman"/>
              </a:rPr>
              <a:t>the</a:t>
            </a:r>
            <a:r>
              <a:rPr spc="150" dirty="0">
                <a:solidFill>
                  <a:schemeClr val="tx1"/>
                </a:solidFill>
                <a:latin typeface="Times New Roman"/>
                <a:cs typeface="Times New Roman"/>
              </a:rPr>
              <a:t> </a:t>
            </a:r>
            <a:r>
              <a:rPr dirty="0" smtClean="0">
                <a:solidFill>
                  <a:schemeClr val="tx1"/>
                </a:solidFill>
                <a:latin typeface="Times New Roman"/>
                <a:cs typeface="Times New Roman"/>
              </a:rPr>
              <a:t>comput</a:t>
            </a:r>
            <a:r>
              <a:rPr lang="en-US" dirty="0">
                <a:solidFill>
                  <a:schemeClr val="tx1"/>
                </a:solidFill>
                <a:latin typeface="Times New Roman"/>
                <a:cs typeface="Times New Roman"/>
              </a:rPr>
              <a:t>e</a:t>
            </a:r>
            <a:r>
              <a:rPr dirty="0" smtClean="0">
                <a:solidFill>
                  <a:schemeClr val="tx1"/>
                </a:solidFill>
                <a:latin typeface="Times New Roman"/>
                <a:cs typeface="Times New Roman"/>
              </a:rPr>
              <a:t>r</a:t>
            </a:r>
            <a:r>
              <a:rPr spc="280" dirty="0" smtClean="0">
                <a:solidFill>
                  <a:schemeClr val="tx1"/>
                </a:solidFill>
                <a:latin typeface="Times New Roman"/>
                <a:cs typeface="Times New Roman"/>
              </a:rPr>
              <a:t> </a:t>
            </a:r>
            <a:r>
              <a:rPr dirty="0">
                <a:solidFill>
                  <a:schemeClr val="tx1"/>
                </a:solidFill>
                <a:latin typeface="Times New Roman"/>
                <a:cs typeface="Times New Roman"/>
              </a:rPr>
              <a:t>such</a:t>
            </a:r>
            <a:r>
              <a:rPr spc="360" dirty="0">
                <a:solidFill>
                  <a:schemeClr val="tx1"/>
                </a:solidFill>
                <a:latin typeface="Times New Roman"/>
                <a:cs typeface="Times New Roman"/>
              </a:rPr>
              <a:t> </a:t>
            </a:r>
            <a:r>
              <a:rPr spc="-10" dirty="0">
                <a:solidFill>
                  <a:schemeClr val="tx1"/>
                </a:solidFill>
                <a:latin typeface="Times New Roman"/>
                <a:cs typeface="Times New Roman"/>
              </a:rPr>
              <a:t>us</a:t>
            </a:r>
            <a:r>
              <a:rPr spc="180" dirty="0">
                <a:solidFill>
                  <a:schemeClr val="tx1"/>
                </a:solidFill>
                <a:latin typeface="Times New Roman"/>
                <a:cs typeface="Times New Roman"/>
              </a:rPr>
              <a:t> </a:t>
            </a:r>
            <a:r>
              <a:rPr lang="en-US" b="1" dirty="0" smtClean="0">
                <a:solidFill>
                  <a:schemeClr val="tx1"/>
                </a:solidFill>
                <a:latin typeface="Times New Roman"/>
                <a:cs typeface="Times New Roman"/>
              </a:rPr>
              <a:t>terminals</a:t>
            </a:r>
            <a:r>
              <a:rPr dirty="0" smtClean="0">
                <a:solidFill>
                  <a:schemeClr val="tx1"/>
                </a:solidFill>
                <a:latin typeface="Times New Roman"/>
                <a:cs typeface="Times New Roman"/>
              </a:rPr>
              <a:t>,</a:t>
            </a:r>
            <a:r>
              <a:rPr spc="295" dirty="0" smtClean="0">
                <a:solidFill>
                  <a:schemeClr val="tx1"/>
                </a:solidFill>
                <a:latin typeface="Times New Roman"/>
                <a:cs typeface="Times New Roman"/>
              </a:rPr>
              <a:t> </a:t>
            </a:r>
            <a:r>
              <a:rPr b="1" dirty="0">
                <a:solidFill>
                  <a:schemeClr val="tx1"/>
                </a:solidFill>
                <a:latin typeface="Times New Roman"/>
                <a:cs typeface="Times New Roman"/>
              </a:rPr>
              <a:t>printer</a:t>
            </a:r>
            <a:r>
              <a:rPr dirty="0">
                <a:solidFill>
                  <a:schemeClr val="tx1"/>
                </a:solidFill>
                <a:latin typeface="Times New Roman"/>
                <a:cs typeface="Times New Roman"/>
              </a:rPr>
              <a:t>,</a:t>
            </a:r>
            <a:r>
              <a:rPr spc="180" dirty="0">
                <a:solidFill>
                  <a:schemeClr val="tx1"/>
                </a:solidFill>
                <a:latin typeface="Times New Roman"/>
                <a:cs typeface="Times New Roman"/>
              </a:rPr>
              <a:t> </a:t>
            </a:r>
            <a:r>
              <a:rPr b="1" dirty="0">
                <a:solidFill>
                  <a:schemeClr val="tx1"/>
                </a:solidFill>
                <a:latin typeface="Times New Roman"/>
                <a:cs typeface="Times New Roman"/>
              </a:rPr>
              <a:t>CPU</a:t>
            </a:r>
            <a:r>
              <a:rPr dirty="0">
                <a:solidFill>
                  <a:schemeClr val="tx1"/>
                </a:solidFill>
                <a:latin typeface="Times New Roman"/>
                <a:cs typeface="Times New Roman"/>
              </a:rPr>
              <a:t>,</a:t>
            </a:r>
            <a:r>
              <a:rPr spc="145" dirty="0">
                <a:solidFill>
                  <a:schemeClr val="tx1"/>
                </a:solidFill>
                <a:latin typeface="Times New Roman"/>
                <a:cs typeface="Times New Roman"/>
              </a:rPr>
              <a:t> </a:t>
            </a:r>
            <a:r>
              <a:rPr b="1" spc="-25" dirty="0" smtClean="0">
                <a:solidFill>
                  <a:schemeClr val="tx1"/>
                </a:solidFill>
                <a:latin typeface="Times New Roman"/>
                <a:cs typeface="Times New Roman"/>
              </a:rPr>
              <a:t>RAM</a:t>
            </a:r>
            <a:r>
              <a:rPr lang="en-US" b="1" spc="-25" dirty="0" smtClean="0">
                <a:solidFill>
                  <a:schemeClr val="tx1"/>
                </a:solidFill>
                <a:latin typeface="Times New Roman"/>
                <a:cs typeface="Times New Roman"/>
              </a:rPr>
              <a:t>, mother board</a:t>
            </a:r>
            <a:endParaRPr b="1" dirty="0">
              <a:solidFill>
                <a:schemeClr val="tx1"/>
              </a:solidFill>
              <a:latin typeface="Times New Roman"/>
              <a:cs typeface="Times New Roman"/>
            </a:endParaRPr>
          </a:p>
        </p:txBody>
      </p:sp>
      <p:sp>
        <p:nvSpPr>
          <p:cNvPr id="7" name="object 7"/>
          <p:cNvSpPr txBox="1"/>
          <p:nvPr/>
        </p:nvSpPr>
        <p:spPr>
          <a:xfrm>
            <a:off x="5568057" y="4151312"/>
            <a:ext cx="114300" cy="132080"/>
          </a:xfrm>
          <a:prstGeom prst="rect">
            <a:avLst/>
          </a:prstGeom>
        </p:spPr>
        <p:txBody>
          <a:bodyPr vert="horz" wrap="square" lIns="0" tIns="12700" rIns="0" bIns="0" rtlCol="0">
            <a:spAutoFit/>
          </a:bodyPr>
          <a:lstStyle/>
          <a:p>
            <a:pPr marL="12700">
              <a:lnSpc>
                <a:spcPct val="100000"/>
              </a:lnSpc>
              <a:spcBef>
                <a:spcPts val="100"/>
              </a:spcBef>
            </a:pPr>
            <a:r>
              <a:rPr sz="700" spc="-25" dirty="0">
                <a:solidFill>
                  <a:srgbClr val="414141"/>
                </a:solidFill>
                <a:latin typeface="Times New Roman"/>
                <a:cs typeface="Times New Roman"/>
              </a:rPr>
              <a:t>14</a:t>
            </a:r>
            <a:endParaRPr sz="700">
              <a:latin typeface="Times New Roman"/>
              <a:cs typeface="Times New Roman"/>
            </a:endParaRPr>
          </a:p>
        </p:txBody>
      </p:sp>
      <p:sp>
        <p:nvSpPr>
          <p:cNvPr id="17" name="Date Placeholder 16"/>
          <p:cNvSpPr>
            <a:spLocks noGrp="1"/>
          </p:cNvSpPr>
          <p:nvPr>
            <p:ph type="dt" sz="half" idx="6"/>
          </p:nvPr>
        </p:nvSpPr>
        <p:spPr/>
        <p:txBody>
          <a:bodyPr/>
          <a:lstStyle/>
          <a:p>
            <a:fld id="{61D42E75-F006-475D-8567-8F0BFCE549F3}" type="datetime1">
              <a:rPr lang="en-US" smtClean="0"/>
              <a:t>12/3/2025</a:t>
            </a:fld>
            <a:endParaRPr lang="en-US"/>
          </a:p>
        </p:txBody>
      </p:sp>
      <p:sp>
        <p:nvSpPr>
          <p:cNvPr id="18" name="Footer Placeholder 17"/>
          <p:cNvSpPr>
            <a:spLocks noGrp="1"/>
          </p:cNvSpPr>
          <p:nvPr>
            <p:ph type="ftr" sz="quarter" idx="5"/>
          </p:nvPr>
        </p:nvSpPr>
        <p:spPr/>
        <p:txBody>
          <a:bodyPr/>
          <a:lstStyle/>
          <a:p>
            <a:r>
              <a:rPr lang="en-US" smtClean="0"/>
              <a:t>Linux System and Network Administration                                                                       By Dr. Samuel Asferaw</a:t>
            </a:r>
            <a:endParaRPr lang="en-US"/>
          </a:p>
        </p:txBody>
      </p:sp>
      <p:sp>
        <p:nvSpPr>
          <p:cNvPr id="19" name="Slide Number Placeholder 18"/>
          <p:cNvSpPr>
            <a:spLocks noGrp="1"/>
          </p:cNvSpPr>
          <p:nvPr>
            <p:ph type="sldNum" sz="quarter" idx="7"/>
          </p:nvPr>
        </p:nvSpPr>
        <p:spPr/>
        <p:txBody>
          <a:bodyPr/>
          <a:lstStyle/>
          <a:p>
            <a:fld id="{B6F15528-21DE-4FAA-801E-634DDDAF4B2B}" type="slidenum">
              <a:rPr lang="en-US" smtClean="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66675"/>
            <a:ext cx="6076950" cy="4552950"/>
          </a:xfrm>
          <a:prstGeom prst="rect">
            <a:avLst/>
          </a:prstGeom>
        </p:spPr>
      </p:pic>
      <p:sp>
        <p:nvSpPr>
          <p:cNvPr id="15" name="Date Placeholder 14"/>
          <p:cNvSpPr>
            <a:spLocks noGrp="1"/>
          </p:cNvSpPr>
          <p:nvPr>
            <p:ph type="dt" sz="half" idx="6"/>
          </p:nvPr>
        </p:nvSpPr>
        <p:spPr/>
        <p:txBody>
          <a:bodyPr/>
          <a:lstStyle/>
          <a:p>
            <a:fld id="{306BC99C-DD45-4B31-8682-F872A2B8A037}" type="datetime1">
              <a:rPr lang="en-US" smtClean="0"/>
              <a:t>12/3/2025</a:t>
            </a:fld>
            <a:endParaRPr lang="en-US" dirty="0"/>
          </a:p>
        </p:txBody>
      </p:sp>
      <p:sp>
        <p:nvSpPr>
          <p:cNvPr id="16" name="Footer Placeholder 15"/>
          <p:cNvSpPr>
            <a:spLocks noGrp="1"/>
          </p:cNvSpPr>
          <p:nvPr>
            <p:ph type="ftr" sz="quarter" idx="5"/>
          </p:nvPr>
        </p:nvSpPr>
        <p:spPr/>
        <p:txBody>
          <a:bodyPr/>
          <a:lstStyle/>
          <a:p>
            <a:r>
              <a:rPr lang="en-US" smtClean="0"/>
              <a:t>Linux System and Network Administration                                                                       By Dr. Samuel Asferaw</a:t>
            </a:r>
            <a:endParaRPr lang="en-US" dirty="0"/>
          </a:p>
        </p:txBody>
      </p:sp>
      <p:sp>
        <p:nvSpPr>
          <p:cNvPr id="17" name="Slide Number Placeholder 16"/>
          <p:cNvSpPr>
            <a:spLocks noGrp="1"/>
          </p:cNvSpPr>
          <p:nvPr>
            <p:ph type="sldNum" sz="quarter" idx="7"/>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54604" y="211137"/>
            <a:ext cx="3547495"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A12F2F"/>
                </a:solidFill>
                <a:latin typeface="Times New Roman"/>
                <a:cs typeface="Times New Roman"/>
              </a:rPr>
              <a:t>Linux</a:t>
            </a:r>
            <a:r>
              <a:rPr sz="2400" b="1" spc="180" dirty="0">
                <a:solidFill>
                  <a:srgbClr val="A12F2F"/>
                </a:solidFill>
                <a:latin typeface="Times New Roman"/>
                <a:cs typeface="Times New Roman"/>
              </a:rPr>
              <a:t> </a:t>
            </a:r>
            <a:r>
              <a:rPr lang="en-US" sz="2400" b="1" dirty="0">
                <a:solidFill>
                  <a:srgbClr val="A12F2F"/>
                </a:solidFill>
                <a:latin typeface="Times New Roman"/>
                <a:cs typeface="Times New Roman"/>
              </a:rPr>
              <a:t>Ar</a:t>
            </a:r>
            <a:r>
              <a:rPr sz="2400" b="1" dirty="0">
                <a:solidFill>
                  <a:srgbClr val="A12F2F"/>
                </a:solidFill>
                <a:latin typeface="Times New Roman"/>
                <a:cs typeface="Times New Roman"/>
              </a:rPr>
              <a:t>chitec</a:t>
            </a:r>
            <a:r>
              <a:rPr lang="en-US" sz="2400" b="1" dirty="0">
                <a:solidFill>
                  <a:srgbClr val="A12F2F"/>
                </a:solidFill>
                <a:latin typeface="Times New Roman"/>
                <a:cs typeface="Times New Roman"/>
              </a:rPr>
              <a:t>tu</a:t>
            </a:r>
            <a:r>
              <a:rPr sz="2400" b="1" dirty="0">
                <a:solidFill>
                  <a:srgbClr val="A12F2F"/>
                </a:solidFill>
                <a:latin typeface="Times New Roman"/>
                <a:cs typeface="Times New Roman"/>
              </a:rPr>
              <a:t>re....</a:t>
            </a:r>
          </a:p>
        </p:txBody>
      </p:sp>
      <p:sp>
        <p:nvSpPr>
          <p:cNvPr id="4" name="object 4"/>
          <p:cNvSpPr txBox="1"/>
          <p:nvPr/>
        </p:nvSpPr>
        <p:spPr>
          <a:xfrm>
            <a:off x="321468" y="882471"/>
            <a:ext cx="5749132" cy="2841804"/>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pitchFamily="34" charset="0"/>
              <a:buChar char="•"/>
            </a:pPr>
            <a:r>
              <a:rPr lang="en-US" sz="2400" b="1" dirty="0" smtClean="0">
                <a:solidFill>
                  <a:srgbClr val="FF0000"/>
                </a:solidFill>
                <a:latin typeface="Times New Roman"/>
                <a:cs typeface="Times New Roman"/>
              </a:rPr>
              <a:t>Kernel: </a:t>
            </a:r>
            <a:r>
              <a:rPr lang="en-US" sz="2400" dirty="0" smtClean="0">
                <a:solidFill>
                  <a:schemeClr val="tx1"/>
                </a:solidFill>
                <a:latin typeface="Times New Roman"/>
                <a:cs typeface="Times New Roman"/>
              </a:rPr>
              <a:t>I</a:t>
            </a:r>
            <a:r>
              <a:rPr sz="2400" dirty="0" smtClean="0">
                <a:solidFill>
                  <a:schemeClr val="tx1"/>
                </a:solidFill>
                <a:latin typeface="Times New Roman"/>
                <a:cs typeface="Times New Roman"/>
              </a:rPr>
              <a:t>t</a:t>
            </a:r>
            <a:r>
              <a:rPr sz="2400" spc="10" dirty="0" smtClean="0">
                <a:solidFill>
                  <a:schemeClr val="tx1"/>
                </a:solidFill>
                <a:latin typeface="Times New Roman"/>
                <a:cs typeface="Times New Roman"/>
              </a:rPr>
              <a:t> </a:t>
            </a:r>
            <a:r>
              <a:rPr sz="2400" dirty="0">
                <a:solidFill>
                  <a:schemeClr val="tx1"/>
                </a:solidFill>
                <a:latin typeface="Times New Roman"/>
                <a:cs typeface="Times New Roman"/>
              </a:rPr>
              <a:t>is</a:t>
            </a:r>
            <a:r>
              <a:rPr sz="2400" spc="155" dirty="0">
                <a:solidFill>
                  <a:schemeClr val="tx1"/>
                </a:solidFill>
                <a:latin typeface="Times New Roman"/>
                <a:cs typeface="Times New Roman"/>
              </a:rPr>
              <a:t> </a:t>
            </a:r>
            <a:r>
              <a:rPr sz="2400" dirty="0">
                <a:solidFill>
                  <a:schemeClr val="tx1"/>
                </a:solidFill>
                <a:latin typeface="Times New Roman"/>
                <a:cs typeface="Times New Roman"/>
              </a:rPr>
              <a:t>responsible</a:t>
            </a:r>
            <a:r>
              <a:rPr sz="2400" spc="270" dirty="0">
                <a:solidFill>
                  <a:schemeClr val="tx1"/>
                </a:solidFill>
                <a:latin typeface="Times New Roman"/>
                <a:cs typeface="Times New Roman"/>
              </a:rPr>
              <a:t> </a:t>
            </a:r>
            <a:r>
              <a:rPr sz="2400" dirty="0">
                <a:solidFill>
                  <a:schemeClr val="tx1"/>
                </a:solidFill>
                <a:latin typeface="Times New Roman"/>
                <a:cs typeface="Times New Roman"/>
              </a:rPr>
              <a:t>for</a:t>
            </a:r>
            <a:r>
              <a:rPr sz="2400" spc="35" dirty="0">
                <a:solidFill>
                  <a:schemeClr val="tx1"/>
                </a:solidFill>
                <a:latin typeface="Times New Roman"/>
                <a:cs typeface="Times New Roman"/>
              </a:rPr>
              <a:t> </a:t>
            </a:r>
            <a:r>
              <a:rPr sz="2400" dirty="0">
                <a:solidFill>
                  <a:schemeClr val="tx1"/>
                </a:solidFill>
                <a:latin typeface="Times New Roman"/>
                <a:cs typeface="Times New Roman"/>
              </a:rPr>
              <a:t>a</a:t>
            </a:r>
            <a:r>
              <a:rPr sz="2400" spc="90" dirty="0">
                <a:solidFill>
                  <a:schemeClr val="tx1"/>
                </a:solidFill>
                <a:latin typeface="Times New Roman"/>
                <a:cs typeface="Times New Roman"/>
              </a:rPr>
              <a:t> </a:t>
            </a:r>
            <a:r>
              <a:rPr sz="2400" dirty="0">
                <a:solidFill>
                  <a:schemeClr val="tx1"/>
                </a:solidFill>
                <a:latin typeface="Times New Roman"/>
                <a:cs typeface="Times New Roman"/>
              </a:rPr>
              <a:t>lot</a:t>
            </a:r>
            <a:r>
              <a:rPr sz="2400" spc="100" dirty="0">
                <a:solidFill>
                  <a:schemeClr val="tx1"/>
                </a:solidFill>
                <a:latin typeface="Times New Roman"/>
                <a:cs typeface="Times New Roman"/>
              </a:rPr>
              <a:t> </a:t>
            </a:r>
            <a:r>
              <a:rPr sz="2400" dirty="0">
                <a:solidFill>
                  <a:schemeClr val="tx1"/>
                </a:solidFill>
                <a:latin typeface="Times New Roman"/>
                <a:cs typeface="Times New Roman"/>
              </a:rPr>
              <a:t>of</a:t>
            </a:r>
            <a:r>
              <a:rPr sz="2400" spc="350" dirty="0">
                <a:solidFill>
                  <a:schemeClr val="tx1"/>
                </a:solidFill>
                <a:latin typeface="Times New Roman"/>
                <a:cs typeface="Times New Roman"/>
              </a:rPr>
              <a:t> </a:t>
            </a:r>
            <a:r>
              <a:rPr sz="2400" dirty="0">
                <a:solidFill>
                  <a:schemeClr val="tx1"/>
                </a:solidFill>
                <a:latin typeface="Times New Roman"/>
                <a:cs typeface="Times New Roman"/>
              </a:rPr>
              <a:t>critical</a:t>
            </a:r>
            <a:r>
              <a:rPr sz="2400" spc="160" dirty="0">
                <a:solidFill>
                  <a:schemeClr val="tx1"/>
                </a:solidFill>
                <a:latin typeface="Times New Roman"/>
                <a:cs typeface="Times New Roman"/>
              </a:rPr>
              <a:t> </a:t>
            </a:r>
            <a:r>
              <a:rPr sz="2400" dirty="0">
                <a:solidFill>
                  <a:schemeClr val="tx1"/>
                </a:solidFill>
                <a:latin typeface="Times New Roman"/>
                <a:cs typeface="Times New Roman"/>
              </a:rPr>
              <a:t>tasks</a:t>
            </a:r>
            <a:r>
              <a:rPr sz="2400" spc="90" dirty="0">
                <a:solidFill>
                  <a:schemeClr val="tx1"/>
                </a:solidFill>
                <a:latin typeface="Times New Roman"/>
                <a:cs typeface="Times New Roman"/>
              </a:rPr>
              <a:t> </a:t>
            </a:r>
            <a:r>
              <a:rPr sz="2400" spc="-20" dirty="0" smtClean="0">
                <a:solidFill>
                  <a:schemeClr val="tx1"/>
                </a:solidFill>
                <a:latin typeface="Times New Roman"/>
                <a:cs typeface="Times New Roman"/>
              </a:rPr>
              <a:t>like</a:t>
            </a:r>
            <a:r>
              <a:rPr lang="en-US" sz="2400" spc="-20" dirty="0" smtClean="0">
                <a:solidFill>
                  <a:schemeClr val="tx1"/>
                </a:solidFill>
                <a:latin typeface="Times New Roman"/>
                <a:cs typeface="Times New Roman"/>
              </a:rPr>
              <a:t>:</a:t>
            </a:r>
            <a:endParaRPr sz="2400" dirty="0">
              <a:solidFill>
                <a:schemeClr val="tx1"/>
              </a:solidFill>
              <a:latin typeface="Times New Roman"/>
              <a:cs typeface="Times New Roman"/>
            </a:endParaRPr>
          </a:p>
          <a:p>
            <a:pPr marL="805179" marR="942975" indent="-342900">
              <a:lnSpc>
                <a:spcPts val="2930"/>
              </a:lnSpc>
              <a:spcBef>
                <a:spcPts val="215"/>
              </a:spcBef>
              <a:buFont typeface="Arial" panose="020B0604020202020204" pitchFamily="34" charset="0"/>
              <a:buChar char="•"/>
            </a:pPr>
            <a:r>
              <a:rPr lang="en-US" sz="2000" dirty="0">
                <a:solidFill>
                  <a:schemeClr val="tx1"/>
                </a:solidFill>
                <a:latin typeface="Times New Roman"/>
                <a:cs typeface="Times New Roman"/>
              </a:rPr>
              <a:t>P</a:t>
            </a:r>
            <a:r>
              <a:rPr sz="2000" dirty="0" smtClean="0">
                <a:solidFill>
                  <a:schemeClr val="tx1"/>
                </a:solidFill>
                <a:latin typeface="Times New Roman"/>
                <a:cs typeface="Times New Roman"/>
              </a:rPr>
              <a:t>rocess</a:t>
            </a:r>
            <a:r>
              <a:rPr sz="2000" spc="300" dirty="0" smtClean="0">
                <a:solidFill>
                  <a:schemeClr val="tx1"/>
                </a:solidFill>
                <a:latin typeface="Times New Roman"/>
                <a:cs typeface="Times New Roman"/>
              </a:rPr>
              <a:t> </a:t>
            </a:r>
            <a:r>
              <a:rPr sz="2000" spc="-10" dirty="0">
                <a:solidFill>
                  <a:schemeClr val="tx1"/>
                </a:solidFill>
                <a:latin typeface="Times New Roman"/>
                <a:cs typeface="Times New Roman"/>
              </a:rPr>
              <a:t>control, </a:t>
            </a:r>
            <a:endParaRPr lang="en-US" sz="2000" spc="-10" dirty="0" smtClean="0">
              <a:solidFill>
                <a:schemeClr val="tx1"/>
              </a:solidFill>
              <a:latin typeface="Times New Roman"/>
              <a:cs typeface="Times New Roman"/>
            </a:endParaRPr>
          </a:p>
          <a:p>
            <a:pPr marL="805179" marR="942975" indent="-342900">
              <a:lnSpc>
                <a:spcPts val="2930"/>
              </a:lnSpc>
              <a:spcBef>
                <a:spcPts val="215"/>
              </a:spcBef>
              <a:buFont typeface="Arial" panose="020B0604020202020204" pitchFamily="34" charset="0"/>
              <a:buChar char="•"/>
            </a:pPr>
            <a:r>
              <a:rPr sz="2000" dirty="0" smtClean="0">
                <a:solidFill>
                  <a:schemeClr val="tx1"/>
                </a:solidFill>
                <a:latin typeface="Times New Roman"/>
                <a:cs typeface="Times New Roman"/>
              </a:rPr>
              <a:t>Networking</a:t>
            </a:r>
            <a:r>
              <a:rPr sz="2000" spc="475" dirty="0" smtClean="0">
                <a:solidFill>
                  <a:schemeClr val="tx1"/>
                </a:solidFill>
                <a:latin typeface="Times New Roman"/>
                <a:cs typeface="Times New Roman"/>
              </a:rPr>
              <a:t> </a:t>
            </a:r>
            <a:r>
              <a:rPr sz="2000" spc="-10" dirty="0">
                <a:solidFill>
                  <a:schemeClr val="tx1"/>
                </a:solidFill>
                <a:latin typeface="Times New Roman"/>
                <a:cs typeface="Times New Roman"/>
              </a:rPr>
              <a:t>management,</a:t>
            </a:r>
            <a:endParaRPr sz="2000" dirty="0">
              <a:solidFill>
                <a:schemeClr val="tx1"/>
              </a:solidFill>
              <a:latin typeface="Times New Roman"/>
              <a:cs typeface="Times New Roman"/>
            </a:endParaRPr>
          </a:p>
          <a:p>
            <a:pPr marL="807084" indent="-342900">
              <a:lnSpc>
                <a:spcPct val="100000"/>
              </a:lnSpc>
              <a:spcBef>
                <a:spcPts val="710"/>
              </a:spcBef>
              <a:buFont typeface="Arial" panose="020B0604020202020204" pitchFamily="34" charset="0"/>
              <a:buChar char="•"/>
            </a:pPr>
            <a:r>
              <a:rPr lang="en-US" sz="2000" spc="-20" dirty="0" smtClean="0">
                <a:solidFill>
                  <a:schemeClr val="tx1"/>
                </a:solidFill>
                <a:latin typeface="Times New Roman"/>
                <a:cs typeface="Times New Roman"/>
              </a:rPr>
              <a:t>A</a:t>
            </a:r>
            <a:r>
              <a:rPr sz="2000" spc="-20" dirty="0" smtClean="0">
                <a:solidFill>
                  <a:schemeClr val="tx1"/>
                </a:solidFill>
                <a:latin typeface="Times New Roman"/>
                <a:cs typeface="Times New Roman"/>
              </a:rPr>
              <a:t>ccessing</a:t>
            </a:r>
            <a:r>
              <a:rPr sz="2000" spc="-10" dirty="0" smtClean="0">
                <a:solidFill>
                  <a:schemeClr val="tx1"/>
                </a:solidFill>
                <a:latin typeface="Times New Roman"/>
                <a:cs typeface="Times New Roman"/>
              </a:rPr>
              <a:t> </a:t>
            </a:r>
            <a:r>
              <a:rPr sz="2000" spc="-10" dirty="0">
                <a:solidFill>
                  <a:schemeClr val="tx1"/>
                </a:solidFill>
                <a:latin typeface="Times New Roman"/>
                <a:cs typeface="Times New Roman"/>
              </a:rPr>
              <a:t>peripherals</a:t>
            </a:r>
            <a:r>
              <a:rPr sz="2000" spc="-20" dirty="0">
                <a:solidFill>
                  <a:schemeClr val="tx1"/>
                </a:solidFill>
                <a:latin typeface="Times New Roman"/>
                <a:cs typeface="Times New Roman"/>
              </a:rPr>
              <a:t> </a:t>
            </a:r>
            <a:r>
              <a:rPr sz="2000" dirty="0">
                <a:solidFill>
                  <a:schemeClr val="tx1"/>
                </a:solidFill>
                <a:latin typeface="Times New Roman"/>
                <a:cs typeface="Times New Roman"/>
              </a:rPr>
              <a:t>and</a:t>
            </a:r>
            <a:r>
              <a:rPr sz="2000" spc="15" dirty="0">
                <a:solidFill>
                  <a:schemeClr val="tx1"/>
                </a:solidFill>
                <a:latin typeface="Times New Roman"/>
                <a:cs typeface="Times New Roman"/>
              </a:rPr>
              <a:t> </a:t>
            </a:r>
            <a:r>
              <a:rPr sz="2000" spc="-25" dirty="0" smtClean="0">
                <a:solidFill>
                  <a:schemeClr val="tx1"/>
                </a:solidFill>
                <a:latin typeface="Times New Roman"/>
                <a:cs typeface="Times New Roman"/>
              </a:rPr>
              <a:t>f</a:t>
            </a:r>
            <a:r>
              <a:rPr lang="en-US" sz="2000" spc="-25" dirty="0" smtClean="0">
                <a:solidFill>
                  <a:schemeClr val="tx1"/>
                </a:solidFill>
                <a:latin typeface="Times New Roman"/>
                <a:cs typeface="Times New Roman"/>
              </a:rPr>
              <a:t>il</a:t>
            </a:r>
            <a:r>
              <a:rPr sz="2000" spc="-25" dirty="0" smtClean="0">
                <a:solidFill>
                  <a:schemeClr val="tx1"/>
                </a:solidFill>
                <a:latin typeface="Times New Roman"/>
                <a:cs typeface="Times New Roman"/>
              </a:rPr>
              <a:t>e</a:t>
            </a:r>
            <a:r>
              <a:rPr sz="2000" spc="-75" dirty="0" smtClean="0">
                <a:solidFill>
                  <a:schemeClr val="tx1"/>
                </a:solidFill>
                <a:latin typeface="Times New Roman"/>
                <a:cs typeface="Times New Roman"/>
              </a:rPr>
              <a:t> </a:t>
            </a:r>
            <a:r>
              <a:rPr sz="2000" spc="-10" dirty="0">
                <a:solidFill>
                  <a:schemeClr val="tx1"/>
                </a:solidFill>
                <a:latin typeface="Times New Roman"/>
                <a:cs typeface="Times New Roman"/>
              </a:rPr>
              <a:t>system,</a:t>
            </a:r>
            <a:endParaRPr sz="2000" dirty="0">
              <a:solidFill>
                <a:schemeClr val="tx1"/>
              </a:solidFill>
              <a:latin typeface="Times New Roman"/>
              <a:cs typeface="Times New Roman"/>
            </a:endParaRPr>
          </a:p>
          <a:p>
            <a:pPr marL="805815" indent="-342900">
              <a:lnSpc>
                <a:spcPct val="100000"/>
              </a:lnSpc>
              <a:spcBef>
                <a:spcPts val="1140"/>
              </a:spcBef>
              <a:buFont typeface="Arial" panose="020B0604020202020204" pitchFamily="34" charset="0"/>
              <a:buChar char="•"/>
            </a:pPr>
            <a:r>
              <a:rPr lang="en-US" sz="2000" dirty="0" smtClean="0">
                <a:solidFill>
                  <a:schemeClr val="tx1"/>
                </a:solidFill>
                <a:latin typeface="Times New Roman"/>
                <a:cs typeface="Times New Roman"/>
              </a:rPr>
              <a:t>S</a:t>
            </a:r>
            <a:r>
              <a:rPr sz="2000" dirty="0" smtClean="0">
                <a:solidFill>
                  <a:schemeClr val="tx1"/>
                </a:solidFill>
                <a:latin typeface="Times New Roman"/>
                <a:cs typeface="Times New Roman"/>
              </a:rPr>
              <a:t>ecurity</a:t>
            </a:r>
            <a:r>
              <a:rPr sz="2000" spc="445" dirty="0" smtClean="0">
                <a:solidFill>
                  <a:schemeClr val="tx1"/>
                </a:solidFill>
                <a:latin typeface="Times New Roman"/>
                <a:cs typeface="Times New Roman"/>
              </a:rPr>
              <a:t> </a:t>
            </a:r>
            <a:r>
              <a:rPr sz="2000" dirty="0">
                <a:solidFill>
                  <a:schemeClr val="tx1"/>
                </a:solidFill>
                <a:latin typeface="Times New Roman"/>
                <a:cs typeface="Times New Roman"/>
              </a:rPr>
              <a:t>management</a:t>
            </a:r>
            <a:r>
              <a:rPr sz="2000" spc="100" dirty="0">
                <a:solidFill>
                  <a:schemeClr val="tx1"/>
                </a:solidFill>
                <a:latin typeface="Times New Roman"/>
                <a:cs typeface="Times New Roman"/>
              </a:rPr>
              <a:t>  </a:t>
            </a:r>
            <a:r>
              <a:rPr sz="2000" spc="-20" dirty="0" smtClean="0">
                <a:solidFill>
                  <a:schemeClr val="tx1"/>
                </a:solidFill>
                <a:latin typeface="Times New Roman"/>
                <a:cs typeface="Times New Roman"/>
              </a:rPr>
              <a:t>a</a:t>
            </a:r>
            <a:r>
              <a:rPr lang="en-US" sz="2000" spc="-20" dirty="0" smtClean="0">
                <a:solidFill>
                  <a:schemeClr val="tx1"/>
                </a:solidFill>
                <a:latin typeface="Times New Roman"/>
                <a:cs typeface="Times New Roman"/>
              </a:rPr>
              <a:t>n</a:t>
            </a:r>
            <a:r>
              <a:rPr sz="2000" spc="-20" dirty="0" smtClean="0">
                <a:solidFill>
                  <a:schemeClr val="tx1"/>
                </a:solidFill>
                <a:latin typeface="Times New Roman"/>
                <a:cs typeface="Times New Roman"/>
              </a:rPr>
              <a:t>d</a:t>
            </a:r>
            <a:endParaRPr sz="2000" dirty="0">
              <a:solidFill>
                <a:schemeClr val="tx1"/>
              </a:solidFill>
              <a:latin typeface="Times New Roman"/>
              <a:cs typeface="Times New Roman"/>
            </a:endParaRPr>
          </a:p>
          <a:p>
            <a:pPr marL="803275" indent="-342900">
              <a:lnSpc>
                <a:spcPct val="100000"/>
              </a:lnSpc>
              <a:spcBef>
                <a:spcPts val="1095"/>
              </a:spcBef>
              <a:buFont typeface="Arial" panose="020B0604020202020204" pitchFamily="34" charset="0"/>
              <a:buChar char="•"/>
            </a:pPr>
            <a:r>
              <a:rPr lang="en-US" sz="2000" dirty="0" smtClean="0">
                <a:solidFill>
                  <a:schemeClr val="tx1"/>
                </a:solidFill>
                <a:latin typeface="Times New Roman"/>
                <a:cs typeface="Times New Roman"/>
              </a:rPr>
              <a:t>M</a:t>
            </a:r>
            <a:r>
              <a:rPr sz="2000" dirty="0" smtClean="0">
                <a:solidFill>
                  <a:schemeClr val="tx1"/>
                </a:solidFill>
                <a:latin typeface="Times New Roman"/>
                <a:cs typeface="Times New Roman"/>
              </a:rPr>
              <a:t>emory</a:t>
            </a:r>
            <a:r>
              <a:rPr sz="2000" spc="65" dirty="0" smtClean="0">
                <a:solidFill>
                  <a:schemeClr val="tx1"/>
                </a:solidFill>
                <a:latin typeface="Times New Roman"/>
                <a:cs typeface="Times New Roman"/>
              </a:rPr>
              <a:t> </a:t>
            </a:r>
            <a:r>
              <a:rPr sz="2000" spc="-10" dirty="0">
                <a:solidFill>
                  <a:schemeClr val="tx1"/>
                </a:solidFill>
                <a:latin typeface="Times New Roman"/>
                <a:cs typeface="Times New Roman"/>
              </a:rPr>
              <a:t>management.</a:t>
            </a:r>
            <a:endParaRPr sz="2000" dirty="0">
              <a:solidFill>
                <a:schemeClr val="tx1"/>
              </a:solidFill>
              <a:latin typeface="Times New Roman"/>
              <a:cs typeface="Times New Roman"/>
            </a:endParaRPr>
          </a:p>
        </p:txBody>
      </p:sp>
      <p:sp>
        <p:nvSpPr>
          <p:cNvPr id="17" name="Date Placeholder 16"/>
          <p:cNvSpPr>
            <a:spLocks noGrp="1"/>
          </p:cNvSpPr>
          <p:nvPr>
            <p:ph type="dt" sz="half" idx="6"/>
          </p:nvPr>
        </p:nvSpPr>
        <p:spPr/>
        <p:txBody>
          <a:bodyPr/>
          <a:lstStyle/>
          <a:p>
            <a:fld id="{02778A1F-BFE0-4B85-BFEE-48D0E9FAB126}" type="datetime1">
              <a:rPr lang="en-US" smtClean="0"/>
              <a:t>12/3/2025</a:t>
            </a:fld>
            <a:endParaRPr lang="en-US"/>
          </a:p>
        </p:txBody>
      </p:sp>
      <p:sp>
        <p:nvSpPr>
          <p:cNvPr id="18" name="Footer Placeholder 17"/>
          <p:cNvSpPr>
            <a:spLocks noGrp="1"/>
          </p:cNvSpPr>
          <p:nvPr>
            <p:ph type="ftr" sz="quarter" idx="5"/>
          </p:nvPr>
        </p:nvSpPr>
        <p:spPr/>
        <p:txBody>
          <a:bodyPr/>
          <a:lstStyle/>
          <a:p>
            <a:r>
              <a:rPr lang="en-US" smtClean="0"/>
              <a:t>Linux System and Network Administration                                                                       By Dr. Samuel Asferaw</a:t>
            </a:r>
            <a:endParaRPr lang="en-US"/>
          </a:p>
        </p:txBody>
      </p:sp>
      <p:sp>
        <p:nvSpPr>
          <p:cNvPr id="19" name="Slide Number Placeholder 18"/>
          <p:cNvSpPr>
            <a:spLocks noGrp="1"/>
          </p:cNvSpPr>
          <p:nvPr>
            <p:ph type="sldNum" sz="quarter" idx="7"/>
          </p:nvPr>
        </p:nvSpPr>
        <p:spPr/>
        <p:txBody>
          <a:bodyPr/>
          <a:lstStyle/>
          <a:p>
            <a:fld id="{B6F15528-21DE-4FAA-801E-634DDDAF4B2B}" type="slidenum">
              <a:rPr lang="en-US" smtClean="0"/>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231174"/>
            <a:ext cx="6070600" cy="382156"/>
          </a:xfrm>
          <a:prstGeom prst="rect">
            <a:avLst/>
          </a:prstGeom>
        </p:spPr>
        <p:txBody>
          <a:bodyPr vert="horz" wrap="square" lIns="0" tIns="12700" rIns="0" bIns="0" rtlCol="0">
            <a:spAutoFit/>
          </a:bodyPr>
          <a:lstStyle/>
          <a:p>
            <a:pPr marL="12700">
              <a:lnSpc>
                <a:spcPct val="100000"/>
              </a:lnSpc>
              <a:spcBef>
                <a:spcPts val="100"/>
              </a:spcBef>
            </a:pPr>
            <a:r>
              <a:rPr lang="en-US" sz="2400" b="1" spc="10" dirty="0" smtClean="0">
                <a:solidFill>
                  <a:srgbClr val="9C1313"/>
                </a:solidFill>
                <a:latin typeface="Times New Roman"/>
                <a:cs typeface="Times New Roman"/>
              </a:rPr>
              <a:t>Distinction between Linux and Windows OS</a:t>
            </a:r>
            <a:endParaRPr sz="2400" b="1" dirty="0">
              <a:latin typeface="Times New Roman"/>
              <a:cs typeface="Times New Roman"/>
            </a:endParaRPr>
          </a:p>
        </p:txBody>
      </p:sp>
      <p:sp>
        <p:nvSpPr>
          <p:cNvPr id="4" name="TextBox 3"/>
          <p:cNvSpPr txBox="1"/>
          <p:nvPr/>
        </p:nvSpPr>
        <p:spPr>
          <a:xfrm>
            <a:off x="8320" y="3724275"/>
            <a:ext cx="6062279" cy="523220"/>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Linux is completely freed from price whereas windows is marketable package and is expensive </a:t>
            </a:r>
            <a:endParaRPr lang="en-US" sz="1400" dirty="0">
              <a:latin typeface="Times New Roman" panose="02020603050405020304" pitchFamily="18" charset="0"/>
              <a:cs typeface="Times New Roman" panose="02020603050405020304" pitchFamily="18" charset="0"/>
            </a:endParaRPr>
          </a:p>
        </p:txBody>
      </p:sp>
      <p:sp>
        <p:nvSpPr>
          <p:cNvPr id="10" name="Date Placeholder 9"/>
          <p:cNvSpPr>
            <a:spLocks noGrp="1"/>
          </p:cNvSpPr>
          <p:nvPr>
            <p:ph type="dt" sz="half" idx="6"/>
          </p:nvPr>
        </p:nvSpPr>
        <p:spPr/>
        <p:txBody>
          <a:bodyPr/>
          <a:lstStyle/>
          <a:p>
            <a:fld id="{0BE35302-B1B5-42D9-B353-5A207D6AAFD0}" type="datetime1">
              <a:rPr lang="en-US" smtClean="0"/>
              <a:t>12/3/2025</a:t>
            </a:fld>
            <a:endParaRPr lang="en-US"/>
          </a:p>
        </p:txBody>
      </p:sp>
      <p:sp>
        <p:nvSpPr>
          <p:cNvPr id="11" name="Footer Placeholder 10"/>
          <p:cNvSpPr>
            <a:spLocks noGrp="1"/>
          </p:cNvSpPr>
          <p:nvPr>
            <p:ph type="ftr" sz="quarter" idx="5"/>
          </p:nvPr>
        </p:nvSpPr>
        <p:spPr/>
        <p:txBody>
          <a:bodyPr/>
          <a:lstStyle/>
          <a:p>
            <a:r>
              <a:rPr lang="en-US" smtClean="0"/>
              <a:t>Linux System and Network Administration                                                                       By Dr. Samuel Asferaw</a:t>
            </a:r>
            <a:endParaRPr lang="en-US"/>
          </a:p>
        </p:txBody>
      </p:sp>
      <p:sp>
        <p:nvSpPr>
          <p:cNvPr id="12" name="Slide Number Placeholder 11"/>
          <p:cNvSpPr>
            <a:spLocks noGrp="1"/>
          </p:cNvSpPr>
          <p:nvPr>
            <p:ph type="sldNum" sz="quarter" idx="7"/>
          </p:nvPr>
        </p:nvSpPr>
        <p:spPr/>
        <p:txBody>
          <a:bodyPr/>
          <a:lstStyle/>
          <a:p>
            <a:fld id="{B6F15528-21DE-4FAA-801E-634DDDAF4B2B}" type="slidenum">
              <a:rPr lang="en-US" smtClean="0"/>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37245" y="131762"/>
            <a:ext cx="5733355" cy="382156"/>
          </a:xfrm>
          <a:prstGeom prst="rect">
            <a:avLst/>
          </a:prstGeom>
        </p:spPr>
        <p:txBody>
          <a:bodyPr vert="horz" wrap="square" lIns="0" tIns="12700" rIns="0" bIns="0" rtlCol="0">
            <a:spAutoFit/>
          </a:bodyPr>
          <a:lstStyle/>
          <a:p>
            <a:pPr marL="121285">
              <a:lnSpc>
                <a:spcPct val="100000"/>
              </a:lnSpc>
              <a:spcBef>
                <a:spcPts val="100"/>
              </a:spcBef>
            </a:pPr>
            <a:r>
              <a:rPr lang="en-US" sz="2400" b="1" spc="-200" dirty="0" smtClean="0">
                <a:solidFill>
                  <a:srgbClr val="FF0000"/>
                </a:solidFill>
              </a:rPr>
              <a:t>Linux</a:t>
            </a:r>
            <a:r>
              <a:rPr sz="2400" b="1" spc="5" dirty="0" smtClean="0">
                <a:solidFill>
                  <a:srgbClr val="FF0000"/>
                </a:solidFill>
              </a:rPr>
              <a:t> </a:t>
            </a:r>
            <a:r>
              <a:rPr sz="2400" b="1" spc="-45" dirty="0">
                <a:solidFill>
                  <a:srgbClr val="FF0000"/>
                </a:solidFill>
              </a:rPr>
              <a:t>Systems</a:t>
            </a:r>
            <a:r>
              <a:rPr sz="2400" b="1" spc="30" dirty="0">
                <a:solidFill>
                  <a:srgbClr val="FF0000"/>
                </a:solidFill>
              </a:rPr>
              <a:t> </a:t>
            </a:r>
            <a:r>
              <a:rPr sz="2400" b="1" dirty="0">
                <a:solidFill>
                  <a:srgbClr val="FF0000"/>
                </a:solidFill>
              </a:rPr>
              <a:t>and</a:t>
            </a:r>
            <a:r>
              <a:rPr sz="2400" b="1" spc="-30" dirty="0">
                <a:solidFill>
                  <a:srgbClr val="FF0000"/>
                </a:solidFill>
              </a:rPr>
              <a:t> </a:t>
            </a:r>
            <a:r>
              <a:rPr sz="2400" b="1" spc="-10" dirty="0">
                <a:solidFill>
                  <a:srgbClr val="FF0000"/>
                </a:solidFill>
              </a:rPr>
              <a:t>Network</a:t>
            </a:r>
            <a:r>
              <a:rPr sz="2400" b="1" spc="60" dirty="0">
                <a:solidFill>
                  <a:srgbClr val="FF0000"/>
                </a:solidFill>
              </a:rPr>
              <a:t> </a:t>
            </a:r>
            <a:r>
              <a:rPr sz="2400" b="1" spc="-10" dirty="0">
                <a:solidFill>
                  <a:srgbClr val="FF0000"/>
                </a:solidFill>
              </a:rPr>
              <a:t>Concepts</a:t>
            </a:r>
            <a:endParaRPr sz="2400" b="1" dirty="0">
              <a:solidFill>
                <a:srgbClr val="FF0000"/>
              </a:solidFill>
            </a:endParaRPr>
          </a:p>
        </p:txBody>
      </p:sp>
      <p:sp>
        <p:nvSpPr>
          <p:cNvPr id="5" name="object 5"/>
          <p:cNvSpPr txBox="1"/>
          <p:nvPr/>
        </p:nvSpPr>
        <p:spPr>
          <a:xfrm>
            <a:off x="63500" y="692264"/>
            <a:ext cx="5948240" cy="3336811"/>
          </a:xfrm>
          <a:prstGeom prst="rect">
            <a:avLst/>
          </a:prstGeom>
        </p:spPr>
        <p:txBody>
          <a:bodyPr vert="horz" wrap="square" lIns="0" tIns="12700" rIns="0" bIns="0" rtlCol="0">
            <a:spAutoFit/>
          </a:bodyPr>
          <a:lstStyle/>
          <a:p>
            <a:pPr marL="285750" indent="-285750">
              <a:buFont typeface="Arial" panose="020B0604020202020204" pitchFamily="34" charset="0"/>
              <a:buChar char="•"/>
            </a:pPr>
            <a:r>
              <a:rPr lang="en-US" b="1" spc="90" dirty="0" smtClean="0">
                <a:solidFill>
                  <a:srgbClr val="FF0000"/>
                </a:solidFill>
                <a:latin typeface="Times New Roman" panose="02020603050405020304" pitchFamily="18" charset="0"/>
                <a:cs typeface="Times New Roman" panose="02020603050405020304" pitchFamily="18" charset="0"/>
              </a:rPr>
              <a:t>Linux </a:t>
            </a:r>
            <a:r>
              <a:rPr lang="en-US" b="1" spc="-70" dirty="0" smtClean="0">
                <a:solidFill>
                  <a:srgbClr val="FF0000"/>
                </a:solidFill>
                <a:latin typeface="Times New Roman" panose="02020603050405020304" pitchFamily="18" charset="0"/>
                <a:cs typeface="Times New Roman" panose="02020603050405020304" pitchFamily="18" charset="0"/>
              </a:rPr>
              <a:t>systems</a:t>
            </a:r>
            <a:r>
              <a:rPr lang="en-US" b="1" spc="5" dirty="0" smtClean="0">
                <a:solidFill>
                  <a:srgbClr val="FF0000"/>
                </a:solidFill>
                <a:latin typeface="Times New Roman" panose="02020603050405020304" pitchFamily="18" charset="0"/>
                <a:cs typeface="Times New Roman" panose="02020603050405020304" pitchFamily="18" charset="0"/>
              </a:rPr>
              <a:t> </a:t>
            </a:r>
            <a:r>
              <a:rPr lang="en-US" spc="-35" dirty="0" smtClean="0">
                <a:solidFill>
                  <a:schemeClr val="tx1"/>
                </a:solidFill>
                <a:latin typeface="Times New Roman" panose="02020603050405020304" pitchFamily="18" charset="0"/>
                <a:cs typeface="Times New Roman" panose="02020603050405020304" pitchFamily="18" charset="0"/>
              </a:rPr>
              <a:t>support</a:t>
            </a:r>
            <a:r>
              <a:rPr lang="en-US" spc="35" dirty="0" smtClean="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a</a:t>
            </a:r>
            <a:r>
              <a:rPr lang="en-US" spc="5" dirty="0" smtClean="0">
                <a:solidFill>
                  <a:schemeClr val="tx1"/>
                </a:solidFill>
                <a:latin typeface="Times New Roman" panose="02020603050405020304" pitchFamily="18" charset="0"/>
                <a:cs typeface="Times New Roman" panose="02020603050405020304" pitchFamily="18" charset="0"/>
              </a:rPr>
              <a:t> </a:t>
            </a:r>
            <a:r>
              <a:rPr lang="en-US" spc="-65" dirty="0" smtClean="0">
                <a:solidFill>
                  <a:schemeClr val="tx1"/>
                </a:solidFill>
                <a:latin typeface="Times New Roman" panose="02020603050405020304" pitchFamily="18" charset="0"/>
                <a:cs typeface="Times New Roman" panose="02020603050405020304" pitchFamily="18" charset="0"/>
              </a:rPr>
              <a:t>wide</a:t>
            </a:r>
            <a:r>
              <a:rPr lang="en-US" dirty="0" smtClean="0">
                <a:solidFill>
                  <a:schemeClr val="tx1"/>
                </a:solidFill>
                <a:latin typeface="Times New Roman" panose="02020603050405020304" pitchFamily="18" charset="0"/>
                <a:cs typeface="Times New Roman" panose="02020603050405020304" pitchFamily="18" charset="0"/>
              </a:rPr>
              <a:t> </a:t>
            </a:r>
            <a:r>
              <a:rPr lang="en-US" spc="-40" dirty="0" smtClean="0">
                <a:solidFill>
                  <a:schemeClr val="tx1"/>
                </a:solidFill>
                <a:latin typeface="Times New Roman" panose="02020603050405020304" pitchFamily="18" charset="0"/>
                <a:cs typeface="Times New Roman" panose="02020603050405020304" pitchFamily="18" charset="0"/>
              </a:rPr>
              <a:t>range</a:t>
            </a:r>
            <a:r>
              <a:rPr lang="en-US" dirty="0" smtClean="0">
                <a:solidFill>
                  <a:schemeClr val="tx1"/>
                </a:solidFill>
                <a:latin typeface="Times New Roman" panose="02020603050405020304" pitchFamily="18" charset="0"/>
                <a:cs typeface="Times New Roman" panose="02020603050405020304" pitchFamily="18" charset="0"/>
              </a:rPr>
              <a:t> of</a:t>
            </a:r>
            <a:r>
              <a:rPr lang="en-US" spc="320" dirty="0" smtClean="0">
                <a:solidFill>
                  <a:schemeClr val="tx1"/>
                </a:solidFill>
                <a:latin typeface="Times New Roman" panose="02020603050405020304" pitchFamily="18" charset="0"/>
                <a:cs typeface="Times New Roman" panose="02020603050405020304" pitchFamily="18" charset="0"/>
              </a:rPr>
              <a:t> </a:t>
            </a:r>
            <a:r>
              <a:rPr lang="en-US" spc="-75" dirty="0" smtClean="0">
                <a:solidFill>
                  <a:schemeClr val="tx1"/>
                </a:solidFill>
                <a:latin typeface="Times New Roman" panose="02020603050405020304" pitchFamily="18" charset="0"/>
                <a:cs typeface="Times New Roman" panose="02020603050405020304" pitchFamily="18" charset="0"/>
              </a:rPr>
              <a:t>network</a:t>
            </a:r>
            <a:r>
              <a:rPr lang="en-US" spc="70" dirty="0" smtClean="0">
                <a:solidFill>
                  <a:schemeClr val="tx1"/>
                </a:solidFill>
                <a:latin typeface="Times New Roman" panose="02020603050405020304" pitchFamily="18" charset="0"/>
                <a:cs typeface="Times New Roman" panose="02020603050405020304" pitchFamily="18" charset="0"/>
              </a:rPr>
              <a:t> </a:t>
            </a:r>
            <a:r>
              <a:rPr lang="en-US" spc="-25" dirty="0" smtClean="0">
                <a:solidFill>
                  <a:schemeClr val="tx1"/>
                </a:solidFill>
                <a:latin typeface="Times New Roman" panose="02020603050405020304" pitchFamily="18" charset="0"/>
                <a:cs typeface="Times New Roman" panose="02020603050405020304" pitchFamily="18" charset="0"/>
              </a:rPr>
              <a:t>concepts</a:t>
            </a:r>
            <a:r>
              <a:rPr lang="en-US" spc="75" dirty="0" smtClean="0">
                <a:solidFill>
                  <a:schemeClr val="tx1"/>
                </a:solidFill>
                <a:latin typeface="Times New Roman" panose="02020603050405020304" pitchFamily="18" charset="0"/>
                <a:cs typeface="Times New Roman" panose="02020603050405020304" pitchFamily="18" charset="0"/>
              </a:rPr>
              <a:t> </a:t>
            </a:r>
            <a:r>
              <a:rPr lang="en-US" spc="-25" dirty="0" smtClean="0">
                <a:solidFill>
                  <a:schemeClr val="tx1"/>
                </a:solidFill>
                <a:latin typeface="Times New Roman" panose="02020603050405020304" pitchFamily="18" charset="0"/>
                <a:cs typeface="Times New Roman" panose="02020603050405020304" pitchFamily="18" charset="0"/>
              </a:rPr>
              <a:t>and technologies, making a </a:t>
            </a:r>
            <a:r>
              <a:rPr lang="en-US" b="1" spc="-25" dirty="0" smtClean="0">
                <a:solidFill>
                  <a:srgbClr val="FF0000"/>
                </a:solidFill>
                <a:latin typeface="Times New Roman" panose="02020603050405020304" pitchFamily="18" charset="0"/>
                <a:cs typeface="Times New Roman" panose="02020603050405020304" pitchFamily="18" charset="0"/>
              </a:rPr>
              <a:t>popular choice for network</a:t>
            </a:r>
            <a:endParaRPr lang="en-US" b="1" dirty="0" smtClean="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b="1" dirty="0" smtClean="0">
                <a:solidFill>
                  <a:schemeClr val="tx1"/>
                </a:solidFill>
                <a:latin typeface="Times New Roman" panose="02020603050405020304" pitchFamily="18" charset="0"/>
                <a:cs typeface="Times New Roman" panose="02020603050405020304" pitchFamily="18" charset="0"/>
              </a:rPr>
              <a:t>IP</a:t>
            </a:r>
            <a:r>
              <a:rPr b="1" spc="245" dirty="0" smtClean="0">
                <a:solidFill>
                  <a:schemeClr val="tx1"/>
                </a:solidFill>
                <a:latin typeface="Times New Roman" panose="02020603050405020304" pitchFamily="18" charset="0"/>
                <a:cs typeface="Times New Roman" panose="02020603050405020304" pitchFamily="18" charset="0"/>
              </a:rPr>
              <a:t> </a:t>
            </a:r>
            <a:r>
              <a:rPr b="1" spc="-10" dirty="0" smtClean="0">
                <a:solidFill>
                  <a:schemeClr val="tx1"/>
                </a:solidFill>
                <a:latin typeface="Times New Roman" panose="02020603050405020304" pitchFamily="18" charset="0"/>
                <a:cs typeface="Times New Roman" panose="02020603050405020304" pitchFamily="18" charset="0"/>
              </a:rPr>
              <a:t>Addr</a:t>
            </a:r>
            <a:r>
              <a:rPr lang="en-US" b="1" spc="-10" dirty="0" smtClean="0">
                <a:solidFill>
                  <a:schemeClr val="tx1"/>
                </a:solidFill>
                <a:latin typeface="Times New Roman" panose="02020603050405020304" pitchFamily="18" charset="0"/>
                <a:cs typeface="Times New Roman" panose="02020603050405020304" pitchFamily="18" charset="0"/>
              </a:rPr>
              <a:t>e</a:t>
            </a:r>
            <a:r>
              <a:rPr b="1" spc="-10" dirty="0" smtClean="0">
                <a:solidFill>
                  <a:schemeClr val="tx1"/>
                </a:solidFill>
                <a:latin typeface="Times New Roman" panose="02020603050405020304" pitchFamily="18" charset="0"/>
                <a:cs typeface="Times New Roman" panose="02020603050405020304" pitchFamily="18" charset="0"/>
              </a:rPr>
              <a:t>ssi</a:t>
            </a:r>
            <a:r>
              <a:rPr lang="en-US" b="1" spc="-10" dirty="0" smtClean="0">
                <a:solidFill>
                  <a:schemeClr val="tx1"/>
                </a:solidFill>
                <a:latin typeface="Times New Roman" panose="02020603050405020304" pitchFamily="18" charset="0"/>
                <a:cs typeface="Times New Roman" panose="02020603050405020304" pitchFamily="18" charset="0"/>
              </a:rPr>
              <a:t>n</a:t>
            </a:r>
            <a:r>
              <a:rPr b="1" spc="-10" dirty="0" smtClean="0">
                <a:solidFill>
                  <a:schemeClr val="tx1"/>
                </a:solidFill>
                <a:latin typeface="Times New Roman" panose="02020603050405020304" pitchFamily="18" charset="0"/>
                <a:cs typeface="Times New Roman" panose="02020603050405020304" pitchFamily="18" charset="0"/>
              </a:rPr>
              <a:t>g</a:t>
            </a:r>
            <a:endParaRPr b="1" dirty="0" smtClean="0">
              <a:solidFill>
                <a:schemeClr val="tx1"/>
              </a:solidFill>
              <a:latin typeface="Times New Roman" panose="02020603050405020304" pitchFamily="18" charset="0"/>
              <a:cs typeface="Times New Roman" panose="02020603050405020304" pitchFamily="18" charset="0"/>
            </a:endParaRPr>
          </a:p>
          <a:p>
            <a:pPr marL="571500" lvl="1" indent="-171450">
              <a:buFont typeface="Arial" panose="020B0604020202020204" pitchFamily="34" charset="0"/>
              <a:buChar char="•"/>
            </a:pPr>
            <a:r>
              <a:rPr lang="en-US" spc="45" dirty="0" smtClean="0">
                <a:solidFill>
                  <a:schemeClr val="tx1"/>
                </a:solidFill>
                <a:latin typeface="Times New Roman" panose="02020603050405020304" pitchFamily="18" charset="0"/>
                <a:cs typeface="Times New Roman" panose="02020603050405020304" pitchFamily="18" charset="0"/>
              </a:rPr>
              <a:t>S</a:t>
            </a:r>
            <a:r>
              <a:rPr spc="45" dirty="0" smtClean="0">
                <a:solidFill>
                  <a:schemeClr val="tx1"/>
                </a:solidFill>
                <a:latin typeface="Times New Roman" panose="02020603050405020304" pitchFamily="18" charset="0"/>
                <a:cs typeface="Times New Roman" panose="02020603050405020304" pitchFamily="18" charset="0"/>
              </a:rPr>
              <a:t>upport</a:t>
            </a:r>
            <a:r>
              <a:rPr spc="275" dirty="0" smtClean="0">
                <a:solidFill>
                  <a:schemeClr val="tx1"/>
                </a:solidFill>
                <a:latin typeface="Times New Roman" panose="02020603050405020304" pitchFamily="18" charset="0"/>
                <a:cs typeface="Times New Roman" panose="02020603050405020304" pitchFamily="18" charset="0"/>
              </a:rPr>
              <a:t> </a:t>
            </a:r>
            <a:r>
              <a:rPr spc="55" dirty="0">
                <a:solidFill>
                  <a:schemeClr val="tx1"/>
                </a:solidFill>
                <a:latin typeface="Times New Roman" panose="02020603050405020304" pitchFamily="18" charset="0"/>
                <a:cs typeface="Times New Roman" panose="02020603050405020304" pitchFamily="18" charset="0"/>
              </a:rPr>
              <a:t>both</a:t>
            </a:r>
            <a:r>
              <a:rPr spc="24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IPv4</a:t>
            </a:r>
            <a:r>
              <a:rPr spc="110" dirty="0">
                <a:solidFill>
                  <a:schemeClr val="tx1"/>
                </a:solidFill>
                <a:latin typeface="Times New Roman" panose="02020603050405020304" pitchFamily="18" charset="0"/>
                <a:cs typeface="Times New Roman" panose="02020603050405020304" pitchFamily="18" charset="0"/>
              </a:rPr>
              <a:t> </a:t>
            </a:r>
            <a:r>
              <a:rPr spc="55" dirty="0">
                <a:solidFill>
                  <a:schemeClr val="tx1"/>
                </a:solidFill>
                <a:latin typeface="Times New Roman" panose="02020603050405020304" pitchFamily="18" charset="0"/>
                <a:cs typeface="Times New Roman" panose="02020603050405020304" pitchFamily="18" charset="0"/>
              </a:rPr>
              <a:t>and</a:t>
            </a:r>
            <a:r>
              <a:rPr spc="16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IPv6</a:t>
            </a:r>
            <a:r>
              <a:rPr spc="7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addressing</a:t>
            </a:r>
            <a:r>
              <a:rPr spc="14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used</a:t>
            </a:r>
            <a:r>
              <a:rPr spc="21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to</a:t>
            </a:r>
            <a:r>
              <a:rPr spc="18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identify</a:t>
            </a:r>
            <a:r>
              <a:rPr spc="21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devices</a:t>
            </a:r>
            <a:r>
              <a:rPr spc="190" dirty="0">
                <a:solidFill>
                  <a:schemeClr val="tx1"/>
                </a:solidFill>
                <a:latin typeface="Times New Roman" panose="02020603050405020304" pitchFamily="18" charset="0"/>
                <a:cs typeface="Times New Roman" panose="02020603050405020304" pitchFamily="18" charset="0"/>
              </a:rPr>
              <a:t> </a:t>
            </a:r>
            <a:r>
              <a:rPr spc="30" dirty="0" smtClean="0">
                <a:solidFill>
                  <a:schemeClr val="tx1"/>
                </a:solidFill>
                <a:latin typeface="Times New Roman" panose="02020603050405020304" pitchFamily="18" charset="0"/>
                <a:cs typeface="Times New Roman" panose="02020603050405020304" pitchFamily="18" charset="0"/>
              </a:rPr>
              <a:t>and</a:t>
            </a:r>
            <a:r>
              <a:rPr lang="en-US" spc="30" dirty="0" smtClean="0">
                <a:solidFill>
                  <a:schemeClr val="tx1"/>
                </a:solidFill>
                <a:latin typeface="Times New Roman" panose="02020603050405020304" pitchFamily="18" charset="0"/>
                <a:cs typeface="Times New Roman" panose="02020603050405020304" pitchFamily="18" charset="0"/>
              </a:rPr>
              <a:t> </a:t>
            </a:r>
            <a:r>
              <a:rPr dirty="0" smtClean="0">
                <a:solidFill>
                  <a:schemeClr val="tx1"/>
                </a:solidFill>
                <a:latin typeface="Times New Roman" panose="02020603050405020304" pitchFamily="18" charset="0"/>
                <a:cs typeface="Times New Roman" panose="02020603050405020304" pitchFamily="18" charset="0"/>
              </a:rPr>
              <a:t>communicate</a:t>
            </a:r>
            <a:r>
              <a:rPr spc="200" dirty="0" smtClean="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over</a:t>
            </a:r>
            <a:r>
              <a:rPr spc="4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a</a:t>
            </a:r>
            <a:r>
              <a:rPr spc="45" dirty="0">
                <a:solidFill>
                  <a:schemeClr val="tx1"/>
                </a:solidFill>
                <a:latin typeface="Times New Roman" panose="02020603050405020304" pitchFamily="18" charset="0"/>
                <a:cs typeface="Times New Roman" panose="02020603050405020304" pitchFamily="18" charset="0"/>
              </a:rPr>
              <a:t> </a:t>
            </a:r>
            <a:r>
              <a:rPr spc="-10" dirty="0">
                <a:solidFill>
                  <a:schemeClr val="tx1"/>
                </a:solidFill>
                <a:latin typeface="Times New Roman" panose="02020603050405020304" pitchFamily="18" charset="0"/>
                <a:cs typeface="Times New Roman" panose="02020603050405020304" pitchFamily="18" charset="0"/>
              </a:rPr>
              <a:t>network</a:t>
            </a:r>
            <a:endParaRPr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b="1" dirty="0">
                <a:solidFill>
                  <a:schemeClr val="tx1"/>
                </a:solidFill>
                <a:latin typeface="Times New Roman" panose="02020603050405020304" pitchFamily="18" charset="0"/>
                <a:cs typeface="Times New Roman" panose="02020603050405020304" pitchFamily="18" charset="0"/>
              </a:rPr>
              <a:t>Network</a:t>
            </a:r>
            <a:r>
              <a:rPr b="1" spc="305" dirty="0">
                <a:solidFill>
                  <a:schemeClr val="tx1"/>
                </a:solidFill>
                <a:latin typeface="Times New Roman" panose="02020603050405020304" pitchFamily="18" charset="0"/>
                <a:cs typeface="Times New Roman" panose="02020603050405020304" pitchFamily="18" charset="0"/>
              </a:rPr>
              <a:t> </a:t>
            </a:r>
            <a:r>
              <a:rPr b="1" dirty="0">
                <a:solidFill>
                  <a:schemeClr val="tx1"/>
                </a:solidFill>
                <a:latin typeface="Times New Roman" panose="02020603050405020304" pitchFamily="18" charset="0"/>
                <a:cs typeface="Times New Roman" panose="02020603050405020304" pitchFamily="18" charset="0"/>
              </a:rPr>
              <a:t>Interfaces</a:t>
            </a:r>
            <a:r>
              <a:rPr dirty="0">
                <a:solidFill>
                  <a:schemeClr val="tx1"/>
                </a:solidFill>
                <a:latin typeface="Times New Roman" panose="02020603050405020304" pitchFamily="18" charset="0"/>
                <a:cs typeface="Times New Roman" panose="02020603050405020304" pitchFamily="18" charset="0"/>
              </a:rPr>
              <a:t>:</a:t>
            </a:r>
            <a:r>
              <a:rPr spc="15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physical</a:t>
            </a:r>
            <a:r>
              <a:rPr spc="17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or</a:t>
            </a:r>
            <a:r>
              <a:rPr spc="29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virtual</a:t>
            </a:r>
            <a:r>
              <a:rPr spc="16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devices</a:t>
            </a:r>
            <a:r>
              <a:rPr spc="19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used</a:t>
            </a:r>
            <a:r>
              <a:rPr spc="204"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to</a:t>
            </a:r>
            <a:r>
              <a:rPr spc="25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connect</a:t>
            </a:r>
            <a:r>
              <a:rPr spc="125" dirty="0">
                <a:solidFill>
                  <a:schemeClr val="tx1"/>
                </a:solidFill>
                <a:latin typeface="Times New Roman" panose="02020603050405020304" pitchFamily="18" charset="0"/>
                <a:cs typeface="Times New Roman" panose="02020603050405020304" pitchFamily="18" charset="0"/>
              </a:rPr>
              <a:t> </a:t>
            </a:r>
            <a:r>
              <a:rPr spc="-50" dirty="0" smtClean="0">
                <a:solidFill>
                  <a:schemeClr val="tx1"/>
                </a:solidFill>
                <a:latin typeface="Times New Roman" panose="02020603050405020304" pitchFamily="18" charset="0"/>
                <a:cs typeface="Times New Roman" panose="02020603050405020304" pitchFamily="18" charset="0"/>
              </a:rPr>
              <a:t>a</a:t>
            </a:r>
            <a:r>
              <a:rPr lang="en-US" spc="-50" dirty="0" smtClean="0">
                <a:solidFill>
                  <a:schemeClr val="tx1"/>
                </a:solidFill>
                <a:latin typeface="Times New Roman" panose="02020603050405020304" pitchFamily="18" charset="0"/>
                <a:cs typeface="Times New Roman" panose="02020603050405020304" pitchFamily="18" charset="0"/>
              </a:rPr>
              <a:t> </a:t>
            </a:r>
            <a:r>
              <a:rPr dirty="0" smtClean="0">
                <a:solidFill>
                  <a:schemeClr val="tx1"/>
                </a:solidFill>
                <a:latin typeface="Times New Roman" panose="02020603050405020304" pitchFamily="18" charset="0"/>
                <a:cs typeface="Times New Roman" panose="02020603050405020304" pitchFamily="18" charset="0"/>
              </a:rPr>
              <a:t>Linux</a:t>
            </a:r>
            <a:r>
              <a:rPr spc="220" dirty="0" smtClean="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system</a:t>
            </a:r>
            <a:r>
              <a:rPr spc="33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to</a:t>
            </a:r>
            <a:r>
              <a:rPr spc="204"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a</a:t>
            </a:r>
            <a:r>
              <a:rPr spc="170" dirty="0">
                <a:solidFill>
                  <a:schemeClr val="tx1"/>
                </a:solidFill>
                <a:latin typeface="Times New Roman" panose="02020603050405020304" pitchFamily="18" charset="0"/>
                <a:cs typeface="Times New Roman" panose="02020603050405020304" pitchFamily="18" charset="0"/>
              </a:rPr>
              <a:t> </a:t>
            </a:r>
            <a:r>
              <a:rPr spc="40" dirty="0">
                <a:solidFill>
                  <a:schemeClr val="tx1"/>
                </a:solidFill>
                <a:latin typeface="Times New Roman" panose="02020603050405020304" pitchFamily="18" charset="0"/>
                <a:cs typeface="Times New Roman" panose="02020603050405020304" pitchFamily="18" charset="0"/>
              </a:rPr>
              <a:t>network</a:t>
            </a:r>
            <a:endParaRPr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b="1" spc="-35" dirty="0" smtClean="0">
                <a:solidFill>
                  <a:schemeClr val="tx1"/>
                </a:solidFill>
                <a:latin typeface="Times New Roman" panose="02020603050405020304" pitchFamily="18" charset="0"/>
                <a:cs typeface="Times New Roman" panose="02020603050405020304" pitchFamily="18" charset="0"/>
              </a:rPr>
              <a:t>R</a:t>
            </a:r>
            <a:r>
              <a:rPr lang="en-US" b="1" spc="-35" dirty="0">
                <a:solidFill>
                  <a:schemeClr val="tx1"/>
                </a:solidFill>
                <a:latin typeface="Times New Roman" panose="02020603050405020304" pitchFamily="18" charset="0"/>
                <a:cs typeface="Times New Roman" panose="02020603050405020304" pitchFamily="18" charset="0"/>
              </a:rPr>
              <a:t>o</a:t>
            </a:r>
            <a:r>
              <a:rPr b="1" spc="-35" dirty="0" smtClean="0">
                <a:solidFill>
                  <a:schemeClr val="tx1"/>
                </a:solidFill>
                <a:latin typeface="Times New Roman" panose="02020603050405020304" pitchFamily="18" charset="0"/>
                <a:cs typeface="Times New Roman" panose="02020603050405020304" pitchFamily="18" charset="0"/>
              </a:rPr>
              <a:t>uting</a:t>
            </a:r>
            <a:r>
              <a:rPr dirty="0" smtClean="0">
                <a:solidFill>
                  <a:schemeClr val="tx1"/>
                </a:solidFill>
                <a:latin typeface="Times New Roman" panose="02020603050405020304" pitchFamily="18" charset="0"/>
                <a:cs typeface="Times New Roman" panose="02020603050405020304" pitchFamily="18" charset="0"/>
              </a:rPr>
              <a:t>:</a:t>
            </a:r>
            <a:r>
              <a:rPr spc="80" dirty="0" smtClean="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is</a:t>
            </a:r>
            <a:r>
              <a:rPr spc="19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the</a:t>
            </a:r>
            <a:r>
              <a:rPr spc="155" dirty="0">
                <a:solidFill>
                  <a:schemeClr val="tx1"/>
                </a:solidFill>
                <a:latin typeface="Times New Roman" panose="02020603050405020304" pitchFamily="18" charset="0"/>
                <a:cs typeface="Times New Roman" panose="02020603050405020304" pitchFamily="18" charset="0"/>
              </a:rPr>
              <a:t> </a:t>
            </a:r>
            <a:r>
              <a:rPr dirty="0" smtClean="0">
                <a:solidFill>
                  <a:schemeClr val="tx1"/>
                </a:solidFill>
                <a:latin typeface="Times New Roman" panose="02020603050405020304" pitchFamily="18" charset="0"/>
                <a:cs typeface="Times New Roman" panose="02020603050405020304" pitchFamily="18" charset="0"/>
              </a:rPr>
              <a:t>p</a:t>
            </a:r>
            <a:r>
              <a:rPr lang="en-US" dirty="0" smtClean="0">
                <a:solidFill>
                  <a:schemeClr val="tx1"/>
                </a:solidFill>
                <a:latin typeface="Times New Roman" panose="02020603050405020304" pitchFamily="18" charset="0"/>
                <a:cs typeface="Times New Roman" panose="02020603050405020304" pitchFamily="18" charset="0"/>
              </a:rPr>
              <a:t>r</a:t>
            </a:r>
            <a:r>
              <a:rPr dirty="0" smtClean="0">
                <a:solidFill>
                  <a:schemeClr val="tx1"/>
                </a:solidFill>
                <a:latin typeface="Times New Roman" panose="02020603050405020304" pitchFamily="18" charset="0"/>
                <a:cs typeface="Times New Roman" panose="02020603050405020304" pitchFamily="18" charset="0"/>
              </a:rPr>
              <a:t>ocess</a:t>
            </a:r>
            <a:r>
              <a:rPr spc="150" dirty="0" smtClean="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of</a:t>
            </a:r>
            <a:r>
              <a:rPr spc="39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forwarding</a:t>
            </a:r>
            <a:r>
              <a:rPr spc="14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data</a:t>
            </a:r>
            <a:r>
              <a:rPr spc="21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between</a:t>
            </a:r>
            <a:r>
              <a:rPr spc="260" dirty="0">
                <a:solidFill>
                  <a:schemeClr val="tx1"/>
                </a:solidFill>
                <a:latin typeface="Times New Roman" panose="02020603050405020304" pitchFamily="18" charset="0"/>
                <a:cs typeface="Times New Roman" panose="02020603050405020304" pitchFamily="18" charset="0"/>
              </a:rPr>
              <a:t> </a:t>
            </a:r>
            <a:r>
              <a:rPr spc="-10" dirty="0">
                <a:solidFill>
                  <a:schemeClr val="tx1"/>
                </a:solidFill>
                <a:latin typeface="Times New Roman" panose="02020603050405020304" pitchFamily="18" charset="0"/>
                <a:cs typeface="Times New Roman" panose="02020603050405020304" pitchFamily="18" charset="0"/>
              </a:rPr>
              <a:t>networks.</a:t>
            </a:r>
            <a:endParaRPr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b="1" spc="-10" dirty="0" smtClean="0">
                <a:solidFill>
                  <a:schemeClr val="tx1"/>
                </a:solidFill>
                <a:latin typeface="Times New Roman" panose="02020603050405020304" pitchFamily="18" charset="0"/>
                <a:cs typeface="Times New Roman" panose="02020603050405020304" pitchFamily="18" charset="0"/>
              </a:rPr>
              <a:t>Firewalls</a:t>
            </a:r>
            <a:r>
              <a:rPr spc="-10" dirty="0">
                <a:solidFill>
                  <a:schemeClr val="tx1"/>
                </a:solidFill>
                <a:latin typeface="Times New Roman" panose="02020603050405020304" pitchFamily="18" charset="0"/>
                <a:cs typeface="Times New Roman" panose="02020603050405020304" pitchFamily="18" charset="0"/>
              </a:rPr>
              <a:t>:</a:t>
            </a:r>
            <a:r>
              <a:rPr spc="6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used</a:t>
            </a:r>
            <a:r>
              <a:rPr spc="11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to</a:t>
            </a:r>
            <a:r>
              <a:rPr spc="4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protect</a:t>
            </a:r>
            <a:r>
              <a:rPr spc="14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Linux</a:t>
            </a:r>
            <a:r>
              <a:rPr spc="4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systems</a:t>
            </a:r>
            <a:r>
              <a:rPr spc="18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from</a:t>
            </a:r>
            <a:r>
              <a:rPr spc="114"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unauthorized</a:t>
            </a:r>
            <a:r>
              <a:rPr spc="285" dirty="0">
                <a:solidFill>
                  <a:schemeClr val="tx1"/>
                </a:solidFill>
                <a:latin typeface="Times New Roman" panose="02020603050405020304" pitchFamily="18" charset="0"/>
                <a:cs typeface="Times New Roman" panose="02020603050405020304" pitchFamily="18" charset="0"/>
              </a:rPr>
              <a:t> </a:t>
            </a:r>
            <a:r>
              <a:rPr spc="-10" dirty="0" smtClean="0">
                <a:solidFill>
                  <a:schemeClr val="tx1"/>
                </a:solidFill>
                <a:latin typeface="Times New Roman" panose="02020603050405020304" pitchFamily="18" charset="0"/>
                <a:cs typeface="Times New Roman" panose="02020603050405020304" pitchFamily="18" charset="0"/>
              </a:rPr>
              <a:t>access</a:t>
            </a:r>
            <a:r>
              <a:rPr lang="en-US" spc="-10" dirty="0" smtClean="0">
                <a:solidFill>
                  <a:schemeClr val="tx1"/>
                </a:solidFill>
                <a:latin typeface="Times New Roman" panose="02020603050405020304" pitchFamily="18" charset="0"/>
                <a:cs typeface="Times New Roman" panose="02020603050405020304" pitchFamily="18" charset="0"/>
              </a:rPr>
              <a:t> </a:t>
            </a:r>
            <a:r>
              <a:rPr dirty="0" smtClean="0">
                <a:solidFill>
                  <a:schemeClr val="tx1"/>
                </a:solidFill>
                <a:latin typeface="Times New Roman" panose="02020603050405020304" pitchFamily="18" charset="0"/>
                <a:cs typeface="Times New Roman" panose="02020603050405020304" pitchFamily="18" charset="0"/>
              </a:rPr>
              <a:t>and</a:t>
            </a:r>
            <a:r>
              <a:rPr spc="170" dirty="0" smtClean="0">
                <a:solidFill>
                  <a:schemeClr val="tx1"/>
                </a:solidFill>
                <a:latin typeface="Times New Roman" panose="02020603050405020304" pitchFamily="18" charset="0"/>
                <a:cs typeface="Times New Roman" panose="02020603050405020304" pitchFamily="18" charset="0"/>
              </a:rPr>
              <a:t> </a:t>
            </a:r>
            <a:r>
              <a:rPr dirty="0" smtClean="0">
                <a:solidFill>
                  <a:schemeClr val="tx1"/>
                </a:solidFill>
                <a:latin typeface="Times New Roman" panose="02020603050405020304" pitchFamily="18" charset="0"/>
                <a:cs typeface="Times New Roman" panose="02020603050405020304" pitchFamily="18" charset="0"/>
              </a:rPr>
              <a:t>ca</a:t>
            </a:r>
            <a:r>
              <a:rPr lang="en-US" dirty="0" smtClean="0">
                <a:solidFill>
                  <a:schemeClr val="tx1"/>
                </a:solidFill>
                <a:latin typeface="Times New Roman" panose="02020603050405020304" pitchFamily="18" charset="0"/>
                <a:cs typeface="Times New Roman" panose="02020603050405020304" pitchFamily="18" charset="0"/>
              </a:rPr>
              <a:t>n</a:t>
            </a:r>
            <a:r>
              <a:rPr spc="185" dirty="0" smtClean="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be</a:t>
            </a:r>
            <a:r>
              <a:rPr spc="18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configured</a:t>
            </a:r>
            <a:r>
              <a:rPr spc="36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to</a:t>
            </a:r>
            <a:r>
              <a:rPr spc="26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filter</a:t>
            </a:r>
            <a:r>
              <a:rPr spc="10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incoming</a:t>
            </a:r>
            <a:r>
              <a:rPr spc="235" dirty="0">
                <a:solidFill>
                  <a:schemeClr val="tx1"/>
                </a:solidFill>
                <a:latin typeface="Times New Roman" panose="02020603050405020304" pitchFamily="18" charset="0"/>
                <a:cs typeface="Times New Roman" panose="02020603050405020304" pitchFamily="18" charset="0"/>
              </a:rPr>
              <a:t> </a:t>
            </a:r>
            <a:r>
              <a:rPr lang="en-US" spc="-25" dirty="0" smtClean="0">
                <a:solidFill>
                  <a:schemeClr val="tx1"/>
                </a:solidFill>
                <a:latin typeface="Times New Roman" panose="02020603050405020304" pitchFamily="18" charset="0"/>
                <a:cs typeface="Times New Roman" panose="02020603050405020304" pitchFamily="18" charset="0"/>
              </a:rPr>
              <a:t>a</a:t>
            </a:r>
            <a:r>
              <a:rPr spc="-25" dirty="0" smtClean="0">
                <a:solidFill>
                  <a:schemeClr val="tx1"/>
                </a:solidFill>
                <a:latin typeface="Times New Roman" panose="02020603050405020304" pitchFamily="18" charset="0"/>
                <a:cs typeface="Times New Roman" panose="02020603050405020304" pitchFamily="18" charset="0"/>
              </a:rPr>
              <a:t>nd</a:t>
            </a:r>
            <a:r>
              <a:rPr spc="185" dirty="0" smtClean="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outgoing</a:t>
            </a:r>
            <a:r>
              <a:rPr spc="175"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network</a:t>
            </a:r>
            <a:r>
              <a:rPr spc="375" dirty="0">
                <a:solidFill>
                  <a:schemeClr val="tx1"/>
                </a:solidFill>
                <a:latin typeface="Times New Roman" panose="02020603050405020304" pitchFamily="18" charset="0"/>
                <a:cs typeface="Times New Roman" panose="02020603050405020304" pitchFamily="18" charset="0"/>
              </a:rPr>
              <a:t> </a:t>
            </a:r>
            <a:r>
              <a:rPr spc="-10" dirty="0">
                <a:solidFill>
                  <a:schemeClr val="tx1"/>
                </a:solidFill>
                <a:latin typeface="Times New Roman" panose="02020603050405020304" pitchFamily="18" charset="0"/>
                <a:cs typeface="Times New Roman" panose="02020603050405020304" pitchFamily="18" charset="0"/>
              </a:rPr>
              <a:t>traffic</a:t>
            </a:r>
            <a:endParaRPr dirty="0">
              <a:solidFill>
                <a:schemeClr val="tx1"/>
              </a:solidFill>
              <a:latin typeface="Times New Roman" panose="02020603050405020304" pitchFamily="18" charset="0"/>
              <a:cs typeface="Times New Roman" panose="02020603050405020304" pitchFamily="18" charset="0"/>
            </a:endParaRPr>
          </a:p>
        </p:txBody>
      </p:sp>
      <p:sp>
        <p:nvSpPr>
          <p:cNvPr id="16" name="Date Placeholder 15"/>
          <p:cNvSpPr>
            <a:spLocks noGrp="1"/>
          </p:cNvSpPr>
          <p:nvPr>
            <p:ph type="dt" sz="half" idx="6"/>
          </p:nvPr>
        </p:nvSpPr>
        <p:spPr/>
        <p:txBody>
          <a:bodyPr/>
          <a:lstStyle/>
          <a:p>
            <a:fld id="{99AE45C2-F6E8-4697-AE66-9B0DF0EF776A}"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8300" y="142875"/>
            <a:ext cx="5322320" cy="585288"/>
          </a:xfrm>
          <a:prstGeom prst="rect">
            <a:avLst/>
          </a:prstGeom>
        </p:spPr>
        <p:txBody>
          <a:bodyPr vert="horz" wrap="square" lIns="0" tIns="12700" rIns="0" bIns="0" rtlCol="0">
            <a:spAutoFit/>
          </a:bodyPr>
          <a:lstStyle/>
          <a:p>
            <a:pPr marL="69850" marR="5080" indent="-57785">
              <a:lnSpc>
                <a:spcPct val="155300"/>
              </a:lnSpc>
              <a:spcBef>
                <a:spcPts val="100"/>
              </a:spcBef>
            </a:pPr>
            <a:r>
              <a:rPr sz="2400" b="1" spc="-10" dirty="0">
                <a:solidFill>
                  <a:srgbClr val="FF0000"/>
                </a:solidFill>
                <a:latin typeface="Times New Roman"/>
                <a:cs typeface="Times New Roman"/>
              </a:rPr>
              <a:t>Linux</a:t>
            </a:r>
            <a:r>
              <a:rPr sz="2400" b="1" spc="-90" dirty="0">
                <a:solidFill>
                  <a:srgbClr val="FF0000"/>
                </a:solidFill>
                <a:latin typeface="Times New Roman"/>
                <a:cs typeface="Times New Roman"/>
              </a:rPr>
              <a:t> </a:t>
            </a:r>
            <a:r>
              <a:rPr sz="2400" b="1" dirty="0" smtClean="0">
                <a:solidFill>
                  <a:srgbClr val="FF0000"/>
                </a:solidFill>
                <a:latin typeface="Times New Roman"/>
                <a:cs typeface="Times New Roman"/>
              </a:rPr>
              <a:t>Sy</a:t>
            </a:r>
            <a:r>
              <a:rPr lang="en-US" sz="2400" b="1" dirty="0" smtClean="0">
                <a:solidFill>
                  <a:srgbClr val="FF0000"/>
                </a:solidFill>
                <a:latin typeface="Times New Roman"/>
                <a:cs typeface="Times New Roman"/>
              </a:rPr>
              <a:t>stems</a:t>
            </a:r>
            <a:r>
              <a:rPr sz="2400" b="1" spc="20" dirty="0" smtClean="0">
                <a:solidFill>
                  <a:srgbClr val="FF0000"/>
                </a:solidFill>
                <a:latin typeface="Times New Roman"/>
                <a:cs typeface="Times New Roman"/>
              </a:rPr>
              <a:t> </a:t>
            </a:r>
            <a:r>
              <a:rPr lang="en-US" sz="2400" b="1" dirty="0" smtClean="0">
                <a:solidFill>
                  <a:srgbClr val="FF0000"/>
                </a:solidFill>
                <a:latin typeface="Times New Roman"/>
                <a:cs typeface="Times New Roman"/>
              </a:rPr>
              <a:t>and</a:t>
            </a:r>
            <a:r>
              <a:rPr sz="2400" b="1" spc="55" dirty="0" smtClean="0">
                <a:solidFill>
                  <a:srgbClr val="FF0000"/>
                </a:solidFill>
                <a:latin typeface="Times New Roman"/>
                <a:cs typeface="Times New Roman"/>
              </a:rPr>
              <a:t> </a:t>
            </a:r>
            <a:r>
              <a:rPr sz="2400" b="1" spc="-35" dirty="0" smtClean="0">
                <a:solidFill>
                  <a:srgbClr val="FF0000"/>
                </a:solidFill>
                <a:latin typeface="Times New Roman"/>
                <a:cs typeface="Times New Roman"/>
              </a:rPr>
              <a:t>Netw</a:t>
            </a:r>
            <a:r>
              <a:rPr lang="en-US" sz="2400" b="1" spc="-35" dirty="0" smtClean="0">
                <a:solidFill>
                  <a:srgbClr val="FF0000"/>
                </a:solidFill>
                <a:latin typeface="Times New Roman"/>
                <a:cs typeface="Times New Roman"/>
              </a:rPr>
              <a:t>o</a:t>
            </a:r>
            <a:r>
              <a:rPr sz="2400" b="1" spc="-35" dirty="0" smtClean="0">
                <a:solidFill>
                  <a:srgbClr val="FF0000"/>
                </a:solidFill>
                <a:latin typeface="Times New Roman"/>
                <a:cs typeface="Times New Roman"/>
              </a:rPr>
              <a:t>rk</a:t>
            </a:r>
            <a:r>
              <a:rPr sz="2400" b="1" spc="5" dirty="0" smtClean="0">
                <a:solidFill>
                  <a:srgbClr val="FF0000"/>
                </a:solidFill>
                <a:latin typeface="Times New Roman"/>
                <a:cs typeface="Times New Roman"/>
              </a:rPr>
              <a:t> </a:t>
            </a:r>
            <a:r>
              <a:rPr sz="2400" b="1" spc="-10" dirty="0" smtClean="0">
                <a:solidFill>
                  <a:srgbClr val="FF0000"/>
                </a:solidFill>
                <a:latin typeface="Times New Roman"/>
                <a:cs typeface="Times New Roman"/>
              </a:rPr>
              <a:t>Concepts</a:t>
            </a:r>
            <a:r>
              <a:rPr lang="en-US" sz="2400" b="1" spc="-10" dirty="0" smtClean="0">
                <a:solidFill>
                  <a:srgbClr val="FF0000"/>
                </a:solidFill>
                <a:latin typeface="Times New Roman"/>
                <a:cs typeface="Times New Roman"/>
              </a:rPr>
              <a:t> …</a:t>
            </a:r>
            <a:endParaRPr sz="2400" b="1" dirty="0">
              <a:solidFill>
                <a:srgbClr val="FF0000"/>
              </a:solidFill>
              <a:latin typeface="Times New Roman"/>
              <a:cs typeface="Times New Roman"/>
            </a:endParaRPr>
          </a:p>
        </p:txBody>
      </p:sp>
      <p:sp>
        <p:nvSpPr>
          <p:cNvPr id="4" name="object 4"/>
          <p:cNvSpPr txBox="1">
            <a:spLocks noGrp="1"/>
          </p:cNvSpPr>
          <p:nvPr>
            <p:ph type="body" idx="1"/>
          </p:nvPr>
        </p:nvSpPr>
        <p:spPr>
          <a:xfrm>
            <a:off x="90482" y="904875"/>
            <a:ext cx="5877956" cy="3170099"/>
          </a:xfrm>
          <a:prstGeom prst="rect">
            <a:avLst/>
          </a:prstGeom>
        </p:spPr>
        <p:txBody>
          <a:bodyPr vert="horz" wrap="square" lIns="0" tIns="12700" rIns="0" bIns="0" rtlCol="0">
            <a:spAutoFit/>
          </a:bodyPr>
          <a:lstStyle/>
          <a:p>
            <a:pPr marL="307975" indent="-285750">
              <a:lnSpc>
                <a:spcPct val="100000"/>
              </a:lnSpc>
              <a:spcBef>
                <a:spcPts val="100"/>
              </a:spcBef>
              <a:buFont typeface="Arial" panose="020B0604020202020204" pitchFamily="34" charset="0"/>
              <a:buChar char="•"/>
            </a:pPr>
            <a:r>
              <a:rPr lang="en-US" sz="1600" spc="-75" dirty="0" smtClean="0">
                <a:solidFill>
                  <a:schemeClr val="tx1"/>
                </a:solidFill>
                <a:latin typeface="Times New Roman" panose="02020603050405020304" pitchFamily="18" charset="0"/>
                <a:cs typeface="Times New Roman" panose="02020603050405020304" pitchFamily="18" charset="0"/>
              </a:rPr>
              <a:t>Seven</a:t>
            </a:r>
            <a:r>
              <a:rPr lang="en-US" sz="1600" spc="-15" dirty="0" smtClean="0">
                <a:solidFill>
                  <a:schemeClr val="tx1"/>
                </a:solidFill>
                <a:latin typeface="Times New Roman" panose="02020603050405020304" pitchFamily="18" charset="0"/>
                <a:cs typeface="Times New Roman" panose="02020603050405020304" pitchFamily="18" charset="0"/>
              </a:rPr>
              <a:t> </a:t>
            </a:r>
            <a:r>
              <a:rPr lang="en-US" sz="1600" spc="-20" dirty="0">
                <a:solidFill>
                  <a:schemeClr val="tx1"/>
                </a:solidFill>
                <a:latin typeface="Times New Roman" panose="02020603050405020304" pitchFamily="18" charset="0"/>
                <a:cs typeface="Times New Roman" panose="02020603050405020304" pitchFamily="18" charset="0"/>
              </a:rPr>
              <a:t>OSI</a:t>
            </a:r>
            <a:r>
              <a:rPr lang="en-US" sz="1600" spc="-85" dirty="0">
                <a:solidFill>
                  <a:schemeClr val="tx1"/>
                </a:solidFill>
                <a:latin typeface="Times New Roman" panose="02020603050405020304" pitchFamily="18" charset="0"/>
                <a:cs typeface="Times New Roman" panose="02020603050405020304" pitchFamily="18" charset="0"/>
              </a:rPr>
              <a:t> </a:t>
            </a:r>
            <a:r>
              <a:rPr lang="en-US" sz="1600" spc="-10" dirty="0" smtClean="0">
                <a:solidFill>
                  <a:schemeClr val="tx1"/>
                </a:solidFill>
                <a:latin typeface="Times New Roman" panose="02020603050405020304" pitchFamily="18" charset="0"/>
                <a:cs typeface="Times New Roman" panose="02020603050405020304" pitchFamily="18" charset="0"/>
              </a:rPr>
              <a:t>layers</a:t>
            </a:r>
          </a:p>
          <a:p>
            <a:pPr marL="307975" indent="-285750">
              <a:lnSpc>
                <a:spcPct val="100000"/>
              </a:lnSpc>
              <a:spcBef>
                <a:spcPts val="100"/>
              </a:spcBef>
              <a:buFont typeface="Arial" panose="020B0604020202020204" pitchFamily="34" charset="0"/>
              <a:buChar char="•"/>
            </a:pPr>
            <a:r>
              <a:rPr lang="en-US" sz="1600" spc="-10" dirty="0" smtClean="0">
                <a:solidFill>
                  <a:schemeClr val="tx1"/>
                </a:solidFill>
                <a:latin typeface="Times New Roman" panose="02020603050405020304" pitchFamily="18" charset="0"/>
                <a:cs typeface="Times New Roman" panose="02020603050405020304" pitchFamily="18" charset="0"/>
              </a:rPr>
              <a:t>Four DoD layers: t</a:t>
            </a:r>
            <a:r>
              <a:rPr lang="en-US" sz="1600" dirty="0" smtClean="0">
                <a:solidFill>
                  <a:schemeClr val="tx1"/>
                </a:solidFill>
                <a:latin typeface="Times New Roman" panose="02020603050405020304" pitchFamily="18" charset="0"/>
                <a:cs typeface="Times New Roman" panose="02020603050405020304" pitchFamily="18" charset="0"/>
              </a:rPr>
              <a:t>he </a:t>
            </a:r>
            <a:r>
              <a:rPr lang="en-US" sz="1600" dirty="0">
                <a:solidFill>
                  <a:schemeClr val="tx1"/>
                </a:solidFill>
                <a:latin typeface="Times New Roman" panose="02020603050405020304" pitchFamily="18" charset="0"/>
                <a:cs typeface="Times New Roman" panose="02020603050405020304" pitchFamily="18" charset="0"/>
              </a:rPr>
              <a:t>four DoD (Department of Defense) layers, also known as the </a:t>
            </a:r>
            <a:r>
              <a:rPr lang="en-US" sz="1600" dirty="0">
                <a:solidFill>
                  <a:schemeClr val="tx1"/>
                </a:solidFill>
                <a:latin typeface="Times New Roman" panose="02020603050405020304" pitchFamily="18" charset="0"/>
                <a:cs typeface="Times New Roman" panose="02020603050405020304" pitchFamily="18" charset="0"/>
                <a:hlinkClick r:id="rId2"/>
              </a:rPr>
              <a:t>TCP/IP model</a:t>
            </a:r>
            <a:r>
              <a:rPr lang="en-US" sz="1600" dirty="0">
                <a:solidFill>
                  <a:schemeClr val="tx1"/>
                </a:solidFill>
                <a:latin typeface="Times New Roman" panose="02020603050405020304" pitchFamily="18" charset="0"/>
                <a:cs typeface="Times New Roman" panose="02020603050405020304" pitchFamily="18" charset="0"/>
              </a:rPr>
              <a:t>, </a:t>
            </a:r>
            <a:endParaRPr lang="en-US" sz="1600" dirty="0" smtClean="0">
              <a:solidFill>
                <a:schemeClr val="tx1"/>
              </a:solidFill>
              <a:latin typeface="Times New Roman" panose="02020603050405020304" pitchFamily="18" charset="0"/>
              <a:cs typeface="Times New Roman" panose="02020603050405020304" pitchFamily="18" charset="0"/>
            </a:endParaRPr>
          </a:p>
          <a:p>
            <a:pPr marL="307975" indent="-285750">
              <a:lnSpc>
                <a:spcPct val="100000"/>
              </a:lnSpc>
              <a:spcBef>
                <a:spcPts val="100"/>
              </a:spcBef>
              <a:buFont typeface="Arial" panose="020B0604020202020204" pitchFamily="34" charset="0"/>
              <a:buChar char="•"/>
            </a:pPr>
            <a:r>
              <a:rPr sz="1600" b="1" dirty="0" smtClean="0">
                <a:solidFill>
                  <a:srgbClr val="FF0000"/>
                </a:solidFill>
                <a:latin typeface="Times New Roman" panose="02020603050405020304" pitchFamily="18" charset="0"/>
                <a:cs typeface="Times New Roman" panose="02020603050405020304" pitchFamily="18" charset="0"/>
              </a:rPr>
              <a:t>Wi</a:t>
            </a:r>
            <a:r>
              <a:rPr lang="en-US" sz="1600" b="1" dirty="0" smtClean="0">
                <a:solidFill>
                  <a:srgbClr val="FF0000"/>
                </a:solidFill>
                <a:latin typeface="Times New Roman" panose="02020603050405020304" pitchFamily="18" charset="0"/>
                <a:cs typeface="Times New Roman" panose="02020603050405020304" pitchFamily="18" charset="0"/>
              </a:rPr>
              <a:t>reshark </a:t>
            </a:r>
            <a:r>
              <a:rPr sz="1600" b="1" dirty="0" smtClean="0">
                <a:solidFill>
                  <a:srgbClr val="FF0000"/>
                </a:solidFill>
                <a:latin typeface="Times New Roman" panose="02020603050405020304" pitchFamily="18" charset="0"/>
                <a:cs typeface="Times New Roman" panose="02020603050405020304" pitchFamily="18" charset="0"/>
              </a:rPr>
              <a:t>sniffer</a:t>
            </a:r>
            <a:r>
              <a:rPr sz="1600" dirty="0">
                <a:solidFill>
                  <a:schemeClr val="tx1"/>
                </a:solidFill>
                <a:latin typeface="Times New Roman" panose="02020603050405020304" pitchFamily="18" charset="0"/>
                <a:cs typeface="Times New Roman" panose="02020603050405020304" pitchFamily="18" charset="0"/>
              </a:rPr>
              <a:t>:</a:t>
            </a:r>
            <a:r>
              <a:rPr sz="1600" spc="18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network</a:t>
            </a:r>
            <a:r>
              <a:rPr sz="1600" spc="37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protocol</a:t>
            </a:r>
            <a:r>
              <a:rPr sz="1600" spc="28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analyzer</a:t>
            </a:r>
            <a:r>
              <a:rPr sz="1600" spc="30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and</a:t>
            </a:r>
            <a:r>
              <a:rPr sz="1600" spc="32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sniffer</a:t>
            </a:r>
            <a:r>
              <a:rPr sz="1600" spc="22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tool</a:t>
            </a:r>
            <a:r>
              <a:rPr sz="1600" spc="229"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that</a:t>
            </a:r>
            <a:r>
              <a:rPr sz="1600" spc="150" dirty="0">
                <a:solidFill>
                  <a:schemeClr val="tx1"/>
                </a:solidFill>
                <a:latin typeface="Times New Roman" panose="02020603050405020304" pitchFamily="18" charset="0"/>
                <a:cs typeface="Times New Roman" panose="02020603050405020304" pitchFamily="18" charset="0"/>
              </a:rPr>
              <a:t> </a:t>
            </a:r>
            <a:r>
              <a:rPr sz="1600" spc="-25" dirty="0" smtClean="0">
                <a:solidFill>
                  <a:schemeClr val="tx1"/>
                </a:solidFill>
                <a:latin typeface="Times New Roman" panose="02020603050405020304" pitchFamily="18" charset="0"/>
                <a:cs typeface="Times New Roman" panose="02020603050405020304" pitchFamily="18" charset="0"/>
              </a:rPr>
              <a:t>i</a:t>
            </a:r>
            <a:r>
              <a:rPr lang="en-US" sz="1600" spc="-25" dirty="0" smtClean="0">
                <a:solidFill>
                  <a:schemeClr val="tx1"/>
                </a:solidFill>
                <a:latin typeface="Times New Roman" panose="02020603050405020304" pitchFamily="18" charset="0"/>
                <a:cs typeface="Times New Roman" panose="02020603050405020304" pitchFamily="18" charset="0"/>
              </a:rPr>
              <a:t>s </a:t>
            </a:r>
            <a:r>
              <a:rPr sz="1600" spc="50" dirty="0" smtClean="0">
                <a:solidFill>
                  <a:schemeClr val="tx1"/>
                </a:solidFill>
                <a:latin typeface="Times New Roman" panose="02020603050405020304" pitchFamily="18" charset="0"/>
                <a:cs typeface="Times New Roman" panose="02020603050405020304" pitchFamily="18" charset="0"/>
              </a:rPr>
              <a:t>used</a:t>
            </a:r>
            <a:r>
              <a:rPr sz="1600" spc="165" dirty="0" smtClean="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to</a:t>
            </a:r>
            <a:r>
              <a:rPr sz="1600" spc="60" dirty="0">
                <a:solidFill>
                  <a:schemeClr val="tx1"/>
                </a:solidFill>
                <a:latin typeface="Times New Roman" panose="02020603050405020304" pitchFamily="18" charset="0"/>
                <a:cs typeface="Times New Roman" panose="02020603050405020304" pitchFamily="18" charset="0"/>
              </a:rPr>
              <a:t> </a:t>
            </a:r>
            <a:r>
              <a:rPr sz="1600" b="1" spc="80" dirty="0">
                <a:solidFill>
                  <a:schemeClr val="tx1"/>
                </a:solidFill>
                <a:latin typeface="Times New Roman" panose="02020603050405020304" pitchFamily="18" charset="0"/>
                <a:cs typeface="Times New Roman" panose="02020603050405020304" pitchFamily="18" charset="0"/>
              </a:rPr>
              <a:t>monitor</a:t>
            </a:r>
            <a:r>
              <a:rPr sz="1600" b="1" spc="100" dirty="0">
                <a:solidFill>
                  <a:schemeClr val="tx1"/>
                </a:solidFill>
                <a:latin typeface="Times New Roman" panose="02020603050405020304" pitchFamily="18" charset="0"/>
                <a:cs typeface="Times New Roman" panose="02020603050405020304" pitchFamily="18" charset="0"/>
              </a:rPr>
              <a:t> </a:t>
            </a:r>
            <a:r>
              <a:rPr sz="1600" b="1" spc="80" dirty="0">
                <a:solidFill>
                  <a:schemeClr val="tx1"/>
                </a:solidFill>
                <a:latin typeface="Times New Roman" panose="02020603050405020304" pitchFamily="18" charset="0"/>
                <a:cs typeface="Times New Roman" panose="02020603050405020304" pitchFamily="18" charset="0"/>
              </a:rPr>
              <a:t>and</a:t>
            </a:r>
            <a:r>
              <a:rPr sz="1600" b="1" spc="85" dirty="0">
                <a:solidFill>
                  <a:schemeClr val="tx1"/>
                </a:solidFill>
                <a:latin typeface="Times New Roman" panose="02020603050405020304" pitchFamily="18" charset="0"/>
                <a:cs typeface="Times New Roman" panose="02020603050405020304" pitchFamily="18" charset="0"/>
              </a:rPr>
              <a:t> </a:t>
            </a:r>
            <a:r>
              <a:rPr sz="1600" b="1" dirty="0">
                <a:solidFill>
                  <a:schemeClr val="tx1"/>
                </a:solidFill>
                <a:latin typeface="Times New Roman" panose="02020603050405020304" pitchFamily="18" charset="0"/>
                <a:cs typeface="Times New Roman" panose="02020603050405020304" pitchFamily="18" charset="0"/>
              </a:rPr>
              <a:t>analyze</a:t>
            </a:r>
            <a:r>
              <a:rPr sz="1600" b="1" spc="240" dirty="0">
                <a:solidFill>
                  <a:schemeClr val="tx1"/>
                </a:solidFill>
                <a:latin typeface="Times New Roman" panose="02020603050405020304" pitchFamily="18" charset="0"/>
                <a:cs typeface="Times New Roman" panose="02020603050405020304" pitchFamily="18" charset="0"/>
              </a:rPr>
              <a:t> </a:t>
            </a:r>
            <a:r>
              <a:rPr sz="1600" b="1" spc="50" dirty="0">
                <a:solidFill>
                  <a:schemeClr val="tx1"/>
                </a:solidFill>
                <a:latin typeface="Times New Roman" panose="02020603050405020304" pitchFamily="18" charset="0"/>
                <a:cs typeface="Times New Roman" panose="02020603050405020304" pitchFamily="18" charset="0"/>
              </a:rPr>
              <a:t>network</a:t>
            </a:r>
            <a:r>
              <a:rPr sz="1600" b="1" spc="190" dirty="0">
                <a:solidFill>
                  <a:schemeClr val="tx1"/>
                </a:solidFill>
                <a:latin typeface="Times New Roman" panose="02020603050405020304" pitchFamily="18" charset="0"/>
                <a:cs typeface="Times New Roman" panose="02020603050405020304" pitchFamily="18" charset="0"/>
              </a:rPr>
              <a:t> </a:t>
            </a:r>
            <a:r>
              <a:rPr sz="1600" b="1" spc="-10" dirty="0" smtClean="0">
                <a:solidFill>
                  <a:schemeClr val="tx1"/>
                </a:solidFill>
                <a:latin typeface="Times New Roman" panose="02020603050405020304" pitchFamily="18" charset="0"/>
                <a:cs typeface="Times New Roman" panose="02020603050405020304" pitchFamily="18" charset="0"/>
              </a:rPr>
              <a:t>tr</a:t>
            </a:r>
            <a:r>
              <a:rPr lang="en-US" sz="1600" b="1" spc="-10" dirty="0" smtClean="0">
                <a:solidFill>
                  <a:schemeClr val="tx1"/>
                </a:solidFill>
                <a:latin typeface="Times New Roman" panose="02020603050405020304" pitchFamily="18" charset="0"/>
                <a:cs typeface="Times New Roman" panose="02020603050405020304" pitchFamily="18" charset="0"/>
              </a:rPr>
              <a:t>a</a:t>
            </a:r>
            <a:r>
              <a:rPr sz="1600" b="1" spc="-10" dirty="0" smtClean="0">
                <a:solidFill>
                  <a:schemeClr val="tx1"/>
                </a:solidFill>
                <a:latin typeface="Times New Roman" panose="02020603050405020304" pitchFamily="18" charset="0"/>
                <a:cs typeface="Times New Roman" panose="02020603050405020304" pitchFamily="18" charset="0"/>
              </a:rPr>
              <a:t>ff</a:t>
            </a:r>
            <a:r>
              <a:rPr lang="en-US" sz="1600" b="1" spc="-10" dirty="0" smtClean="0">
                <a:solidFill>
                  <a:schemeClr val="tx1"/>
                </a:solidFill>
                <a:latin typeface="Times New Roman" panose="02020603050405020304" pitchFamily="18" charset="0"/>
                <a:cs typeface="Times New Roman" panose="02020603050405020304" pitchFamily="18" charset="0"/>
              </a:rPr>
              <a:t>ic</a:t>
            </a:r>
            <a:endParaRPr sz="1600" b="1" dirty="0">
              <a:solidFill>
                <a:schemeClr val="tx1"/>
              </a:solidFill>
              <a:latin typeface="Times New Roman" panose="02020603050405020304" pitchFamily="18" charset="0"/>
              <a:cs typeface="Times New Roman" panose="02020603050405020304" pitchFamily="18" charset="0"/>
            </a:endParaRPr>
          </a:p>
          <a:p>
            <a:pPr marL="298450" indent="-285750">
              <a:lnSpc>
                <a:spcPct val="100000"/>
              </a:lnSpc>
              <a:spcBef>
                <a:spcPts val="1095"/>
              </a:spcBef>
              <a:buFont typeface="Arial" panose="020B0604020202020204" pitchFamily="34" charset="0"/>
              <a:buChar char="•"/>
            </a:pPr>
            <a:r>
              <a:rPr sz="1600" b="1" dirty="0" smtClean="0">
                <a:solidFill>
                  <a:srgbClr val="FF0000"/>
                </a:solidFill>
                <a:latin typeface="Times New Roman" panose="02020603050405020304" pitchFamily="18" charset="0"/>
                <a:cs typeface="Times New Roman" panose="02020603050405020304" pitchFamily="18" charset="0"/>
              </a:rPr>
              <a:t>S</a:t>
            </a:r>
            <a:r>
              <a:rPr lang="en-US" sz="1600" b="1" dirty="0" smtClean="0">
                <a:solidFill>
                  <a:srgbClr val="FF0000"/>
                </a:solidFill>
                <a:latin typeface="Times New Roman" panose="02020603050405020304" pitchFamily="18" charset="0"/>
                <a:cs typeface="Times New Roman" panose="02020603050405020304" pitchFamily="18" charset="0"/>
              </a:rPr>
              <a:t>niffing </a:t>
            </a:r>
            <a:r>
              <a:rPr sz="1600" b="1" dirty="0" smtClean="0">
                <a:solidFill>
                  <a:srgbClr val="FF0000"/>
                </a:solidFill>
                <a:latin typeface="Times New Roman" panose="02020603050405020304" pitchFamily="18" charset="0"/>
                <a:cs typeface="Times New Roman" panose="02020603050405020304" pitchFamily="18" charset="0"/>
              </a:rPr>
              <a:t>for</a:t>
            </a:r>
            <a:r>
              <a:rPr sz="1600" b="1" spc="20" dirty="0" smtClean="0">
                <a:solidFill>
                  <a:srgbClr val="FF0000"/>
                </a:solidFill>
                <a:latin typeface="Times New Roman" panose="02020603050405020304" pitchFamily="18" charset="0"/>
                <a:cs typeface="Times New Roman" panose="02020603050405020304" pitchFamily="18" charset="0"/>
              </a:rPr>
              <a:t> </a:t>
            </a:r>
            <a:r>
              <a:rPr sz="1600" b="1" dirty="0">
                <a:solidFill>
                  <a:srgbClr val="FF0000"/>
                </a:solidFill>
                <a:latin typeface="Times New Roman" panose="02020603050405020304" pitchFamily="18" charset="0"/>
                <a:cs typeface="Times New Roman" panose="02020603050405020304" pitchFamily="18" charset="0"/>
              </a:rPr>
              <a:t>ntp</a:t>
            </a:r>
            <a:r>
              <a:rPr sz="1600" b="1" spc="440" dirty="0">
                <a:solidFill>
                  <a:srgbClr val="FF0000"/>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t>
            </a:r>
            <a:r>
              <a:rPr sz="1600" dirty="0" smtClean="0">
                <a:solidFill>
                  <a:schemeClr val="tx1"/>
                </a:solidFill>
                <a:latin typeface="Times New Roman" panose="02020603050405020304" pitchFamily="18" charset="0"/>
                <a:cs typeface="Times New Roman" panose="02020603050405020304" pitchFamily="18" charset="0"/>
              </a:rPr>
              <a:t>Net</a:t>
            </a:r>
            <a:r>
              <a:rPr lang="en-US" sz="1600" dirty="0" smtClean="0">
                <a:solidFill>
                  <a:schemeClr val="tx1"/>
                </a:solidFill>
                <a:latin typeface="Times New Roman" panose="02020603050405020304" pitchFamily="18" charset="0"/>
                <a:cs typeface="Times New Roman" panose="02020603050405020304" pitchFamily="18" charset="0"/>
              </a:rPr>
              <a:t>w</a:t>
            </a:r>
            <a:r>
              <a:rPr sz="1600" dirty="0" smtClean="0">
                <a:solidFill>
                  <a:schemeClr val="tx1"/>
                </a:solidFill>
                <a:latin typeface="Times New Roman" panose="02020603050405020304" pitchFamily="18" charset="0"/>
                <a:cs typeface="Times New Roman" panose="02020603050405020304" pitchFamily="18" charset="0"/>
              </a:rPr>
              <a:t>or</a:t>
            </a:r>
            <a:r>
              <a:rPr lang="en-US" sz="1600" dirty="0" smtClean="0">
                <a:solidFill>
                  <a:schemeClr val="tx1"/>
                </a:solidFill>
                <a:latin typeface="Times New Roman" panose="02020603050405020304" pitchFamily="18" charset="0"/>
                <a:cs typeface="Times New Roman" panose="02020603050405020304" pitchFamily="18" charset="0"/>
              </a:rPr>
              <a:t>k</a:t>
            </a:r>
            <a:r>
              <a:rPr sz="1600" spc="440" dirty="0" smtClean="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Time</a:t>
            </a:r>
            <a:r>
              <a:rPr sz="1600" spc="43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Protocol)</a:t>
            </a:r>
            <a:r>
              <a:rPr sz="1600" spc="114" dirty="0">
                <a:solidFill>
                  <a:schemeClr val="tx1"/>
                </a:solidFill>
                <a:latin typeface="Times New Roman" panose="02020603050405020304" pitchFamily="18" charset="0"/>
                <a:cs typeface="Times New Roman" panose="02020603050405020304" pitchFamily="18" charset="0"/>
              </a:rPr>
              <a:t>  </a:t>
            </a:r>
            <a:r>
              <a:rPr sz="1600" spc="-10" dirty="0">
                <a:solidFill>
                  <a:schemeClr val="tx1"/>
                </a:solidFill>
                <a:latin typeface="Times New Roman" panose="02020603050405020304" pitchFamily="18" charset="0"/>
                <a:cs typeface="Times New Roman" panose="02020603050405020304" pitchFamily="18" charset="0"/>
              </a:rPr>
              <a:t>packets</a:t>
            </a:r>
            <a:endParaRPr sz="1600" dirty="0">
              <a:solidFill>
                <a:schemeClr val="tx1"/>
              </a:solidFill>
              <a:latin typeface="Times New Roman" panose="02020603050405020304" pitchFamily="18" charset="0"/>
              <a:cs typeface="Times New Roman" panose="02020603050405020304" pitchFamily="18" charset="0"/>
            </a:endParaRPr>
          </a:p>
          <a:p>
            <a:pPr marL="303530" marR="5080" indent="-285750">
              <a:lnSpc>
                <a:spcPts val="2850"/>
              </a:lnSpc>
              <a:spcBef>
                <a:spcPts val="259"/>
              </a:spcBef>
              <a:buFont typeface="Arial" panose="020B0604020202020204" pitchFamily="34" charset="0"/>
              <a:buChar char="•"/>
            </a:pPr>
            <a:r>
              <a:rPr lang="en-US" sz="1600" b="1" dirty="0">
                <a:solidFill>
                  <a:srgbClr val="FF0000"/>
                </a:solidFill>
                <a:latin typeface="Times New Roman" panose="02020603050405020304" pitchFamily="18" charset="0"/>
                <a:cs typeface="Times New Roman" panose="02020603050405020304" pitchFamily="18" charset="0"/>
              </a:rPr>
              <a:t>Sniffing</a:t>
            </a:r>
            <a:r>
              <a:rPr lang="en-US" sz="1600" b="1" spc="-55" dirty="0" smtClean="0">
                <a:solidFill>
                  <a:srgbClr val="FF0000"/>
                </a:solidFill>
                <a:latin typeface="Times New Roman" panose="02020603050405020304" pitchFamily="18" charset="0"/>
                <a:cs typeface="Times New Roman" panose="02020603050405020304" pitchFamily="18" charset="0"/>
              </a:rPr>
              <a:t> an </a:t>
            </a:r>
            <a:r>
              <a:rPr sz="1600" b="1" dirty="0" smtClean="0">
                <a:solidFill>
                  <a:srgbClr val="FF0000"/>
                </a:solidFill>
                <a:latin typeface="Times New Roman" panose="02020603050405020304" pitchFamily="18" charset="0"/>
                <a:cs typeface="Times New Roman" panose="02020603050405020304" pitchFamily="18" charset="0"/>
              </a:rPr>
              <a:t>ARP</a:t>
            </a:r>
            <a:r>
              <a:rPr sz="1600" b="1" spc="-15" dirty="0" smtClean="0">
                <a:solidFill>
                  <a:srgbClr val="FF0000"/>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(Address</a:t>
            </a:r>
            <a:r>
              <a:rPr sz="1600" spc="80" dirty="0">
                <a:solidFill>
                  <a:schemeClr val="tx1"/>
                </a:solidFill>
                <a:latin typeface="Times New Roman" panose="02020603050405020304" pitchFamily="18" charset="0"/>
                <a:cs typeface="Times New Roman" panose="02020603050405020304" pitchFamily="18" charset="0"/>
              </a:rPr>
              <a:t> </a:t>
            </a:r>
            <a:r>
              <a:rPr sz="1600" dirty="0" smtClean="0">
                <a:solidFill>
                  <a:schemeClr val="tx1"/>
                </a:solidFill>
                <a:latin typeface="Times New Roman" panose="02020603050405020304" pitchFamily="18" charset="0"/>
                <a:cs typeface="Times New Roman" panose="02020603050405020304" pitchFamily="18" charset="0"/>
              </a:rPr>
              <a:t>Resolu</a:t>
            </a:r>
            <a:r>
              <a:rPr lang="en-US" sz="1600" dirty="0" smtClean="0">
                <a:solidFill>
                  <a:schemeClr val="tx1"/>
                </a:solidFill>
                <a:latin typeface="Times New Roman" panose="02020603050405020304" pitchFamily="18" charset="0"/>
                <a:cs typeface="Times New Roman" panose="02020603050405020304" pitchFamily="18" charset="0"/>
              </a:rPr>
              <a:t>ti</a:t>
            </a:r>
            <a:r>
              <a:rPr sz="1600" dirty="0" smtClean="0">
                <a:solidFill>
                  <a:schemeClr val="tx1"/>
                </a:solidFill>
                <a:latin typeface="Times New Roman" panose="02020603050405020304" pitchFamily="18" charset="0"/>
                <a:cs typeface="Times New Roman" panose="02020603050405020304" pitchFamily="18" charset="0"/>
              </a:rPr>
              <a:t>o</a:t>
            </a:r>
            <a:r>
              <a:rPr lang="en-US" sz="1600" dirty="0" smtClean="0">
                <a:solidFill>
                  <a:schemeClr val="tx1"/>
                </a:solidFill>
                <a:latin typeface="Times New Roman" panose="02020603050405020304" pitchFamily="18" charset="0"/>
                <a:cs typeface="Times New Roman" panose="02020603050405020304" pitchFamily="18" charset="0"/>
              </a:rPr>
              <a:t>n</a:t>
            </a:r>
            <a:r>
              <a:rPr sz="1600" spc="145" dirty="0" smtClean="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Protocol)</a:t>
            </a:r>
            <a:r>
              <a:rPr sz="1600" spc="10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broadcast</a:t>
            </a:r>
            <a:r>
              <a:rPr sz="1600" spc="14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can</a:t>
            </a:r>
            <a:r>
              <a:rPr sz="1600" spc="45" dirty="0">
                <a:solidFill>
                  <a:schemeClr val="tx1"/>
                </a:solidFill>
                <a:latin typeface="Times New Roman" panose="02020603050405020304" pitchFamily="18" charset="0"/>
                <a:cs typeface="Times New Roman" panose="02020603050405020304" pitchFamily="18" charset="0"/>
              </a:rPr>
              <a:t> </a:t>
            </a:r>
            <a:r>
              <a:rPr sz="1600" spc="-10" dirty="0">
                <a:solidFill>
                  <a:schemeClr val="tx1"/>
                </a:solidFill>
                <a:latin typeface="Times New Roman" panose="02020603050405020304" pitchFamily="18" charset="0"/>
                <a:cs typeface="Times New Roman" panose="02020603050405020304" pitchFamily="18" charset="0"/>
              </a:rPr>
              <a:t>capture </a:t>
            </a:r>
            <a:r>
              <a:rPr sz="1600" dirty="0">
                <a:solidFill>
                  <a:schemeClr val="tx1"/>
                </a:solidFill>
                <a:latin typeface="Times New Roman" panose="02020603050405020304" pitchFamily="18" charset="0"/>
                <a:cs typeface="Times New Roman" panose="02020603050405020304" pitchFamily="18" charset="0"/>
              </a:rPr>
              <a:t>and</a:t>
            </a:r>
            <a:r>
              <a:rPr sz="1600" spc="150" dirty="0">
                <a:solidFill>
                  <a:schemeClr val="tx1"/>
                </a:solidFill>
                <a:latin typeface="Times New Roman" panose="02020603050405020304" pitchFamily="18" charset="0"/>
                <a:cs typeface="Times New Roman" panose="02020603050405020304" pitchFamily="18" charset="0"/>
              </a:rPr>
              <a:t> </a:t>
            </a:r>
            <a:r>
              <a:rPr sz="1600" spc="-10" dirty="0">
                <a:solidFill>
                  <a:schemeClr val="tx1"/>
                </a:solidFill>
                <a:latin typeface="Times New Roman" panose="02020603050405020304" pitchFamily="18" charset="0"/>
                <a:cs typeface="Times New Roman" panose="02020603050405020304" pitchFamily="18" charset="0"/>
              </a:rPr>
              <a:t>display</a:t>
            </a:r>
            <a:r>
              <a:rPr sz="1600" spc="12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information</a:t>
            </a:r>
            <a:r>
              <a:rPr sz="1600" spc="12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about</a:t>
            </a:r>
            <a:r>
              <a:rPr sz="1600" spc="229"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the</a:t>
            </a:r>
            <a:r>
              <a:rPr sz="1600" spc="3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ARP</a:t>
            </a:r>
            <a:r>
              <a:rPr sz="1600" spc="14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requests</a:t>
            </a:r>
            <a:r>
              <a:rPr sz="1600" spc="114"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and</a:t>
            </a:r>
            <a:r>
              <a:rPr sz="1600" spc="185" dirty="0">
                <a:solidFill>
                  <a:schemeClr val="tx1"/>
                </a:solidFill>
                <a:latin typeface="Times New Roman" panose="02020603050405020304" pitchFamily="18" charset="0"/>
                <a:cs typeface="Times New Roman" panose="02020603050405020304" pitchFamily="18" charset="0"/>
              </a:rPr>
              <a:t> </a:t>
            </a:r>
            <a:r>
              <a:rPr sz="1600" spc="-10" dirty="0" smtClean="0">
                <a:solidFill>
                  <a:schemeClr val="tx1"/>
                </a:solidFill>
                <a:latin typeface="Times New Roman" panose="02020603050405020304" pitchFamily="18" charset="0"/>
                <a:cs typeface="Times New Roman" panose="02020603050405020304" pitchFamily="18" charset="0"/>
              </a:rPr>
              <a:t>responses,</a:t>
            </a:r>
            <a:r>
              <a:rPr lang="en-US" sz="1600" spc="-10" dirty="0" smtClean="0">
                <a:solidFill>
                  <a:schemeClr val="tx1"/>
                </a:solidFill>
                <a:latin typeface="Times New Roman" panose="02020603050405020304" pitchFamily="18" charset="0"/>
                <a:cs typeface="Times New Roman" panose="02020603050405020304" pitchFamily="18" charset="0"/>
              </a:rPr>
              <a:t> </a:t>
            </a:r>
            <a:r>
              <a:rPr sz="1600" dirty="0" smtClean="0">
                <a:solidFill>
                  <a:schemeClr val="tx1"/>
                </a:solidFill>
                <a:latin typeface="Times New Roman" panose="02020603050405020304" pitchFamily="18" charset="0"/>
                <a:cs typeface="Times New Roman" panose="02020603050405020304" pitchFamily="18" charset="0"/>
              </a:rPr>
              <a:t>including</a:t>
            </a:r>
            <a:r>
              <a:rPr sz="1600" spc="60" dirty="0" smtClean="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the</a:t>
            </a:r>
            <a:r>
              <a:rPr sz="1600" spc="-4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MAC</a:t>
            </a:r>
            <a:r>
              <a:rPr sz="1600" spc="4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addresses</a:t>
            </a:r>
            <a:r>
              <a:rPr sz="1600" spc="105" dirty="0">
                <a:solidFill>
                  <a:schemeClr val="tx1"/>
                </a:solidFill>
                <a:latin typeface="Times New Roman" panose="02020603050405020304" pitchFamily="18" charset="0"/>
                <a:cs typeface="Times New Roman" panose="02020603050405020304" pitchFamily="18" charset="0"/>
              </a:rPr>
              <a:t> </a:t>
            </a:r>
            <a:r>
              <a:rPr sz="1600" dirty="0" smtClean="0">
                <a:solidFill>
                  <a:schemeClr val="tx1"/>
                </a:solidFill>
                <a:latin typeface="Times New Roman" panose="02020603050405020304" pitchFamily="18" charset="0"/>
                <a:cs typeface="Times New Roman" panose="02020603050405020304" pitchFamily="18" charset="0"/>
              </a:rPr>
              <a:t>of</a:t>
            </a:r>
            <a:r>
              <a:rPr sz="1600" spc="325" dirty="0" smtClean="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the</a:t>
            </a:r>
            <a:r>
              <a:rPr sz="1600" spc="10"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devices</a:t>
            </a:r>
            <a:r>
              <a:rPr sz="1600" spc="4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on</a:t>
            </a:r>
            <a:r>
              <a:rPr sz="1600" spc="204"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the</a:t>
            </a:r>
            <a:r>
              <a:rPr sz="1600" spc="125" dirty="0">
                <a:solidFill>
                  <a:schemeClr val="tx1"/>
                </a:solidFill>
                <a:latin typeface="Times New Roman" panose="02020603050405020304" pitchFamily="18" charset="0"/>
                <a:cs typeface="Times New Roman" panose="02020603050405020304" pitchFamily="18" charset="0"/>
              </a:rPr>
              <a:t> </a:t>
            </a:r>
            <a:r>
              <a:rPr sz="1600" dirty="0">
                <a:solidFill>
                  <a:schemeClr val="tx1"/>
                </a:solidFill>
                <a:latin typeface="Times New Roman" panose="02020603050405020304" pitchFamily="18" charset="0"/>
                <a:cs typeface="Times New Roman" panose="02020603050405020304" pitchFamily="18" charset="0"/>
              </a:rPr>
              <a:t>network</a:t>
            </a:r>
            <a:r>
              <a:rPr sz="1600" spc="70" dirty="0">
                <a:solidFill>
                  <a:schemeClr val="tx1"/>
                </a:solidFill>
                <a:latin typeface="Times New Roman" panose="02020603050405020304" pitchFamily="18" charset="0"/>
                <a:cs typeface="Times New Roman" panose="02020603050405020304" pitchFamily="18" charset="0"/>
              </a:rPr>
              <a:t> </a:t>
            </a:r>
            <a:r>
              <a:rPr sz="1600" spc="-25" dirty="0" smtClean="0">
                <a:solidFill>
                  <a:schemeClr val="tx1"/>
                </a:solidFill>
                <a:latin typeface="Times New Roman" panose="02020603050405020304" pitchFamily="18" charset="0"/>
                <a:cs typeface="Times New Roman" panose="02020603050405020304" pitchFamily="18" charset="0"/>
              </a:rPr>
              <a:t>and</a:t>
            </a:r>
            <a:r>
              <a:rPr lang="en-US" sz="1600" spc="-25" dirty="0" smtClean="0">
                <a:solidFill>
                  <a:schemeClr val="tx1"/>
                </a:solidFill>
                <a:latin typeface="Times New Roman" panose="02020603050405020304" pitchFamily="18" charset="0"/>
                <a:cs typeface="Times New Roman" panose="02020603050405020304" pitchFamily="18" charset="0"/>
              </a:rPr>
              <a:t> </a:t>
            </a:r>
            <a:r>
              <a:rPr sz="1600" spc="-10" dirty="0" smtClean="0">
                <a:solidFill>
                  <a:schemeClr val="tx1"/>
                </a:solidFill>
                <a:latin typeface="Times New Roman" panose="02020603050405020304" pitchFamily="18" charset="0"/>
                <a:cs typeface="Times New Roman" panose="02020603050405020304" pitchFamily="18" charset="0"/>
              </a:rPr>
              <a:t>corresponding</a:t>
            </a:r>
            <a:r>
              <a:rPr sz="1600" spc="60" dirty="0" smtClean="0">
                <a:solidFill>
                  <a:schemeClr val="tx1"/>
                </a:solidFill>
                <a:latin typeface="Times New Roman" panose="02020603050405020304" pitchFamily="18" charset="0"/>
                <a:cs typeface="Times New Roman" panose="02020603050405020304" pitchFamily="18" charset="0"/>
              </a:rPr>
              <a:t> </a:t>
            </a:r>
            <a:r>
              <a:rPr sz="1600" dirty="0" smtClean="0">
                <a:solidFill>
                  <a:schemeClr val="tx1"/>
                </a:solidFill>
                <a:latin typeface="Times New Roman" panose="02020603050405020304" pitchFamily="18" charset="0"/>
                <a:cs typeface="Times New Roman" panose="02020603050405020304" pitchFamily="18" charset="0"/>
              </a:rPr>
              <a:t>I</a:t>
            </a:r>
            <a:r>
              <a:rPr lang="en-US" sz="1600" dirty="0" smtClean="0">
                <a:solidFill>
                  <a:schemeClr val="tx1"/>
                </a:solidFill>
                <a:latin typeface="Times New Roman" panose="02020603050405020304" pitchFamily="18" charset="0"/>
                <a:cs typeface="Times New Roman" panose="02020603050405020304" pitchFamily="18" charset="0"/>
              </a:rPr>
              <a:t>P </a:t>
            </a:r>
            <a:r>
              <a:rPr sz="1600" spc="-10" dirty="0" smtClean="0">
                <a:solidFill>
                  <a:schemeClr val="tx1"/>
                </a:solidFill>
                <a:latin typeface="Times New Roman" panose="02020603050405020304" pitchFamily="18" charset="0"/>
                <a:cs typeface="Times New Roman" panose="02020603050405020304" pitchFamily="18" charset="0"/>
              </a:rPr>
              <a:t>addresses</a:t>
            </a:r>
            <a:endParaRPr sz="1600" dirty="0">
              <a:solidFill>
                <a:schemeClr val="tx1"/>
              </a:solidFill>
              <a:latin typeface="Times New Roman" panose="02020603050405020304" pitchFamily="18" charset="0"/>
              <a:cs typeface="Times New Roman" panose="02020603050405020304" pitchFamily="18" charset="0"/>
            </a:endParaRPr>
          </a:p>
        </p:txBody>
      </p:sp>
      <p:sp>
        <p:nvSpPr>
          <p:cNvPr id="16" name="Date Placeholder 15"/>
          <p:cNvSpPr>
            <a:spLocks noGrp="1"/>
          </p:cNvSpPr>
          <p:nvPr>
            <p:ph type="dt" sz="half" idx="6"/>
          </p:nvPr>
        </p:nvSpPr>
        <p:spPr/>
        <p:txBody>
          <a:bodyPr/>
          <a:lstStyle/>
          <a:p>
            <a:fld id="{0745A7EB-7788-425F-9277-D463C27264A2}"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9875" y="142875"/>
            <a:ext cx="5553710" cy="751488"/>
          </a:xfrm>
          <a:prstGeom prst="rect">
            <a:avLst/>
          </a:prstGeom>
        </p:spPr>
        <p:txBody>
          <a:bodyPr vert="horz" wrap="square" lIns="0" tIns="12700" rIns="0" bIns="0" rtlCol="0">
            <a:spAutoFit/>
          </a:bodyPr>
          <a:lstStyle/>
          <a:p>
            <a:pPr marL="12700">
              <a:lnSpc>
                <a:spcPct val="100000"/>
              </a:lnSpc>
              <a:spcBef>
                <a:spcPts val="100"/>
              </a:spcBef>
            </a:pPr>
            <a:r>
              <a:rPr lang="en-US" sz="2400" b="1" spc="-10" dirty="0">
                <a:solidFill>
                  <a:srgbClr val="FF0000"/>
                </a:solidFill>
                <a:latin typeface="Times New Roman"/>
                <a:cs typeface="Times New Roman"/>
              </a:rPr>
              <a:t>Linux</a:t>
            </a:r>
            <a:r>
              <a:rPr lang="en-US" sz="2400" b="1" spc="-90" dirty="0">
                <a:solidFill>
                  <a:srgbClr val="FF0000"/>
                </a:solidFill>
                <a:latin typeface="Times New Roman"/>
                <a:cs typeface="Times New Roman"/>
              </a:rPr>
              <a:t> </a:t>
            </a:r>
            <a:r>
              <a:rPr lang="en-US" sz="2400" b="1" dirty="0">
                <a:solidFill>
                  <a:srgbClr val="FF0000"/>
                </a:solidFill>
                <a:latin typeface="Times New Roman"/>
                <a:cs typeface="Times New Roman"/>
              </a:rPr>
              <a:t>Systems</a:t>
            </a:r>
            <a:r>
              <a:rPr lang="en-US" sz="2400" b="1" spc="20" dirty="0">
                <a:solidFill>
                  <a:srgbClr val="FF0000"/>
                </a:solidFill>
                <a:latin typeface="Times New Roman"/>
                <a:cs typeface="Times New Roman"/>
              </a:rPr>
              <a:t> </a:t>
            </a:r>
            <a:r>
              <a:rPr lang="en-US" sz="2400" b="1" dirty="0">
                <a:solidFill>
                  <a:srgbClr val="FF0000"/>
                </a:solidFill>
                <a:latin typeface="Times New Roman"/>
                <a:cs typeface="Times New Roman"/>
              </a:rPr>
              <a:t>and</a:t>
            </a:r>
            <a:r>
              <a:rPr lang="en-US" sz="2400" b="1" spc="55" dirty="0">
                <a:solidFill>
                  <a:srgbClr val="FF0000"/>
                </a:solidFill>
                <a:latin typeface="Times New Roman"/>
                <a:cs typeface="Times New Roman"/>
              </a:rPr>
              <a:t> </a:t>
            </a:r>
            <a:r>
              <a:rPr lang="en-US" sz="2400" b="1" spc="-35" dirty="0">
                <a:solidFill>
                  <a:srgbClr val="FF0000"/>
                </a:solidFill>
                <a:latin typeface="Times New Roman"/>
                <a:cs typeface="Times New Roman"/>
              </a:rPr>
              <a:t>Network</a:t>
            </a:r>
            <a:r>
              <a:rPr lang="en-US" sz="2400" b="1" spc="5" dirty="0">
                <a:solidFill>
                  <a:srgbClr val="FF0000"/>
                </a:solidFill>
                <a:latin typeface="Times New Roman"/>
                <a:cs typeface="Times New Roman"/>
              </a:rPr>
              <a:t> </a:t>
            </a:r>
            <a:r>
              <a:rPr lang="en-US" sz="2400" b="1" spc="-10" dirty="0">
                <a:solidFill>
                  <a:srgbClr val="FF0000"/>
                </a:solidFill>
                <a:latin typeface="Times New Roman"/>
                <a:cs typeface="Times New Roman"/>
              </a:rPr>
              <a:t>Concepts </a:t>
            </a:r>
            <a:r>
              <a:rPr lang="en-US" sz="2400" b="1" spc="-10" dirty="0" smtClean="0">
                <a:solidFill>
                  <a:srgbClr val="FF0000"/>
                </a:solidFill>
                <a:latin typeface="Times New Roman"/>
                <a:cs typeface="Times New Roman"/>
              </a:rPr>
              <a:t>…</a:t>
            </a:r>
            <a:br>
              <a:rPr lang="en-US" sz="2400" b="1" spc="-10" dirty="0" smtClean="0">
                <a:solidFill>
                  <a:srgbClr val="FF0000"/>
                </a:solidFill>
                <a:latin typeface="Times New Roman"/>
                <a:cs typeface="Times New Roman"/>
              </a:rPr>
            </a:br>
            <a:endParaRPr sz="2400" dirty="0">
              <a:latin typeface="Times New Roman"/>
              <a:cs typeface="Times New Roman"/>
            </a:endParaRPr>
          </a:p>
        </p:txBody>
      </p:sp>
      <p:sp>
        <p:nvSpPr>
          <p:cNvPr id="4" name="object 4"/>
          <p:cNvSpPr txBox="1">
            <a:spLocks noGrp="1"/>
          </p:cNvSpPr>
          <p:nvPr>
            <p:ph type="body" idx="1"/>
          </p:nvPr>
        </p:nvSpPr>
        <p:spPr>
          <a:xfrm>
            <a:off x="269875" y="1057275"/>
            <a:ext cx="5800725" cy="2769989"/>
          </a:xfrm>
          <a:prstGeom prst="rect">
            <a:avLst/>
          </a:prstGeom>
        </p:spPr>
        <p:txBody>
          <a:bodyPr vert="horz" wrap="square" lIns="0" tIns="12700" rIns="0" bIns="0" rtlCol="0">
            <a:spAutoFit/>
          </a:bodyPr>
          <a:lstStyle/>
          <a:p>
            <a:pPr marL="370205" indent="-285750">
              <a:lnSpc>
                <a:spcPct val="100000"/>
              </a:lnSpc>
              <a:spcBef>
                <a:spcPts val="100"/>
              </a:spcBef>
              <a:buFont typeface="Arial" panose="020B0604020202020204" pitchFamily="34" charset="0"/>
              <a:buChar char="•"/>
            </a:pPr>
            <a:r>
              <a:rPr lang="en-US" sz="2000" b="1" spc="-70" dirty="0">
                <a:solidFill>
                  <a:srgbClr val="FF0000"/>
                </a:solidFill>
              </a:rPr>
              <a:t>Unicast</a:t>
            </a:r>
            <a:r>
              <a:rPr lang="en-US" sz="2000" spc="-70" dirty="0">
                <a:solidFill>
                  <a:schemeClr val="tx1"/>
                </a:solidFill>
              </a:rPr>
              <a:t>:</a:t>
            </a:r>
            <a:r>
              <a:rPr lang="en-US" sz="2000" spc="-30" dirty="0">
                <a:solidFill>
                  <a:schemeClr val="tx1"/>
                </a:solidFill>
              </a:rPr>
              <a:t> </a:t>
            </a:r>
            <a:r>
              <a:rPr lang="en-US" sz="2000" spc="-50" dirty="0">
                <a:solidFill>
                  <a:schemeClr val="tx1"/>
                </a:solidFill>
              </a:rPr>
              <a:t>originates</a:t>
            </a:r>
            <a:r>
              <a:rPr lang="en-US" sz="2000" spc="-20" dirty="0">
                <a:solidFill>
                  <a:schemeClr val="tx1"/>
                </a:solidFill>
              </a:rPr>
              <a:t> </a:t>
            </a:r>
            <a:r>
              <a:rPr lang="en-US" sz="2000" dirty="0">
                <a:solidFill>
                  <a:schemeClr val="tx1"/>
                </a:solidFill>
              </a:rPr>
              <a:t>from</a:t>
            </a:r>
            <a:r>
              <a:rPr lang="en-US" sz="2000" spc="-45" dirty="0">
                <a:solidFill>
                  <a:schemeClr val="tx1"/>
                </a:solidFill>
              </a:rPr>
              <a:t> </a:t>
            </a:r>
            <a:r>
              <a:rPr lang="en-US" sz="2000" dirty="0">
                <a:solidFill>
                  <a:schemeClr val="tx1"/>
                </a:solidFill>
              </a:rPr>
              <a:t>one</a:t>
            </a:r>
            <a:r>
              <a:rPr lang="en-US" sz="2000" spc="-80" dirty="0">
                <a:solidFill>
                  <a:schemeClr val="tx1"/>
                </a:solidFill>
              </a:rPr>
              <a:t> </a:t>
            </a:r>
            <a:r>
              <a:rPr lang="en-US" sz="2000" spc="-10" dirty="0">
                <a:solidFill>
                  <a:schemeClr val="tx1"/>
                </a:solidFill>
              </a:rPr>
              <a:t>computer</a:t>
            </a:r>
            <a:r>
              <a:rPr lang="en-US" sz="2000" spc="10" dirty="0">
                <a:solidFill>
                  <a:schemeClr val="tx1"/>
                </a:solidFill>
              </a:rPr>
              <a:t> </a:t>
            </a:r>
            <a:r>
              <a:rPr lang="en-US" sz="2000" spc="-10" dirty="0">
                <a:solidFill>
                  <a:schemeClr val="tx1"/>
                </a:solidFill>
              </a:rPr>
              <a:t>and</a:t>
            </a:r>
            <a:r>
              <a:rPr lang="en-US" sz="2000" spc="-25" dirty="0">
                <a:solidFill>
                  <a:schemeClr val="tx1"/>
                </a:solidFill>
              </a:rPr>
              <a:t> </a:t>
            </a:r>
            <a:r>
              <a:rPr lang="en-US" sz="2000" spc="-50" dirty="0">
                <a:solidFill>
                  <a:schemeClr val="tx1"/>
                </a:solidFill>
              </a:rPr>
              <a:t>is </a:t>
            </a:r>
            <a:r>
              <a:rPr lang="en-US" sz="2000" spc="-25" dirty="0">
                <a:solidFill>
                  <a:schemeClr val="tx1"/>
                </a:solidFill>
              </a:rPr>
              <a:t>destined</a:t>
            </a:r>
            <a:r>
              <a:rPr lang="en-US" sz="2000" spc="-15" dirty="0">
                <a:solidFill>
                  <a:schemeClr val="tx1"/>
                </a:solidFill>
              </a:rPr>
              <a:t> </a:t>
            </a:r>
            <a:r>
              <a:rPr lang="en-US" sz="2000" dirty="0">
                <a:solidFill>
                  <a:schemeClr val="tx1"/>
                </a:solidFill>
              </a:rPr>
              <a:t>for</a:t>
            </a:r>
            <a:r>
              <a:rPr lang="en-US" sz="2000" spc="-100" dirty="0">
                <a:solidFill>
                  <a:schemeClr val="tx1"/>
                </a:solidFill>
              </a:rPr>
              <a:t> </a:t>
            </a:r>
            <a:r>
              <a:rPr lang="en-US" sz="2000" spc="-55" dirty="0">
                <a:solidFill>
                  <a:schemeClr val="tx1"/>
                </a:solidFill>
              </a:rPr>
              <a:t>exactly</a:t>
            </a:r>
            <a:r>
              <a:rPr lang="en-US" sz="2000" dirty="0">
                <a:solidFill>
                  <a:schemeClr val="tx1"/>
                </a:solidFill>
              </a:rPr>
              <a:t> </a:t>
            </a:r>
            <a:r>
              <a:rPr lang="en-US" sz="2000" spc="-25" dirty="0">
                <a:solidFill>
                  <a:schemeClr val="tx1"/>
                </a:solidFill>
              </a:rPr>
              <a:t>one </a:t>
            </a:r>
            <a:r>
              <a:rPr lang="en-US" sz="2000" dirty="0" smtClean="0">
                <a:solidFill>
                  <a:schemeClr val="tx1"/>
                </a:solidFill>
              </a:rPr>
              <a:t>other</a:t>
            </a:r>
            <a:r>
              <a:rPr lang="en-US" sz="2000" spc="-30" dirty="0" smtClean="0">
                <a:solidFill>
                  <a:schemeClr val="tx1"/>
                </a:solidFill>
              </a:rPr>
              <a:t> </a:t>
            </a:r>
            <a:r>
              <a:rPr lang="en-US" sz="2000" spc="-10" dirty="0" smtClean="0">
                <a:solidFill>
                  <a:schemeClr val="tx1"/>
                </a:solidFill>
              </a:rPr>
              <a:t>comput</a:t>
            </a:r>
            <a:r>
              <a:rPr lang="en-US" sz="2000" spc="-25" dirty="0" smtClean="0">
                <a:solidFill>
                  <a:schemeClr val="tx1"/>
                </a:solidFill>
              </a:rPr>
              <a:t>er</a:t>
            </a:r>
          </a:p>
          <a:p>
            <a:pPr marL="370205" indent="-285750">
              <a:lnSpc>
                <a:spcPct val="100000"/>
              </a:lnSpc>
              <a:spcBef>
                <a:spcPts val="100"/>
              </a:spcBef>
              <a:buFont typeface="Arial" panose="020B0604020202020204" pitchFamily="34" charset="0"/>
              <a:buChar char="•"/>
            </a:pPr>
            <a:endParaRPr lang="en-US" sz="1000" spc="-25" dirty="0" smtClean="0">
              <a:solidFill>
                <a:schemeClr val="tx1"/>
              </a:solidFill>
            </a:endParaRPr>
          </a:p>
          <a:p>
            <a:pPr marL="370205" indent="-285750">
              <a:lnSpc>
                <a:spcPct val="100000"/>
              </a:lnSpc>
              <a:spcBef>
                <a:spcPts val="100"/>
              </a:spcBef>
              <a:buFont typeface="Arial" panose="020B0604020202020204" pitchFamily="34" charset="0"/>
              <a:buChar char="•"/>
            </a:pPr>
            <a:r>
              <a:rPr lang="en-US" sz="2000" b="1" spc="-25" dirty="0" smtClean="0">
                <a:solidFill>
                  <a:srgbClr val="FF0000"/>
                </a:solidFill>
              </a:rPr>
              <a:t>M</a:t>
            </a:r>
            <a:r>
              <a:rPr sz="2000" b="1" spc="-25" dirty="0" smtClean="0">
                <a:solidFill>
                  <a:srgbClr val="FF0000"/>
                </a:solidFill>
              </a:rPr>
              <a:t>ul</a:t>
            </a:r>
            <a:r>
              <a:rPr lang="en-US" sz="2000" b="1" spc="-25" dirty="0">
                <a:solidFill>
                  <a:srgbClr val="FF0000"/>
                </a:solidFill>
              </a:rPr>
              <a:t>t</a:t>
            </a:r>
            <a:r>
              <a:rPr sz="2000" b="1" spc="-25" dirty="0" smtClean="0">
                <a:solidFill>
                  <a:srgbClr val="FF0000"/>
                </a:solidFill>
              </a:rPr>
              <a:t>icast</a:t>
            </a:r>
            <a:r>
              <a:rPr sz="2000" b="1" spc="110" dirty="0" smtClean="0">
                <a:solidFill>
                  <a:srgbClr val="FF0000"/>
                </a:solidFill>
              </a:rPr>
              <a:t> </a:t>
            </a:r>
            <a:r>
              <a:rPr sz="2000" dirty="0">
                <a:solidFill>
                  <a:schemeClr val="tx1"/>
                </a:solidFill>
              </a:rPr>
              <a:t>is</a:t>
            </a:r>
            <a:r>
              <a:rPr sz="2000" spc="35" dirty="0">
                <a:solidFill>
                  <a:schemeClr val="tx1"/>
                </a:solidFill>
              </a:rPr>
              <a:t> </a:t>
            </a:r>
            <a:r>
              <a:rPr sz="2000" dirty="0">
                <a:solidFill>
                  <a:schemeClr val="tx1"/>
                </a:solidFill>
              </a:rPr>
              <a:t>destined</a:t>
            </a:r>
            <a:r>
              <a:rPr sz="2000" spc="305" dirty="0">
                <a:solidFill>
                  <a:schemeClr val="tx1"/>
                </a:solidFill>
              </a:rPr>
              <a:t> </a:t>
            </a:r>
            <a:r>
              <a:rPr sz="2000" dirty="0">
                <a:solidFill>
                  <a:schemeClr val="tx1"/>
                </a:solidFill>
              </a:rPr>
              <a:t>for</a:t>
            </a:r>
            <a:r>
              <a:rPr sz="2000" spc="155" dirty="0">
                <a:solidFill>
                  <a:schemeClr val="tx1"/>
                </a:solidFill>
              </a:rPr>
              <a:t> </a:t>
            </a:r>
            <a:r>
              <a:rPr lang="en-US" sz="2000" spc="-140" dirty="0" smtClean="0">
                <a:solidFill>
                  <a:schemeClr val="tx1"/>
                </a:solidFill>
              </a:rPr>
              <a:t>a</a:t>
            </a:r>
            <a:r>
              <a:rPr sz="2000" spc="10" dirty="0" smtClean="0">
                <a:solidFill>
                  <a:schemeClr val="tx1"/>
                </a:solidFill>
              </a:rPr>
              <a:t> </a:t>
            </a:r>
            <a:r>
              <a:rPr sz="2000" spc="60" dirty="0">
                <a:solidFill>
                  <a:schemeClr val="tx1"/>
                </a:solidFill>
              </a:rPr>
              <a:t>group</a:t>
            </a:r>
            <a:r>
              <a:rPr sz="2000" spc="70" dirty="0">
                <a:solidFill>
                  <a:schemeClr val="tx1"/>
                </a:solidFill>
              </a:rPr>
              <a:t> </a:t>
            </a:r>
            <a:r>
              <a:rPr sz="2000" dirty="0">
                <a:solidFill>
                  <a:schemeClr val="tx1"/>
                </a:solidFill>
              </a:rPr>
              <a:t>of</a:t>
            </a:r>
            <a:r>
              <a:rPr sz="2000" spc="345" dirty="0">
                <a:solidFill>
                  <a:schemeClr val="tx1"/>
                </a:solidFill>
              </a:rPr>
              <a:t> </a:t>
            </a:r>
            <a:r>
              <a:rPr sz="2000" spc="-10" dirty="0" smtClean="0">
                <a:solidFill>
                  <a:schemeClr val="tx1"/>
                </a:solidFill>
              </a:rPr>
              <a:t>computers</a:t>
            </a:r>
            <a:endParaRPr lang="en-US" sz="2000" spc="-10" dirty="0" smtClean="0">
              <a:solidFill>
                <a:schemeClr val="tx1"/>
              </a:solidFill>
            </a:endParaRPr>
          </a:p>
          <a:p>
            <a:pPr marL="370205" indent="-285750">
              <a:lnSpc>
                <a:spcPct val="100000"/>
              </a:lnSpc>
              <a:spcBef>
                <a:spcPts val="100"/>
              </a:spcBef>
              <a:buFont typeface="Arial" panose="020B0604020202020204" pitchFamily="34" charset="0"/>
              <a:buChar char="•"/>
            </a:pPr>
            <a:endParaRPr sz="1000" spc="-10" dirty="0">
              <a:solidFill>
                <a:schemeClr val="tx1"/>
              </a:solidFill>
            </a:endParaRPr>
          </a:p>
          <a:p>
            <a:pPr marL="309245" indent="-285750">
              <a:lnSpc>
                <a:spcPct val="100000"/>
              </a:lnSpc>
              <a:spcBef>
                <a:spcPts val="1110"/>
              </a:spcBef>
              <a:buFont typeface="Arial" panose="020B0604020202020204" pitchFamily="34" charset="0"/>
              <a:buChar char="•"/>
            </a:pPr>
            <a:r>
              <a:rPr sz="2000" b="1" dirty="0">
                <a:solidFill>
                  <a:srgbClr val="FF0000"/>
                </a:solidFill>
              </a:rPr>
              <a:t>A</a:t>
            </a:r>
            <a:r>
              <a:rPr sz="2000" b="1" spc="254" dirty="0">
                <a:solidFill>
                  <a:srgbClr val="FF0000"/>
                </a:solidFill>
              </a:rPr>
              <a:t> </a:t>
            </a:r>
            <a:r>
              <a:rPr sz="2000" b="1" dirty="0">
                <a:solidFill>
                  <a:srgbClr val="FF0000"/>
                </a:solidFill>
              </a:rPr>
              <a:t>broadcast</a:t>
            </a:r>
            <a:r>
              <a:rPr sz="2000" b="1" spc="270" dirty="0">
                <a:solidFill>
                  <a:srgbClr val="FF0000"/>
                </a:solidFill>
              </a:rPr>
              <a:t> </a:t>
            </a:r>
            <a:r>
              <a:rPr sz="2000" dirty="0">
                <a:solidFill>
                  <a:schemeClr val="tx1"/>
                </a:solidFill>
              </a:rPr>
              <a:t>is</a:t>
            </a:r>
            <a:r>
              <a:rPr sz="2000" spc="114" dirty="0">
                <a:solidFill>
                  <a:schemeClr val="tx1"/>
                </a:solidFill>
              </a:rPr>
              <a:t> </a:t>
            </a:r>
            <a:r>
              <a:rPr sz="2000" dirty="0">
                <a:solidFill>
                  <a:schemeClr val="tx1"/>
                </a:solidFill>
              </a:rPr>
              <a:t>meant</a:t>
            </a:r>
            <a:r>
              <a:rPr sz="2000" spc="200" dirty="0">
                <a:solidFill>
                  <a:schemeClr val="tx1"/>
                </a:solidFill>
              </a:rPr>
              <a:t> </a:t>
            </a:r>
            <a:r>
              <a:rPr sz="2000" dirty="0">
                <a:solidFill>
                  <a:schemeClr val="tx1"/>
                </a:solidFill>
              </a:rPr>
              <a:t>for</a:t>
            </a:r>
            <a:r>
              <a:rPr sz="2000" spc="155" dirty="0">
                <a:solidFill>
                  <a:schemeClr val="tx1"/>
                </a:solidFill>
              </a:rPr>
              <a:t> </a:t>
            </a:r>
            <a:r>
              <a:rPr sz="2000" spc="-10" dirty="0">
                <a:solidFill>
                  <a:schemeClr val="tx1"/>
                </a:solidFill>
              </a:rPr>
              <a:t>everyone</a:t>
            </a:r>
            <a:r>
              <a:rPr sz="2000" spc="-10" dirty="0" smtClean="0">
                <a:solidFill>
                  <a:schemeClr val="tx1"/>
                </a:solidFill>
              </a:rPr>
              <a:t>.</a:t>
            </a:r>
            <a:endParaRPr lang="en-US" sz="2000" spc="-10" dirty="0" smtClean="0">
              <a:solidFill>
                <a:schemeClr val="tx1"/>
              </a:solidFill>
            </a:endParaRPr>
          </a:p>
          <a:p>
            <a:pPr marL="309245" indent="-285750">
              <a:lnSpc>
                <a:spcPct val="100000"/>
              </a:lnSpc>
              <a:spcBef>
                <a:spcPts val="1110"/>
              </a:spcBef>
              <a:buFont typeface="Arial" panose="020B0604020202020204" pitchFamily="34" charset="0"/>
              <a:buChar char="•"/>
            </a:pPr>
            <a:endParaRPr lang="en-US" sz="1000" spc="-10" dirty="0" smtClean="0">
              <a:solidFill>
                <a:schemeClr val="tx1"/>
              </a:solidFill>
            </a:endParaRPr>
          </a:p>
          <a:p>
            <a:pPr marL="318134" indent="-285750">
              <a:lnSpc>
                <a:spcPct val="100000"/>
              </a:lnSpc>
              <a:spcBef>
                <a:spcPts val="1035"/>
              </a:spcBef>
              <a:buFont typeface="Arial" panose="020B0604020202020204" pitchFamily="34" charset="0"/>
              <a:buChar char="•"/>
            </a:pPr>
            <a:r>
              <a:rPr sz="2000" b="1" dirty="0" smtClean="0">
                <a:solidFill>
                  <a:srgbClr val="FF0000"/>
                </a:solidFill>
              </a:rPr>
              <a:t>An</a:t>
            </a:r>
            <a:r>
              <a:rPr sz="2000" b="1" spc="215" dirty="0" smtClean="0">
                <a:solidFill>
                  <a:srgbClr val="FF0000"/>
                </a:solidFill>
              </a:rPr>
              <a:t> </a:t>
            </a:r>
            <a:r>
              <a:rPr sz="2000" b="1" spc="-45" dirty="0">
                <a:solidFill>
                  <a:srgbClr val="FF0000"/>
                </a:solidFill>
              </a:rPr>
              <a:t>anycast</a:t>
            </a:r>
            <a:r>
              <a:rPr sz="2000" b="1" spc="-15" dirty="0">
                <a:solidFill>
                  <a:srgbClr val="FF0000"/>
                </a:solidFill>
              </a:rPr>
              <a:t> </a:t>
            </a:r>
            <a:r>
              <a:rPr sz="2000" spc="-40" dirty="0">
                <a:solidFill>
                  <a:schemeClr val="tx1"/>
                </a:solidFill>
              </a:rPr>
              <a:t>signal</a:t>
            </a:r>
            <a:r>
              <a:rPr sz="2000" spc="270" dirty="0">
                <a:solidFill>
                  <a:schemeClr val="tx1"/>
                </a:solidFill>
              </a:rPr>
              <a:t> </a:t>
            </a:r>
            <a:r>
              <a:rPr sz="2000" dirty="0">
                <a:solidFill>
                  <a:schemeClr val="tx1"/>
                </a:solidFill>
              </a:rPr>
              <a:t>goes</a:t>
            </a:r>
            <a:r>
              <a:rPr sz="2000" spc="325" dirty="0">
                <a:solidFill>
                  <a:schemeClr val="tx1"/>
                </a:solidFill>
              </a:rPr>
              <a:t> </a:t>
            </a:r>
            <a:r>
              <a:rPr sz="2000" dirty="0">
                <a:solidFill>
                  <a:schemeClr val="tx1"/>
                </a:solidFill>
              </a:rPr>
              <a:t>the</a:t>
            </a:r>
            <a:r>
              <a:rPr sz="2000" spc="-80" dirty="0">
                <a:solidFill>
                  <a:schemeClr val="tx1"/>
                </a:solidFill>
              </a:rPr>
              <a:t> </a:t>
            </a:r>
            <a:r>
              <a:rPr sz="2000" spc="-50" dirty="0">
                <a:solidFill>
                  <a:srgbClr val="FF0000"/>
                </a:solidFill>
              </a:rPr>
              <a:t>geographically </a:t>
            </a:r>
            <a:r>
              <a:rPr sz="2000" spc="-30" dirty="0">
                <a:solidFill>
                  <a:srgbClr val="FF0000"/>
                </a:solidFill>
              </a:rPr>
              <a:t>nearest</a:t>
            </a:r>
            <a:r>
              <a:rPr sz="2000" spc="5" dirty="0">
                <a:solidFill>
                  <a:srgbClr val="FF0000"/>
                </a:solidFill>
              </a:rPr>
              <a:t> </a:t>
            </a:r>
            <a:r>
              <a:rPr sz="2000" dirty="0">
                <a:solidFill>
                  <a:srgbClr val="FF0000"/>
                </a:solidFill>
              </a:rPr>
              <a:t>of</a:t>
            </a:r>
            <a:r>
              <a:rPr sz="2000" spc="130" dirty="0">
                <a:solidFill>
                  <a:srgbClr val="FF0000"/>
                </a:solidFill>
              </a:rPr>
              <a:t> </a:t>
            </a:r>
            <a:r>
              <a:rPr sz="2000" dirty="0">
                <a:solidFill>
                  <a:srgbClr val="FF0000"/>
                </a:solidFill>
              </a:rPr>
              <a:t>a</a:t>
            </a:r>
            <a:r>
              <a:rPr sz="2000" spc="-90" dirty="0">
                <a:solidFill>
                  <a:srgbClr val="FF0000"/>
                </a:solidFill>
              </a:rPr>
              <a:t> </a:t>
            </a:r>
            <a:r>
              <a:rPr sz="2000" spc="-100" dirty="0">
                <a:solidFill>
                  <a:srgbClr val="FF0000"/>
                </a:solidFill>
              </a:rPr>
              <a:t>well</a:t>
            </a:r>
            <a:r>
              <a:rPr sz="2000" dirty="0">
                <a:solidFill>
                  <a:srgbClr val="FF0000"/>
                </a:solidFill>
              </a:rPr>
              <a:t> </a:t>
            </a:r>
            <a:r>
              <a:rPr sz="2000" spc="-10" dirty="0" smtClean="0">
                <a:solidFill>
                  <a:srgbClr val="FF0000"/>
                </a:solidFill>
              </a:rPr>
              <a:t>defined</a:t>
            </a:r>
            <a:r>
              <a:rPr lang="en-US" sz="2000" spc="-10" dirty="0" smtClean="0">
                <a:solidFill>
                  <a:srgbClr val="FF0000"/>
                </a:solidFill>
              </a:rPr>
              <a:t> group</a:t>
            </a:r>
            <a:endParaRPr sz="2000" dirty="0">
              <a:solidFill>
                <a:srgbClr val="FF0000"/>
              </a:solidFill>
            </a:endParaRPr>
          </a:p>
        </p:txBody>
      </p:sp>
      <p:sp>
        <p:nvSpPr>
          <p:cNvPr id="16" name="Date Placeholder 15"/>
          <p:cNvSpPr>
            <a:spLocks noGrp="1"/>
          </p:cNvSpPr>
          <p:nvPr>
            <p:ph type="dt" sz="half" idx="6"/>
          </p:nvPr>
        </p:nvSpPr>
        <p:spPr/>
        <p:txBody>
          <a:bodyPr/>
          <a:lstStyle/>
          <a:p>
            <a:fld id="{35125FA2-BF66-46B4-8BC3-3AA6F912B947}"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700" y="-9525"/>
            <a:ext cx="4819015" cy="382156"/>
          </a:xfrm>
          <a:prstGeom prst="rect">
            <a:avLst/>
          </a:prstGeom>
        </p:spPr>
        <p:txBody>
          <a:bodyPr vert="horz" wrap="square" lIns="0" tIns="12700" rIns="0" bIns="0" rtlCol="0">
            <a:spAutoFit/>
          </a:bodyPr>
          <a:lstStyle/>
          <a:p>
            <a:pPr marL="229870">
              <a:lnSpc>
                <a:spcPct val="100000"/>
              </a:lnSpc>
              <a:spcBef>
                <a:spcPts val="100"/>
              </a:spcBef>
            </a:pPr>
            <a:r>
              <a:rPr sz="2400" b="1" dirty="0">
                <a:solidFill>
                  <a:srgbClr val="FF0000"/>
                </a:solidFill>
                <a:latin typeface="Times New Roman"/>
                <a:cs typeface="Times New Roman"/>
              </a:rPr>
              <a:t>Linux</a:t>
            </a:r>
            <a:r>
              <a:rPr sz="2400" b="1" spc="220" dirty="0">
                <a:solidFill>
                  <a:srgbClr val="FF0000"/>
                </a:solidFill>
                <a:latin typeface="Times New Roman"/>
                <a:cs typeface="Times New Roman"/>
              </a:rPr>
              <a:t> </a:t>
            </a:r>
            <a:r>
              <a:rPr sz="2400" b="1" dirty="0">
                <a:solidFill>
                  <a:srgbClr val="FF0000"/>
                </a:solidFill>
                <a:latin typeface="Times New Roman"/>
                <a:cs typeface="Times New Roman"/>
              </a:rPr>
              <a:t>File</a:t>
            </a:r>
            <a:r>
              <a:rPr sz="2400" b="1" spc="85" dirty="0">
                <a:solidFill>
                  <a:srgbClr val="FF0000"/>
                </a:solidFill>
                <a:latin typeface="Times New Roman"/>
                <a:cs typeface="Times New Roman"/>
              </a:rPr>
              <a:t> </a:t>
            </a:r>
            <a:r>
              <a:rPr sz="2400" b="1" spc="-10" dirty="0" smtClean="0">
                <a:solidFill>
                  <a:srgbClr val="FF0000"/>
                </a:solidFill>
                <a:latin typeface="Times New Roman"/>
                <a:cs typeface="Times New Roman"/>
              </a:rPr>
              <a:t>Syst</a:t>
            </a:r>
            <a:r>
              <a:rPr lang="en-US" sz="2400" b="1" spc="-10" dirty="0" smtClean="0">
                <a:solidFill>
                  <a:srgbClr val="FF0000"/>
                </a:solidFill>
                <a:latin typeface="Times New Roman"/>
                <a:cs typeface="Times New Roman"/>
              </a:rPr>
              <a:t>e</a:t>
            </a:r>
            <a:r>
              <a:rPr sz="2400" b="1" spc="-10" dirty="0" smtClean="0">
                <a:solidFill>
                  <a:srgbClr val="FF0000"/>
                </a:solidFill>
                <a:latin typeface="Times New Roman"/>
                <a:cs typeface="Times New Roman"/>
              </a:rPr>
              <a:t>m</a:t>
            </a:r>
            <a:endParaRPr sz="2400" b="1" dirty="0">
              <a:solidFill>
                <a:srgbClr val="FF0000"/>
              </a:solidFill>
              <a:latin typeface="Times New Roman"/>
              <a:cs typeface="Times New Roman"/>
            </a:endParaRPr>
          </a:p>
        </p:txBody>
      </p:sp>
      <p:sp>
        <p:nvSpPr>
          <p:cNvPr id="4" name="object 4"/>
          <p:cNvSpPr txBox="1"/>
          <p:nvPr/>
        </p:nvSpPr>
        <p:spPr>
          <a:xfrm>
            <a:off x="0" y="447675"/>
            <a:ext cx="6070600" cy="3808735"/>
          </a:xfrm>
          <a:prstGeom prst="rect">
            <a:avLst/>
          </a:prstGeom>
        </p:spPr>
        <p:txBody>
          <a:bodyPr vert="horz" wrap="square" lIns="0" tIns="12700" rIns="0" bIns="0" rtlCol="0">
            <a:spAutoFit/>
          </a:bodyPr>
          <a:lstStyle/>
          <a:p>
            <a:pPr marL="457200" indent="-215900">
              <a:lnSpc>
                <a:spcPct val="100000"/>
              </a:lnSpc>
              <a:spcBef>
                <a:spcPts val="100"/>
              </a:spcBef>
              <a:buFont typeface="Arial" panose="020B0604020202020204" pitchFamily="34" charset="0"/>
              <a:buChar char="•"/>
            </a:pPr>
            <a:r>
              <a:rPr sz="1500" dirty="0">
                <a:solidFill>
                  <a:srgbClr val="1C1C1C"/>
                </a:solidFill>
                <a:latin typeface="Cambria"/>
                <a:cs typeface="Cambria"/>
              </a:rPr>
              <a:t>The</a:t>
            </a:r>
            <a:r>
              <a:rPr sz="1500" spc="10" dirty="0">
                <a:solidFill>
                  <a:srgbClr val="1C1C1C"/>
                </a:solidFill>
                <a:latin typeface="Cambria"/>
                <a:cs typeface="Cambria"/>
              </a:rPr>
              <a:t> </a:t>
            </a:r>
            <a:r>
              <a:rPr sz="1500" dirty="0">
                <a:latin typeface="Cambria"/>
                <a:cs typeface="Cambria"/>
              </a:rPr>
              <a:t>Linux</a:t>
            </a:r>
            <a:r>
              <a:rPr sz="1500" spc="110" dirty="0">
                <a:latin typeface="Cambria"/>
                <a:cs typeface="Cambria"/>
              </a:rPr>
              <a:t> </a:t>
            </a:r>
            <a:r>
              <a:rPr sz="1500" spc="-10" dirty="0">
                <a:latin typeface="Cambria"/>
                <a:cs typeface="Cambria"/>
              </a:rPr>
              <a:t>file</a:t>
            </a:r>
            <a:r>
              <a:rPr sz="1500" spc="40" dirty="0">
                <a:latin typeface="Cambria"/>
                <a:cs typeface="Cambria"/>
              </a:rPr>
              <a:t> </a:t>
            </a:r>
            <a:r>
              <a:rPr sz="1500" spc="-75" dirty="0">
                <a:solidFill>
                  <a:srgbClr val="0C0C0C"/>
                </a:solidFill>
                <a:latin typeface="Cambria"/>
                <a:cs typeface="Cambria"/>
              </a:rPr>
              <a:t>system</a:t>
            </a:r>
            <a:r>
              <a:rPr sz="1500" spc="10" dirty="0">
                <a:solidFill>
                  <a:srgbClr val="0C0C0C"/>
                </a:solidFill>
                <a:latin typeface="Cambria"/>
                <a:cs typeface="Cambria"/>
              </a:rPr>
              <a:t> </a:t>
            </a:r>
            <a:r>
              <a:rPr sz="1500" spc="-40" dirty="0">
                <a:latin typeface="Cambria"/>
                <a:cs typeface="Cambria"/>
              </a:rPr>
              <a:t>organizes</a:t>
            </a:r>
            <a:r>
              <a:rPr sz="1500" spc="65" dirty="0">
                <a:latin typeface="Cambria"/>
                <a:cs typeface="Cambria"/>
              </a:rPr>
              <a:t> </a:t>
            </a:r>
            <a:r>
              <a:rPr sz="1500" spc="-65" dirty="0">
                <a:solidFill>
                  <a:srgbClr val="2F2F2F"/>
                </a:solidFill>
                <a:latin typeface="Cambria"/>
                <a:cs typeface="Cambria"/>
              </a:rPr>
              <a:t>data</a:t>
            </a:r>
            <a:r>
              <a:rPr sz="1500" spc="5" dirty="0">
                <a:solidFill>
                  <a:srgbClr val="2F2F2F"/>
                </a:solidFill>
                <a:latin typeface="Cambria"/>
                <a:cs typeface="Cambria"/>
              </a:rPr>
              <a:t> </a:t>
            </a:r>
            <a:r>
              <a:rPr sz="1500" dirty="0">
                <a:solidFill>
                  <a:srgbClr val="212121"/>
                </a:solidFill>
                <a:latin typeface="Cambria"/>
                <a:cs typeface="Cambria"/>
              </a:rPr>
              <a:t>on</a:t>
            </a:r>
            <a:r>
              <a:rPr sz="1500" spc="-35" dirty="0">
                <a:solidFill>
                  <a:srgbClr val="212121"/>
                </a:solidFill>
                <a:latin typeface="Cambria"/>
                <a:cs typeface="Cambria"/>
              </a:rPr>
              <a:t> </a:t>
            </a:r>
            <a:r>
              <a:rPr sz="1500" dirty="0">
                <a:solidFill>
                  <a:srgbClr val="181818"/>
                </a:solidFill>
                <a:latin typeface="Cambria"/>
                <a:cs typeface="Cambria"/>
              </a:rPr>
              <a:t>a</a:t>
            </a:r>
            <a:r>
              <a:rPr sz="1500" spc="-35" dirty="0">
                <a:solidFill>
                  <a:srgbClr val="181818"/>
                </a:solidFill>
                <a:latin typeface="Cambria"/>
                <a:cs typeface="Cambria"/>
              </a:rPr>
              <a:t> </a:t>
            </a:r>
            <a:r>
              <a:rPr sz="1500" spc="-55" dirty="0">
                <a:solidFill>
                  <a:srgbClr val="212121"/>
                </a:solidFill>
                <a:latin typeface="Cambria"/>
                <a:cs typeface="Cambria"/>
              </a:rPr>
              <a:t>storage</a:t>
            </a:r>
            <a:r>
              <a:rPr sz="1500" spc="10" dirty="0">
                <a:solidFill>
                  <a:srgbClr val="212121"/>
                </a:solidFill>
                <a:latin typeface="Cambria"/>
                <a:cs typeface="Cambria"/>
              </a:rPr>
              <a:t> </a:t>
            </a:r>
            <a:r>
              <a:rPr sz="1500" spc="-25" dirty="0">
                <a:latin typeface="Cambria"/>
                <a:cs typeface="Cambria"/>
              </a:rPr>
              <a:t>device</a:t>
            </a:r>
            <a:r>
              <a:rPr sz="1500" spc="5" dirty="0">
                <a:latin typeface="Cambria"/>
                <a:cs typeface="Cambria"/>
              </a:rPr>
              <a:t> </a:t>
            </a:r>
            <a:r>
              <a:rPr sz="1500" dirty="0">
                <a:solidFill>
                  <a:srgbClr val="1F1F1F"/>
                </a:solidFill>
                <a:latin typeface="Cambria"/>
                <a:cs typeface="Cambria"/>
              </a:rPr>
              <a:t>into</a:t>
            </a:r>
            <a:r>
              <a:rPr sz="1500" spc="-20" dirty="0">
                <a:solidFill>
                  <a:srgbClr val="1F1F1F"/>
                </a:solidFill>
                <a:latin typeface="Cambria"/>
                <a:cs typeface="Cambria"/>
              </a:rPr>
              <a:t> </a:t>
            </a:r>
            <a:r>
              <a:rPr sz="1500" b="1" spc="-10" dirty="0" smtClean="0">
                <a:solidFill>
                  <a:srgbClr val="FF0000"/>
                </a:solidFill>
                <a:latin typeface="Cambria"/>
                <a:cs typeface="Cambria"/>
              </a:rPr>
              <a:t>files</a:t>
            </a:r>
            <a:r>
              <a:rPr lang="en-US" sz="1500" spc="-10" dirty="0" smtClean="0">
                <a:solidFill>
                  <a:srgbClr val="1C1C1C"/>
                </a:solidFill>
                <a:latin typeface="Cambria"/>
                <a:cs typeface="Cambria"/>
              </a:rPr>
              <a:t> </a:t>
            </a:r>
            <a:r>
              <a:rPr sz="1450" dirty="0" smtClean="0">
                <a:latin typeface="Times New Roman"/>
                <a:cs typeface="Times New Roman"/>
              </a:rPr>
              <a:t>and</a:t>
            </a:r>
            <a:r>
              <a:rPr sz="1450" spc="165" dirty="0" smtClean="0">
                <a:latin typeface="Times New Roman"/>
                <a:cs typeface="Times New Roman"/>
              </a:rPr>
              <a:t> </a:t>
            </a:r>
            <a:r>
              <a:rPr sz="1450" b="1" spc="-10" dirty="0">
                <a:solidFill>
                  <a:srgbClr val="FF0000"/>
                </a:solidFill>
                <a:latin typeface="Times New Roman"/>
                <a:cs typeface="Times New Roman"/>
              </a:rPr>
              <a:t>directories</a:t>
            </a:r>
            <a:r>
              <a:rPr sz="1450" spc="-10" dirty="0">
                <a:latin typeface="Times New Roman"/>
                <a:cs typeface="Times New Roman"/>
              </a:rPr>
              <a:t>.</a:t>
            </a:r>
            <a:endParaRPr sz="1450" dirty="0">
              <a:latin typeface="Times New Roman"/>
              <a:cs typeface="Times New Roman"/>
            </a:endParaRPr>
          </a:p>
          <a:p>
            <a:pPr marL="457200" indent="-228600">
              <a:lnSpc>
                <a:spcPct val="100000"/>
              </a:lnSpc>
              <a:spcBef>
                <a:spcPts val="1110"/>
              </a:spcBef>
              <a:buFont typeface="Arial" panose="020B0604020202020204" pitchFamily="34" charset="0"/>
              <a:buChar char="•"/>
            </a:pPr>
            <a:r>
              <a:rPr sz="1450" b="1" dirty="0">
                <a:solidFill>
                  <a:srgbClr val="FF0000"/>
                </a:solidFill>
                <a:latin typeface="Times New Roman"/>
                <a:cs typeface="Times New Roman"/>
              </a:rPr>
              <a:t>Files</a:t>
            </a:r>
            <a:r>
              <a:rPr sz="1450" spc="105" dirty="0">
                <a:solidFill>
                  <a:schemeClr val="tx1"/>
                </a:solidFill>
                <a:latin typeface="Times New Roman"/>
                <a:cs typeface="Times New Roman"/>
              </a:rPr>
              <a:t> </a:t>
            </a:r>
            <a:r>
              <a:rPr sz="1450" dirty="0">
                <a:solidFill>
                  <a:schemeClr val="tx1"/>
                </a:solidFill>
                <a:latin typeface="Times New Roman"/>
                <a:cs typeface="Times New Roman"/>
              </a:rPr>
              <a:t>can</a:t>
            </a:r>
            <a:r>
              <a:rPr sz="1450" spc="135" dirty="0">
                <a:solidFill>
                  <a:schemeClr val="tx1"/>
                </a:solidFill>
                <a:latin typeface="Times New Roman"/>
                <a:cs typeface="Times New Roman"/>
              </a:rPr>
              <a:t> </a:t>
            </a:r>
            <a:r>
              <a:rPr sz="1450" dirty="0">
                <a:solidFill>
                  <a:schemeClr val="tx1"/>
                </a:solidFill>
                <a:latin typeface="Times New Roman"/>
                <a:cs typeface="Times New Roman"/>
              </a:rPr>
              <a:t>contain</a:t>
            </a:r>
            <a:r>
              <a:rPr sz="1450" spc="175" dirty="0">
                <a:solidFill>
                  <a:schemeClr val="tx1"/>
                </a:solidFill>
                <a:latin typeface="Times New Roman"/>
                <a:cs typeface="Times New Roman"/>
              </a:rPr>
              <a:t> </a:t>
            </a:r>
            <a:r>
              <a:rPr sz="1450" dirty="0">
                <a:solidFill>
                  <a:schemeClr val="tx1"/>
                </a:solidFill>
                <a:latin typeface="Times New Roman"/>
                <a:cs typeface="Times New Roman"/>
              </a:rPr>
              <a:t>data</a:t>
            </a:r>
            <a:r>
              <a:rPr sz="1450" spc="140" dirty="0">
                <a:solidFill>
                  <a:schemeClr val="tx1"/>
                </a:solidFill>
                <a:latin typeface="Times New Roman"/>
                <a:cs typeface="Times New Roman"/>
              </a:rPr>
              <a:t> </a:t>
            </a:r>
            <a:r>
              <a:rPr sz="1450" dirty="0">
                <a:solidFill>
                  <a:schemeClr val="tx1"/>
                </a:solidFill>
                <a:latin typeface="Times New Roman"/>
                <a:cs typeface="Times New Roman"/>
              </a:rPr>
              <a:t>or</a:t>
            </a:r>
            <a:r>
              <a:rPr sz="1450" spc="254" dirty="0">
                <a:solidFill>
                  <a:schemeClr val="tx1"/>
                </a:solidFill>
                <a:latin typeface="Times New Roman"/>
                <a:cs typeface="Times New Roman"/>
              </a:rPr>
              <a:t> </a:t>
            </a:r>
            <a:r>
              <a:rPr sz="1450" spc="-10" dirty="0">
                <a:solidFill>
                  <a:schemeClr val="tx1"/>
                </a:solidFill>
                <a:latin typeface="Times New Roman"/>
                <a:cs typeface="Times New Roman"/>
              </a:rPr>
              <a:t>programs</a:t>
            </a:r>
            <a:endParaRPr sz="1450" dirty="0">
              <a:solidFill>
                <a:schemeClr val="tx1"/>
              </a:solidFill>
              <a:latin typeface="Times New Roman"/>
              <a:cs typeface="Times New Roman"/>
            </a:endParaRPr>
          </a:p>
          <a:p>
            <a:pPr marL="457200" indent="-209550">
              <a:lnSpc>
                <a:spcPct val="100000"/>
              </a:lnSpc>
              <a:spcBef>
                <a:spcPts val="1135"/>
              </a:spcBef>
              <a:buFont typeface="Arial" panose="020B0604020202020204" pitchFamily="34" charset="0"/>
              <a:buChar char="•"/>
            </a:pPr>
            <a:r>
              <a:rPr lang="en-US" sz="1500" b="1" spc="-55" dirty="0" smtClean="0">
                <a:solidFill>
                  <a:srgbClr val="FF0000"/>
                </a:solidFill>
                <a:latin typeface="Cambria"/>
                <a:cs typeface="Cambria"/>
              </a:rPr>
              <a:t>D</a:t>
            </a:r>
            <a:r>
              <a:rPr sz="1500" b="1" spc="-55" dirty="0" smtClean="0">
                <a:solidFill>
                  <a:srgbClr val="FF0000"/>
                </a:solidFill>
                <a:latin typeface="Cambria"/>
                <a:cs typeface="Cambria"/>
              </a:rPr>
              <a:t>irectories</a:t>
            </a:r>
            <a:r>
              <a:rPr sz="1500" b="1" spc="-10" dirty="0" smtClean="0">
                <a:solidFill>
                  <a:srgbClr val="FF0000"/>
                </a:solidFill>
                <a:latin typeface="Cambria"/>
                <a:cs typeface="Cambria"/>
              </a:rPr>
              <a:t> </a:t>
            </a:r>
            <a:r>
              <a:rPr sz="1500" spc="-35" dirty="0">
                <a:solidFill>
                  <a:schemeClr val="tx1"/>
                </a:solidFill>
                <a:latin typeface="Cambria"/>
                <a:cs typeface="Cambria"/>
              </a:rPr>
              <a:t>organize</a:t>
            </a:r>
            <a:r>
              <a:rPr sz="1500" spc="35" dirty="0">
                <a:solidFill>
                  <a:schemeClr val="tx1"/>
                </a:solidFill>
                <a:latin typeface="Cambria"/>
                <a:cs typeface="Cambria"/>
              </a:rPr>
              <a:t> </a:t>
            </a:r>
            <a:r>
              <a:rPr sz="1500" spc="-30" dirty="0">
                <a:solidFill>
                  <a:schemeClr val="tx1"/>
                </a:solidFill>
                <a:latin typeface="Cambria"/>
                <a:cs typeface="Cambria"/>
              </a:rPr>
              <a:t>files</a:t>
            </a:r>
            <a:r>
              <a:rPr sz="1500" spc="-15" dirty="0">
                <a:solidFill>
                  <a:schemeClr val="tx1"/>
                </a:solidFill>
                <a:latin typeface="Cambria"/>
                <a:cs typeface="Cambria"/>
              </a:rPr>
              <a:t> </a:t>
            </a:r>
            <a:r>
              <a:rPr sz="1500" dirty="0">
                <a:solidFill>
                  <a:schemeClr val="tx1"/>
                </a:solidFill>
                <a:latin typeface="Cambria"/>
                <a:cs typeface="Cambria"/>
              </a:rPr>
              <a:t>into</a:t>
            </a:r>
            <a:r>
              <a:rPr sz="1500" spc="-30" dirty="0">
                <a:solidFill>
                  <a:schemeClr val="tx1"/>
                </a:solidFill>
                <a:latin typeface="Cambria"/>
                <a:cs typeface="Cambria"/>
              </a:rPr>
              <a:t> </a:t>
            </a:r>
            <a:r>
              <a:rPr sz="1500" dirty="0">
                <a:solidFill>
                  <a:schemeClr val="tx1"/>
                </a:solidFill>
                <a:latin typeface="Cambria"/>
                <a:cs typeface="Cambria"/>
              </a:rPr>
              <a:t>a</a:t>
            </a:r>
            <a:r>
              <a:rPr sz="1500" spc="-80" dirty="0">
                <a:solidFill>
                  <a:schemeClr val="tx1"/>
                </a:solidFill>
                <a:latin typeface="Cambria"/>
                <a:cs typeface="Cambria"/>
              </a:rPr>
              <a:t> </a:t>
            </a:r>
            <a:r>
              <a:rPr sz="1500" spc="-55" dirty="0">
                <a:solidFill>
                  <a:schemeClr val="tx1"/>
                </a:solidFill>
                <a:latin typeface="Cambria"/>
                <a:cs typeface="Cambria"/>
              </a:rPr>
              <a:t>hierarchical</a:t>
            </a:r>
            <a:r>
              <a:rPr sz="1500" spc="30" dirty="0">
                <a:solidFill>
                  <a:schemeClr val="tx1"/>
                </a:solidFill>
                <a:latin typeface="Cambria"/>
                <a:cs typeface="Cambria"/>
              </a:rPr>
              <a:t> </a:t>
            </a:r>
            <a:r>
              <a:rPr sz="1500" spc="-10" dirty="0">
                <a:solidFill>
                  <a:schemeClr val="tx1"/>
                </a:solidFill>
                <a:latin typeface="Cambria"/>
                <a:cs typeface="Cambria"/>
              </a:rPr>
              <a:t>structure.</a:t>
            </a:r>
            <a:endParaRPr sz="1500" dirty="0">
              <a:solidFill>
                <a:schemeClr val="tx1"/>
              </a:solidFill>
              <a:latin typeface="Cambria"/>
              <a:cs typeface="Cambria"/>
            </a:endParaRPr>
          </a:p>
          <a:p>
            <a:pPr marL="228600">
              <a:lnSpc>
                <a:spcPct val="100000"/>
              </a:lnSpc>
              <a:spcBef>
                <a:spcPts val="1000"/>
              </a:spcBef>
            </a:pPr>
            <a:r>
              <a:rPr lang="en-US" sz="1600" b="1" spc="160" dirty="0" smtClean="0">
                <a:solidFill>
                  <a:srgbClr val="FF0000"/>
                </a:solidFill>
                <a:latin typeface="Times New Roman"/>
                <a:cs typeface="Times New Roman"/>
              </a:rPr>
              <a:t>F</a:t>
            </a:r>
            <a:r>
              <a:rPr sz="1600" b="1" spc="160" dirty="0" smtClean="0">
                <a:solidFill>
                  <a:srgbClr val="FF0000"/>
                </a:solidFill>
                <a:latin typeface="Times New Roman"/>
                <a:cs typeface="Times New Roman"/>
              </a:rPr>
              <a:t>ile</a:t>
            </a:r>
            <a:r>
              <a:rPr sz="1600" b="1" spc="-20" dirty="0" smtClean="0">
                <a:solidFill>
                  <a:srgbClr val="FF0000"/>
                </a:solidFill>
                <a:latin typeface="Times New Roman"/>
                <a:cs typeface="Times New Roman"/>
              </a:rPr>
              <a:t> </a:t>
            </a:r>
            <a:r>
              <a:rPr sz="1600" b="1" dirty="0">
                <a:solidFill>
                  <a:srgbClr val="FF0000"/>
                </a:solidFill>
                <a:latin typeface="Times New Roman"/>
                <a:cs typeface="Times New Roman"/>
              </a:rPr>
              <a:t>System</a:t>
            </a:r>
            <a:r>
              <a:rPr sz="1600" b="1" spc="290" dirty="0">
                <a:solidFill>
                  <a:srgbClr val="FF0000"/>
                </a:solidFill>
                <a:latin typeface="Times New Roman"/>
                <a:cs typeface="Times New Roman"/>
              </a:rPr>
              <a:t> </a:t>
            </a:r>
            <a:r>
              <a:rPr sz="1600" b="1" spc="-10" dirty="0">
                <a:solidFill>
                  <a:srgbClr val="FF0000"/>
                </a:solidFill>
                <a:latin typeface="Times New Roman"/>
                <a:cs typeface="Times New Roman"/>
              </a:rPr>
              <a:t>Hierarchy</a:t>
            </a:r>
            <a:endParaRPr sz="1600" b="1" dirty="0">
              <a:solidFill>
                <a:srgbClr val="FF0000"/>
              </a:solidFill>
              <a:latin typeface="Times New Roman"/>
              <a:cs typeface="Times New Roman"/>
            </a:endParaRPr>
          </a:p>
          <a:p>
            <a:pPr marL="457200" marR="77470" indent="-228600">
              <a:lnSpc>
                <a:spcPts val="2850"/>
              </a:lnSpc>
              <a:spcBef>
                <a:spcPts val="260"/>
              </a:spcBef>
              <a:buFont typeface="Arial" panose="020B0604020202020204" pitchFamily="34" charset="0"/>
              <a:buChar char="•"/>
            </a:pPr>
            <a:r>
              <a:rPr sz="1450" b="1" dirty="0" smtClean="0">
                <a:solidFill>
                  <a:srgbClr val="FF0000"/>
                </a:solidFill>
                <a:latin typeface="Times New Roman"/>
                <a:cs typeface="Times New Roman"/>
              </a:rPr>
              <a:t>Linux</a:t>
            </a:r>
            <a:r>
              <a:rPr sz="1450" b="1" spc="155" dirty="0" smtClean="0">
                <a:solidFill>
                  <a:srgbClr val="FF0000"/>
                </a:solidFill>
                <a:latin typeface="Times New Roman"/>
                <a:cs typeface="Times New Roman"/>
              </a:rPr>
              <a:t> </a:t>
            </a:r>
            <a:r>
              <a:rPr sz="1450" b="1" dirty="0">
                <a:solidFill>
                  <a:srgbClr val="FF0000"/>
                </a:solidFill>
                <a:latin typeface="Times New Roman"/>
                <a:cs typeface="Times New Roman"/>
              </a:rPr>
              <a:t>file</a:t>
            </a:r>
            <a:r>
              <a:rPr sz="1450" b="1" spc="15" dirty="0">
                <a:solidFill>
                  <a:srgbClr val="FF0000"/>
                </a:solidFill>
                <a:latin typeface="Times New Roman"/>
                <a:cs typeface="Times New Roman"/>
              </a:rPr>
              <a:t> </a:t>
            </a:r>
            <a:r>
              <a:rPr sz="1450" b="1" spc="-10" dirty="0" smtClean="0">
                <a:solidFill>
                  <a:srgbClr val="FF0000"/>
                </a:solidFill>
                <a:latin typeface="Times New Roman"/>
                <a:cs typeface="Times New Roman"/>
              </a:rPr>
              <a:t>syst</a:t>
            </a:r>
            <a:r>
              <a:rPr lang="en-US" sz="1450" b="1" spc="-10" dirty="0" smtClean="0">
                <a:solidFill>
                  <a:srgbClr val="FF0000"/>
                </a:solidFill>
                <a:latin typeface="Times New Roman"/>
                <a:cs typeface="Times New Roman"/>
              </a:rPr>
              <a:t>em</a:t>
            </a:r>
            <a:r>
              <a:rPr sz="1450" b="1" spc="220" dirty="0" smtClean="0">
                <a:solidFill>
                  <a:srgbClr val="FF0000"/>
                </a:solidFill>
                <a:latin typeface="Times New Roman"/>
                <a:cs typeface="Times New Roman"/>
              </a:rPr>
              <a:t> </a:t>
            </a:r>
            <a:r>
              <a:rPr sz="1450" b="1" dirty="0">
                <a:solidFill>
                  <a:srgbClr val="FF0000"/>
                </a:solidFill>
                <a:latin typeface="Times New Roman"/>
                <a:cs typeface="Times New Roman"/>
              </a:rPr>
              <a:t>hierarchy</a:t>
            </a:r>
            <a:r>
              <a:rPr sz="1450" b="1" spc="145" dirty="0">
                <a:solidFill>
                  <a:srgbClr val="FF0000"/>
                </a:solidFill>
                <a:latin typeface="Times New Roman"/>
                <a:cs typeface="Times New Roman"/>
              </a:rPr>
              <a:t> </a:t>
            </a:r>
            <a:r>
              <a:rPr sz="1450" dirty="0">
                <a:solidFill>
                  <a:schemeClr val="tx1"/>
                </a:solidFill>
                <a:latin typeface="Times New Roman"/>
                <a:cs typeface="Times New Roman"/>
              </a:rPr>
              <a:t>is</a:t>
            </a:r>
            <a:r>
              <a:rPr sz="1450" spc="75" dirty="0">
                <a:solidFill>
                  <a:schemeClr val="tx1"/>
                </a:solidFill>
                <a:latin typeface="Times New Roman"/>
                <a:cs typeface="Times New Roman"/>
              </a:rPr>
              <a:t> </a:t>
            </a:r>
            <a:r>
              <a:rPr sz="1450" dirty="0">
                <a:solidFill>
                  <a:schemeClr val="tx1"/>
                </a:solidFill>
                <a:latin typeface="Times New Roman"/>
                <a:cs typeface="Times New Roman"/>
              </a:rPr>
              <a:t>organized</a:t>
            </a:r>
            <a:r>
              <a:rPr sz="1450" spc="195" dirty="0">
                <a:solidFill>
                  <a:schemeClr val="tx1"/>
                </a:solidFill>
                <a:latin typeface="Times New Roman"/>
                <a:cs typeface="Times New Roman"/>
              </a:rPr>
              <a:t> </a:t>
            </a:r>
            <a:r>
              <a:rPr sz="1450" dirty="0">
                <a:solidFill>
                  <a:schemeClr val="tx1"/>
                </a:solidFill>
                <a:latin typeface="Times New Roman"/>
                <a:cs typeface="Times New Roman"/>
              </a:rPr>
              <a:t>like</a:t>
            </a:r>
            <a:r>
              <a:rPr sz="1450" spc="40" dirty="0">
                <a:solidFill>
                  <a:schemeClr val="tx1"/>
                </a:solidFill>
                <a:latin typeface="Times New Roman"/>
                <a:cs typeface="Times New Roman"/>
              </a:rPr>
              <a:t> </a:t>
            </a:r>
            <a:r>
              <a:rPr sz="1450" dirty="0">
                <a:solidFill>
                  <a:schemeClr val="tx1"/>
                </a:solidFill>
                <a:latin typeface="Times New Roman"/>
                <a:cs typeface="Times New Roman"/>
              </a:rPr>
              <a:t>a</a:t>
            </a:r>
            <a:r>
              <a:rPr sz="1450" spc="160" dirty="0">
                <a:solidFill>
                  <a:schemeClr val="tx1"/>
                </a:solidFill>
                <a:latin typeface="Times New Roman"/>
                <a:cs typeface="Times New Roman"/>
              </a:rPr>
              <a:t> </a:t>
            </a:r>
            <a:r>
              <a:rPr lang="en-US" sz="1450" b="1" spc="50" dirty="0" smtClean="0">
                <a:solidFill>
                  <a:srgbClr val="FF0000"/>
                </a:solidFill>
                <a:latin typeface="Times New Roman"/>
                <a:cs typeface="Times New Roman"/>
              </a:rPr>
              <a:t>tr</a:t>
            </a:r>
            <a:r>
              <a:rPr sz="1450" b="1" spc="50" dirty="0" smtClean="0">
                <a:solidFill>
                  <a:srgbClr val="FF0000"/>
                </a:solidFill>
                <a:latin typeface="Times New Roman"/>
                <a:cs typeface="Times New Roman"/>
              </a:rPr>
              <a:t>ee</a:t>
            </a:r>
            <a:r>
              <a:rPr sz="1450" spc="50" dirty="0">
                <a:solidFill>
                  <a:schemeClr val="tx1"/>
                </a:solidFill>
                <a:latin typeface="Times New Roman"/>
                <a:cs typeface="Times New Roman"/>
              </a:rPr>
              <a:t>,</a:t>
            </a:r>
            <a:r>
              <a:rPr sz="1450" spc="40" dirty="0">
                <a:solidFill>
                  <a:schemeClr val="tx1"/>
                </a:solidFill>
                <a:latin typeface="Times New Roman"/>
                <a:cs typeface="Times New Roman"/>
              </a:rPr>
              <a:t> </a:t>
            </a:r>
            <a:r>
              <a:rPr sz="1450" dirty="0">
                <a:solidFill>
                  <a:schemeClr val="tx1"/>
                </a:solidFill>
                <a:latin typeface="Times New Roman"/>
                <a:cs typeface="Times New Roman"/>
              </a:rPr>
              <a:t>with</a:t>
            </a:r>
            <a:r>
              <a:rPr sz="1450" spc="170" dirty="0">
                <a:solidFill>
                  <a:schemeClr val="tx1"/>
                </a:solidFill>
                <a:latin typeface="Times New Roman"/>
                <a:cs typeface="Times New Roman"/>
              </a:rPr>
              <a:t> </a:t>
            </a:r>
            <a:r>
              <a:rPr sz="1450" dirty="0">
                <a:solidFill>
                  <a:schemeClr val="tx1"/>
                </a:solidFill>
                <a:latin typeface="Times New Roman"/>
                <a:cs typeface="Times New Roman"/>
              </a:rPr>
              <a:t>the</a:t>
            </a:r>
            <a:r>
              <a:rPr sz="1450" spc="65" dirty="0">
                <a:solidFill>
                  <a:schemeClr val="tx1"/>
                </a:solidFill>
                <a:latin typeface="Times New Roman"/>
                <a:cs typeface="Times New Roman"/>
              </a:rPr>
              <a:t> </a:t>
            </a:r>
            <a:r>
              <a:rPr sz="1450" spc="-20" dirty="0">
                <a:solidFill>
                  <a:schemeClr val="tx1"/>
                </a:solidFill>
                <a:latin typeface="Times New Roman"/>
                <a:cs typeface="Times New Roman"/>
              </a:rPr>
              <a:t>root </a:t>
            </a:r>
            <a:r>
              <a:rPr sz="1450" spc="10" dirty="0">
                <a:solidFill>
                  <a:schemeClr val="tx1"/>
                </a:solidFill>
                <a:latin typeface="Times New Roman"/>
                <a:cs typeface="Times New Roman"/>
              </a:rPr>
              <a:t>directory</a:t>
            </a:r>
            <a:r>
              <a:rPr sz="1450" spc="229" dirty="0">
                <a:solidFill>
                  <a:schemeClr val="tx1"/>
                </a:solidFill>
                <a:latin typeface="Times New Roman"/>
                <a:cs typeface="Times New Roman"/>
              </a:rPr>
              <a:t> </a:t>
            </a:r>
            <a:r>
              <a:rPr sz="1450" spc="10" dirty="0">
                <a:solidFill>
                  <a:schemeClr val="tx1"/>
                </a:solidFill>
                <a:latin typeface="Times New Roman"/>
                <a:cs typeface="Times New Roman"/>
              </a:rPr>
              <a:t>at</a:t>
            </a:r>
            <a:r>
              <a:rPr sz="1450" spc="190" dirty="0">
                <a:solidFill>
                  <a:schemeClr val="tx1"/>
                </a:solidFill>
                <a:latin typeface="Times New Roman"/>
                <a:cs typeface="Times New Roman"/>
              </a:rPr>
              <a:t> </a:t>
            </a:r>
            <a:r>
              <a:rPr sz="1450" spc="10" dirty="0">
                <a:solidFill>
                  <a:schemeClr val="tx1"/>
                </a:solidFill>
                <a:latin typeface="Times New Roman"/>
                <a:cs typeface="Times New Roman"/>
              </a:rPr>
              <a:t>the</a:t>
            </a:r>
            <a:r>
              <a:rPr sz="1450" spc="240" dirty="0">
                <a:solidFill>
                  <a:schemeClr val="tx1"/>
                </a:solidFill>
                <a:latin typeface="Times New Roman"/>
                <a:cs typeface="Times New Roman"/>
              </a:rPr>
              <a:t> </a:t>
            </a:r>
            <a:r>
              <a:rPr sz="1450" spc="10" dirty="0" smtClean="0">
                <a:solidFill>
                  <a:schemeClr val="tx1"/>
                </a:solidFill>
                <a:latin typeface="Times New Roman"/>
                <a:cs typeface="Times New Roman"/>
              </a:rPr>
              <a:t>t</a:t>
            </a:r>
            <a:r>
              <a:rPr lang="en-US" sz="1450" spc="10" dirty="0">
                <a:solidFill>
                  <a:schemeClr val="tx1"/>
                </a:solidFill>
                <a:latin typeface="Times New Roman"/>
                <a:cs typeface="Times New Roman"/>
              </a:rPr>
              <a:t>o</a:t>
            </a:r>
            <a:r>
              <a:rPr sz="1450" spc="10" dirty="0" smtClean="0">
                <a:solidFill>
                  <a:schemeClr val="tx1"/>
                </a:solidFill>
                <a:latin typeface="Times New Roman"/>
                <a:cs typeface="Times New Roman"/>
              </a:rPr>
              <a:t>p</a:t>
            </a:r>
            <a:r>
              <a:rPr sz="1450" spc="105" dirty="0" smtClean="0">
                <a:solidFill>
                  <a:schemeClr val="tx1"/>
                </a:solidFill>
                <a:latin typeface="Times New Roman"/>
                <a:cs typeface="Times New Roman"/>
              </a:rPr>
              <a:t> </a:t>
            </a:r>
            <a:r>
              <a:rPr sz="1450" spc="10" dirty="0">
                <a:solidFill>
                  <a:schemeClr val="tx1"/>
                </a:solidFill>
                <a:latin typeface="Times New Roman"/>
                <a:cs typeface="Times New Roman"/>
              </a:rPr>
              <a:t>and</a:t>
            </a:r>
            <a:r>
              <a:rPr sz="1450" spc="265" dirty="0">
                <a:solidFill>
                  <a:schemeClr val="tx1"/>
                </a:solidFill>
                <a:latin typeface="Times New Roman"/>
                <a:cs typeface="Times New Roman"/>
              </a:rPr>
              <a:t> </a:t>
            </a:r>
            <a:r>
              <a:rPr sz="1450" spc="10" dirty="0" smtClean="0">
                <a:solidFill>
                  <a:schemeClr val="tx1"/>
                </a:solidFill>
                <a:latin typeface="Times New Roman"/>
                <a:cs typeface="Times New Roman"/>
              </a:rPr>
              <a:t>sub</a:t>
            </a:r>
            <a:r>
              <a:rPr lang="en-US" sz="1450" spc="10" dirty="0" smtClean="0">
                <a:solidFill>
                  <a:schemeClr val="tx1"/>
                </a:solidFill>
                <a:latin typeface="Times New Roman"/>
                <a:cs typeface="Times New Roman"/>
              </a:rPr>
              <a:t>-</a:t>
            </a:r>
            <a:r>
              <a:rPr sz="1450" spc="10" dirty="0" smtClean="0">
                <a:solidFill>
                  <a:schemeClr val="tx1"/>
                </a:solidFill>
                <a:latin typeface="Times New Roman"/>
                <a:cs typeface="Times New Roman"/>
              </a:rPr>
              <a:t>directories</a:t>
            </a:r>
            <a:r>
              <a:rPr sz="1450" spc="105" dirty="0" smtClean="0">
                <a:solidFill>
                  <a:schemeClr val="tx1"/>
                </a:solidFill>
                <a:latin typeface="Times New Roman"/>
                <a:cs typeface="Times New Roman"/>
              </a:rPr>
              <a:t> </a:t>
            </a:r>
            <a:r>
              <a:rPr sz="1450" spc="10" dirty="0">
                <a:solidFill>
                  <a:schemeClr val="tx1"/>
                </a:solidFill>
                <a:latin typeface="Times New Roman"/>
                <a:cs typeface="Times New Roman"/>
              </a:rPr>
              <a:t>branching</a:t>
            </a:r>
            <a:r>
              <a:rPr sz="1450" spc="130" dirty="0">
                <a:solidFill>
                  <a:schemeClr val="tx1"/>
                </a:solidFill>
                <a:latin typeface="Times New Roman"/>
                <a:cs typeface="Times New Roman"/>
              </a:rPr>
              <a:t> </a:t>
            </a:r>
            <a:r>
              <a:rPr sz="1450" spc="55" dirty="0">
                <a:solidFill>
                  <a:schemeClr val="tx1"/>
                </a:solidFill>
                <a:latin typeface="Times New Roman"/>
                <a:cs typeface="Times New Roman"/>
              </a:rPr>
              <a:t>out</a:t>
            </a:r>
            <a:r>
              <a:rPr sz="1450" spc="170" dirty="0">
                <a:solidFill>
                  <a:schemeClr val="tx1"/>
                </a:solidFill>
                <a:latin typeface="Times New Roman"/>
                <a:cs typeface="Times New Roman"/>
              </a:rPr>
              <a:t> </a:t>
            </a:r>
            <a:r>
              <a:rPr sz="1450" spc="10" dirty="0">
                <a:solidFill>
                  <a:schemeClr val="tx1"/>
                </a:solidFill>
                <a:latin typeface="Times New Roman"/>
                <a:cs typeface="Times New Roman"/>
              </a:rPr>
              <a:t>from</a:t>
            </a:r>
            <a:r>
              <a:rPr sz="1450" spc="229" dirty="0">
                <a:solidFill>
                  <a:schemeClr val="tx1"/>
                </a:solidFill>
                <a:latin typeface="Times New Roman"/>
                <a:cs typeface="Times New Roman"/>
              </a:rPr>
              <a:t> </a:t>
            </a:r>
            <a:r>
              <a:rPr sz="1450" spc="-10" dirty="0">
                <a:solidFill>
                  <a:schemeClr val="tx1"/>
                </a:solidFill>
                <a:latin typeface="Times New Roman"/>
                <a:cs typeface="Times New Roman"/>
              </a:rPr>
              <a:t>there.</a:t>
            </a:r>
            <a:endParaRPr sz="1450" dirty="0">
              <a:solidFill>
                <a:schemeClr val="tx1"/>
              </a:solidFill>
              <a:latin typeface="Times New Roman"/>
              <a:cs typeface="Times New Roman"/>
            </a:endParaRPr>
          </a:p>
          <a:p>
            <a:pPr marL="457200" indent="-209550">
              <a:lnSpc>
                <a:spcPct val="100000"/>
              </a:lnSpc>
              <a:spcBef>
                <a:spcPts val="805"/>
              </a:spcBef>
              <a:buFont typeface="Arial" panose="020B0604020202020204" pitchFamily="34" charset="0"/>
              <a:buChar char="•"/>
            </a:pPr>
            <a:r>
              <a:rPr lang="en-US" sz="1550" dirty="0" smtClean="0">
                <a:solidFill>
                  <a:schemeClr val="tx1"/>
                </a:solidFill>
                <a:latin typeface="Times New Roman"/>
                <a:cs typeface="Times New Roman"/>
              </a:rPr>
              <a:t>S</a:t>
            </a:r>
            <a:r>
              <a:rPr sz="1550" dirty="0" smtClean="0">
                <a:solidFill>
                  <a:schemeClr val="tx1"/>
                </a:solidFill>
                <a:latin typeface="Times New Roman"/>
                <a:cs typeface="Times New Roman"/>
              </a:rPr>
              <a:t>ome</a:t>
            </a:r>
            <a:r>
              <a:rPr sz="1550" spc="55" dirty="0" smtClean="0">
                <a:solidFill>
                  <a:schemeClr val="tx1"/>
                </a:solidFill>
                <a:latin typeface="Times New Roman"/>
                <a:cs typeface="Times New Roman"/>
              </a:rPr>
              <a:t> </a:t>
            </a:r>
            <a:r>
              <a:rPr lang="en-US" sz="1550" dirty="0">
                <a:solidFill>
                  <a:schemeClr val="tx1"/>
                </a:solidFill>
                <a:latin typeface="Times New Roman"/>
                <a:cs typeface="Times New Roman"/>
              </a:rPr>
              <a:t>o</a:t>
            </a:r>
            <a:r>
              <a:rPr sz="1550" dirty="0" smtClean="0">
                <a:solidFill>
                  <a:schemeClr val="tx1"/>
                </a:solidFill>
                <a:latin typeface="Times New Roman"/>
                <a:cs typeface="Times New Roman"/>
              </a:rPr>
              <a:t>f</a:t>
            </a:r>
            <a:r>
              <a:rPr sz="1550" spc="254" dirty="0" smtClean="0">
                <a:solidFill>
                  <a:schemeClr val="tx1"/>
                </a:solidFill>
                <a:latin typeface="Times New Roman"/>
                <a:cs typeface="Times New Roman"/>
              </a:rPr>
              <a:t> </a:t>
            </a:r>
            <a:r>
              <a:rPr sz="1550" dirty="0">
                <a:solidFill>
                  <a:schemeClr val="tx1"/>
                </a:solidFill>
                <a:latin typeface="Times New Roman"/>
                <a:cs typeface="Times New Roman"/>
              </a:rPr>
              <a:t>the</a:t>
            </a:r>
            <a:r>
              <a:rPr sz="1550" spc="15" dirty="0">
                <a:solidFill>
                  <a:schemeClr val="tx1"/>
                </a:solidFill>
                <a:latin typeface="Times New Roman"/>
                <a:cs typeface="Times New Roman"/>
              </a:rPr>
              <a:t> </a:t>
            </a:r>
            <a:r>
              <a:rPr sz="1550" dirty="0">
                <a:solidFill>
                  <a:schemeClr val="tx1"/>
                </a:solidFill>
                <a:latin typeface="Times New Roman"/>
                <a:cs typeface="Times New Roman"/>
              </a:rPr>
              <a:t>main</a:t>
            </a:r>
            <a:r>
              <a:rPr sz="1550" spc="15" dirty="0">
                <a:solidFill>
                  <a:schemeClr val="tx1"/>
                </a:solidFill>
                <a:latin typeface="Times New Roman"/>
                <a:cs typeface="Times New Roman"/>
              </a:rPr>
              <a:t> </a:t>
            </a:r>
            <a:r>
              <a:rPr sz="1550" spc="-10" dirty="0">
                <a:solidFill>
                  <a:schemeClr val="tx1"/>
                </a:solidFill>
                <a:latin typeface="Times New Roman"/>
                <a:cs typeface="Times New Roman"/>
              </a:rPr>
              <a:t>directories</a:t>
            </a:r>
            <a:r>
              <a:rPr sz="1550" spc="65" dirty="0">
                <a:solidFill>
                  <a:schemeClr val="tx1"/>
                </a:solidFill>
                <a:latin typeface="Times New Roman"/>
                <a:cs typeface="Times New Roman"/>
              </a:rPr>
              <a:t> </a:t>
            </a:r>
            <a:r>
              <a:rPr sz="1550" dirty="0">
                <a:solidFill>
                  <a:schemeClr val="tx1"/>
                </a:solidFill>
                <a:latin typeface="Times New Roman"/>
                <a:cs typeface="Times New Roman"/>
              </a:rPr>
              <a:t>in</a:t>
            </a:r>
            <a:r>
              <a:rPr sz="1550" spc="30" dirty="0">
                <a:solidFill>
                  <a:schemeClr val="tx1"/>
                </a:solidFill>
                <a:latin typeface="Times New Roman"/>
                <a:cs typeface="Times New Roman"/>
              </a:rPr>
              <a:t> </a:t>
            </a:r>
            <a:r>
              <a:rPr sz="1550" dirty="0">
                <a:solidFill>
                  <a:schemeClr val="tx1"/>
                </a:solidFill>
                <a:latin typeface="Times New Roman"/>
                <a:cs typeface="Times New Roman"/>
              </a:rPr>
              <a:t>the</a:t>
            </a:r>
            <a:r>
              <a:rPr sz="1550" spc="-5" dirty="0">
                <a:solidFill>
                  <a:schemeClr val="tx1"/>
                </a:solidFill>
                <a:latin typeface="Times New Roman"/>
                <a:cs typeface="Times New Roman"/>
              </a:rPr>
              <a:t> </a:t>
            </a:r>
            <a:r>
              <a:rPr lang="en-US" sz="1550" dirty="0" smtClean="0">
                <a:solidFill>
                  <a:schemeClr val="tx1"/>
                </a:solidFill>
                <a:latin typeface="Times New Roman"/>
                <a:cs typeface="Times New Roman"/>
              </a:rPr>
              <a:t>Li</a:t>
            </a:r>
            <a:r>
              <a:rPr sz="1550" dirty="0" smtClean="0">
                <a:solidFill>
                  <a:schemeClr val="tx1"/>
                </a:solidFill>
                <a:latin typeface="Times New Roman"/>
                <a:cs typeface="Times New Roman"/>
              </a:rPr>
              <a:t>nux</a:t>
            </a:r>
            <a:r>
              <a:rPr sz="1550" spc="15" dirty="0" smtClean="0">
                <a:solidFill>
                  <a:schemeClr val="tx1"/>
                </a:solidFill>
                <a:latin typeface="Times New Roman"/>
                <a:cs typeface="Times New Roman"/>
              </a:rPr>
              <a:t> </a:t>
            </a:r>
            <a:r>
              <a:rPr sz="1550" spc="-25" dirty="0">
                <a:solidFill>
                  <a:schemeClr val="tx1"/>
                </a:solidFill>
                <a:latin typeface="Times New Roman"/>
                <a:cs typeface="Times New Roman"/>
              </a:rPr>
              <a:t>file</a:t>
            </a:r>
            <a:r>
              <a:rPr sz="1550" spc="-45" dirty="0">
                <a:solidFill>
                  <a:schemeClr val="tx1"/>
                </a:solidFill>
                <a:latin typeface="Times New Roman"/>
                <a:cs typeface="Times New Roman"/>
              </a:rPr>
              <a:t> </a:t>
            </a:r>
            <a:r>
              <a:rPr sz="1550" spc="-10" dirty="0" smtClean="0">
                <a:solidFill>
                  <a:schemeClr val="tx1"/>
                </a:solidFill>
                <a:latin typeface="Times New Roman"/>
                <a:cs typeface="Times New Roman"/>
              </a:rPr>
              <a:t>s</a:t>
            </a:r>
            <a:r>
              <a:rPr lang="en-US" sz="1550" spc="-10" dirty="0" smtClean="0">
                <a:solidFill>
                  <a:schemeClr val="tx1"/>
                </a:solidFill>
                <a:latin typeface="Times New Roman"/>
                <a:cs typeface="Times New Roman"/>
              </a:rPr>
              <a:t>y</a:t>
            </a:r>
            <a:r>
              <a:rPr sz="1550" spc="-10" dirty="0" smtClean="0">
                <a:solidFill>
                  <a:schemeClr val="tx1"/>
                </a:solidFill>
                <a:latin typeface="Times New Roman"/>
                <a:cs typeface="Times New Roman"/>
              </a:rPr>
              <a:t>stem</a:t>
            </a:r>
            <a:r>
              <a:rPr lang="en-US" sz="1550" spc="-10" dirty="0" smtClean="0">
                <a:solidFill>
                  <a:schemeClr val="tx1"/>
                </a:solidFill>
                <a:latin typeface="Times New Roman"/>
                <a:cs typeface="Times New Roman"/>
              </a:rPr>
              <a:t> include</a:t>
            </a:r>
            <a:r>
              <a:rPr sz="1550" spc="-10" dirty="0" smtClean="0">
                <a:solidFill>
                  <a:schemeClr val="tx1"/>
                </a:solidFill>
                <a:latin typeface="Times New Roman"/>
                <a:cs typeface="Times New Roman"/>
              </a:rPr>
              <a:t>:</a:t>
            </a:r>
            <a:endParaRPr sz="1550" dirty="0">
              <a:solidFill>
                <a:schemeClr val="tx1"/>
              </a:solidFill>
              <a:latin typeface="Times New Roman"/>
              <a:cs typeface="Times New Roman"/>
            </a:endParaRPr>
          </a:p>
          <a:p>
            <a:pPr marL="685800" indent="-228600">
              <a:lnSpc>
                <a:spcPct val="100000"/>
              </a:lnSpc>
              <a:spcBef>
                <a:spcPts val="1090"/>
              </a:spcBef>
              <a:buFont typeface="Arial" panose="020B0604020202020204" pitchFamily="34" charset="0"/>
              <a:buChar char="•"/>
            </a:pPr>
            <a:r>
              <a:rPr sz="1600" b="1" dirty="0" smtClean="0">
                <a:solidFill>
                  <a:srgbClr val="FF0000"/>
                </a:solidFill>
                <a:latin typeface="Times New Roman"/>
                <a:cs typeface="Times New Roman"/>
              </a:rPr>
              <a:t>/:</a:t>
            </a:r>
            <a:r>
              <a:rPr sz="1450" spc="285" dirty="0" smtClean="0">
                <a:solidFill>
                  <a:srgbClr val="AA9A83"/>
                </a:solidFill>
                <a:latin typeface="Times New Roman"/>
                <a:cs typeface="Times New Roman"/>
              </a:rPr>
              <a:t> </a:t>
            </a:r>
            <a:r>
              <a:rPr sz="1450" dirty="0">
                <a:solidFill>
                  <a:schemeClr val="tx1"/>
                </a:solidFill>
                <a:latin typeface="Times New Roman"/>
                <a:cs typeface="Times New Roman"/>
              </a:rPr>
              <a:t>The</a:t>
            </a:r>
            <a:r>
              <a:rPr sz="1450" spc="484" dirty="0">
                <a:solidFill>
                  <a:schemeClr val="tx1"/>
                </a:solidFill>
                <a:latin typeface="Times New Roman"/>
                <a:cs typeface="Times New Roman"/>
              </a:rPr>
              <a:t> </a:t>
            </a:r>
            <a:r>
              <a:rPr sz="1450" dirty="0" smtClean="0">
                <a:solidFill>
                  <a:schemeClr val="tx1"/>
                </a:solidFill>
                <a:latin typeface="Times New Roman"/>
                <a:cs typeface="Times New Roman"/>
              </a:rPr>
              <a:t>r</a:t>
            </a:r>
            <a:r>
              <a:rPr lang="en-US" sz="1450" dirty="0" smtClean="0">
                <a:solidFill>
                  <a:schemeClr val="tx1"/>
                </a:solidFill>
                <a:latin typeface="Times New Roman"/>
                <a:cs typeface="Times New Roman"/>
              </a:rPr>
              <a:t>o</a:t>
            </a:r>
            <a:r>
              <a:rPr sz="1450" dirty="0" smtClean="0">
                <a:solidFill>
                  <a:schemeClr val="tx1"/>
                </a:solidFill>
                <a:latin typeface="Times New Roman"/>
                <a:cs typeface="Times New Roman"/>
              </a:rPr>
              <a:t>ot</a:t>
            </a:r>
            <a:r>
              <a:rPr sz="1450" spc="105" dirty="0" smtClean="0">
                <a:solidFill>
                  <a:schemeClr val="tx1"/>
                </a:solidFill>
                <a:latin typeface="Times New Roman"/>
                <a:cs typeface="Times New Roman"/>
              </a:rPr>
              <a:t> </a:t>
            </a:r>
            <a:r>
              <a:rPr sz="1450" dirty="0">
                <a:solidFill>
                  <a:schemeClr val="tx1"/>
                </a:solidFill>
                <a:latin typeface="Times New Roman"/>
                <a:cs typeface="Times New Roman"/>
              </a:rPr>
              <a:t>directory</a:t>
            </a:r>
            <a:r>
              <a:rPr sz="1450" spc="90" dirty="0">
                <a:solidFill>
                  <a:schemeClr val="tx1"/>
                </a:solidFill>
                <a:latin typeface="Times New Roman"/>
                <a:cs typeface="Times New Roman"/>
              </a:rPr>
              <a:t> </a:t>
            </a:r>
            <a:r>
              <a:rPr sz="1450" dirty="0">
                <a:solidFill>
                  <a:schemeClr val="tx1"/>
                </a:solidFill>
                <a:latin typeface="Times New Roman"/>
                <a:cs typeface="Times New Roman"/>
              </a:rPr>
              <a:t>of</a:t>
            </a:r>
            <a:r>
              <a:rPr sz="1450" spc="480" dirty="0">
                <a:solidFill>
                  <a:schemeClr val="tx1"/>
                </a:solidFill>
                <a:latin typeface="Times New Roman"/>
                <a:cs typeface="Times New Roman"/>
              </a:rPr>
              <a:t> </a:t>
            </a:r>
            <a:r>
              <a:rPr sz="1450" dirty="0">
                <a:solidFill>
                  <a:schemeClr val="tx1"/>
                </a:solidFill>
                <a:latin typeface="Times New Roman"/>
                <a:cs typeface="Times New Roman"/>
              </a:rPr>
              <a:t>the</a:t>
            </a:r>
            <a:r>
              <a:rPr sz="1450" spc="125" dirty="0">
                <a:solidFill>
                  <a:schemeClr val="tx1"/>
                </a:solidFill>
                <a:latin typeface="Times New Roman"/>
                <a:cs typeface="Times New Roman"/>
              </a:rPr>
              <a:t> </a:t>
            </a:r>
            <a:r>
              <a:rPr lang="en-US" sz="1450" dirty="0" smtClean="0">
                <a:solidFill>
                  <a:schemeClr val="tx1"/>
                </a:solidFill>
                <a:latin typeface="Times New Roman"/>
                <a:cs typeface="Times New Roman"/>
              </a:rPr>
              <a:t>file</a:t>
            </a:r>
            <a:r>
              <a:rPr sz="1450" spc="110" dirty="0" smtClean="0">
                <a:solidFill>
                  <a:schemeClr val="tx1"/>
                </a:solidFill>
                <a:latin typeface="Times New Roman"/>
                <a:cs typeface="Times New Roman"/>
              </a:rPr>
              <a:t> </a:t>
            </a:r>
            <a:r>
              <a:rPr sz="1450" spc="-10" dirty="0">
                <a:solidFill>
                  <a:schemeClr val="tx1"/>
                </a:solidFill>
                <a:latin typeface="Times New Roman"/>
                <a:cs typeface="Times New Roman"/>
              </a:rPr>
              <a:t>system.</a:t>
            </a:r>
            <a:endParaRPr sz="1450" dirty="0">
              <a:solidFill>
                <a:schemeClr val="tx1"/>
              </a:solidFill>
              <a:latin typeface="Times New Roman"/>
              <a:cs typeface="Times New Roman"/>
            </a:endParaRPr>
          </a:p>
          <a:p>
            <a:pPr marL="685800" marR="554990" indent="-228600">
              <a:lnSpc>
                <a:spcPts val="2930"/>
              </a:lnSpc>
              <a:spcBef>
                <a:spcPts val="15"/>
              </a:spcBef>
              <a:buFont typeface="Arial" panose="020B0604020202020204" pitchFamily="34" charset="0"/>
              <a:buChar char="•"/>
            </a:pPr>
            <a:r>
              <a:rPr sz="1600" b="1" spc="80" dirty="0" smtClean="0">
                <a:solidFill>
                  <a:srgbClr val="FF0000"/>
                </a:solidFill>
                <a:latin typeface="Times New Roman"/>
                <a:cs typeface="Times New Roman"/>
              </a:rPr>
              <a:t>/</a:t>
            </a:r>
            <a:r>
              <a:rPr sz="1600" b="1" spc="80" dirty="0">
                <a:solidFill>
                  <a:srgbClr val="FF0000"/>
                </a:solidFill>
                <a:latin typeface="Times New Roman"/>
                <a:cs typeface="Times New Roman"/>
              </a:rPr>
              <a:t>bin:</a:t>
            </a:r>
            <a:r>
              <a:rPr sz="1600" b="1" spc="-10" dirty="0">
                <a:solidFill>
                  <a:srgbClr val="FF0000"/>
                </a:solidFill>
                <a:latin typeface="Times New Roman"/>
                <a:cs typeface="Times New Roman"/>
              </a:rPr>
              <a:t> </a:t>
            </a:r>
            <a:r>
              <a:rPr sz="1450" dirty="0">
                <a:solidFill>
                  <a:schemeClr val="tx1"/>
                </a:solidFill>
                <a:latin typeface="Times New Roman"/>
                <a:cs typeface="Times New Roman"/>
              </a:rPr>
              <a:t>Contains</a:t>
            </a:r>
            <a:r>
              <a:rPr sz="1450" spc="200" dirty="0">
                <a:solidFill>
                  <a:schemeClr val="tx1"/>
                </a:solidFill>
                <a:latin typeface="Times New Roman"/>
                <a:cs typeface="Times New Roman"/>
              </a:rPr>
              <a:t> </a:t>
            </a:r>
            <a:r>
              <a:rPr sz="1450" dirty="0">
                <a:solidFill>
                  <a:schemeClr val="tx1"/>
                </a:solidFill>
                <a:latin typeface="Times New Roman"/>
                <a:cs typeface="Times New Roman"/>
              </a:rPr>
              <a:t>essential</a:t>
            </a:r>
            <a:r>
              <a:rPr sz="1450" spc="210" dirty="0">
                <a:solidFill>
                  <a:schemeClr val="tx1"/>
                </a:solidFill>
                <a:latin typeface="Times New Roman"/>
                <a:cs typeface="Times New Roman"/>
              </a:rPr>
              <a:t> </a:t>
            </a:r>
            <a:r>
              <a:rPr sz="1450" dirty="0">
                <a:solidFill>
                  <a:schemeClr val="tx1"/>
                </a:solidFill>
                <a:latin typeface="Times New Roman"/>
                <a:cs typeface="Times New Roman"/>
              </a:rPr>
              <a:t>user</a:t>
            </a:r>
            <a:r>
              <a:rPr sz="1450" spc="120" dirty="0">
                <a:solidFill>
                  <a:schemeClr val="tx1"/>
                </a:solidFill>
                <a:latin typeface="Times New Roman"/>
                <a:cs typeface="Times New Roman"/>
              </a:rPr>
              <a:t> </a:t>
            </a:r>
            <a:r>
              <a:rPr sz="1450" dirty="0">
                <a:solidFill>
                  <a:schemeClr val="tx1"/>
                </a:solidFill>
                <a:latin typeface="Times New Roman"/>
                <a:cs typeface="Times New Roman"/>
              </a:rPr>
              <a:t>binaries,</a:t>
            </a:r>
            <a:r>
              <a:rPr sz="1450" spc="160" dirty="0">
                <a:solidFill>
                  <a:schemeClr val="tx1"/>
                </a:solidFill>
                <a:latin typeface="Times New Roman"/>
                <a:cs typeface="Times New Roman"/>
              </a:rPr>
              <a:t> </a:t>
            </a:r>
            <a:r>
              <a:rPr sz="1450" dirty="0">
                <a:solidFill>
                  <a:schemeClr val="tx1"/>
                </a:solidFill>
                <a:latin typeface="Times New Roman"/>
                <a:cs typeface="Times New Roman"/>
              </a:rPr>
              <a:t>such</a:t>
            </a:r>
            <a:r>
              <a:rPr sz="1450" spc="114" dirty="0">
                <a:solidFill>
                  <a:schemeClr val="tx1"/>
                </a:solidFill>
                <a:latin typeface="Times New Roman"/>
                <a:cs typeface="Times New Roman"/>
              </a:rPr>
              <a:t> </a:t>
            </a:r>
            <a:r>
              <a:rPr sz="1450" dirty="0">
                <a:solidFill>
                  <a:schemeClr val="tx1"/>
                </a:solidFill>
                <a:latin typeface="Times New Roman"/>
                <a:cs typeface="Times New Roman"/>
              </a:rPr>
              <a:t>as</a:t>
            </a:r>
            <a:r>
              <a:rPr sz="1450" spc="-100" dirty="0">
                <a:solidFill>
                  <a:schemeClr val="tx1"/>
                </a:solidFill>
                <a:latin typeface="Times New Roman"/>
                <a:cs typeface="Times New Roman"/>
              </a:rPr>
              <a:t> </a:t>
            </a:r>
            <a:r>
              <a:rPr sz="1450" b="1" spc="-105" dirty="0">
                <a:solidFill>
                  <a:srgbClr val="FF0000"/>
                </a:solidFill>
                <a:latin typeface="Times New Roman"/>
                <a:cs typeface="Times New Roman"/>
              </a:rPr>
              <a:t>1s</a:t>
            </a:r>
            <a:r>
              <a:rPr sz="1450" spc="85" dirty="0">
                <a:solidFill>
                  <a:schemeClr val="tx1"/>
                </a:solidFill>
                <a:latin typeface="Times New Roman"/>
                <a:cs typeface="Times New Roman"/>
              </a:rPr>
              <a:t> </a:t>
            </a:r>
            <a:r>
              <a:rPr sz="1450" spc="55" dirty="0">
                <a:solidFill>
                  <a:schemeClr val="tx1"/>
                </a:solidFill>
                <a:latin typeface="Times New Roman"/>
                <a:cs typeface="Times New Roman"/>
              </a:rPr>
              <a:t>and</a:t>
            </a:r>
            <a:r>
              <a:rPr sz="1450" spc="125" dirty="0">
                <a:solidFill>
                  <a:schemeClr val="tx1"/>
                </a:solidFill>
                <a:latin typeface="Times New Roman"/>
                <a:cs typeface="Times New Roman"/>
              </a:rPr>
              <a:t> </a:t>
            </a:r>
            <a:r>
              <a:rPr sz="1450" b="1" spc="-25" dirty="0">
                <a:solidFill>
                  <a:srgbClr val="FF0000"/>
                </a:solidFill>
                <a:latin typeface="Times New Roman"/>
                <a:cs typeface="Times New Roman"/>
              </a:rPr>
              <a:t>cp</a:t>
            </a:r>
            <a:r>
              <a:rPr sz="1450" spc="-25" dirty="0">
                <a:solidFill>
                  <a:schemeClr val="tx1"/>
                </a:solidFill>
                <a:latin typeface="Times New Roman"/>
                <a:cs typeface="Times New Roman"/>
              </a:rPr>
              <a:t> </a:t>
            </a:r>
            <a:r>
              <a:rPr sz="1450" spc="-10" dirty="0">
                <a:solidFill>
                  <a:schemeClr val="tx1"/>
                </a:solidFill>
                <a:latin typeface="Times New Roman"/>
                <a:cs typeface="Times New Roman"/>
              </a:rPr>
              <a:t>commands.</a:t>
            </a:r>
            <a:endParaRPr sz="1450" dirty="0">
              <a:solidFill>
                <a:schemeClr val="tx1"/>
              </a:solidFill>
              <a:latin typeface="Times New Roman"/>
              <a:cs typeface="Times New Roman"/>
            </a:endParaRPr>
          </a:p>
        </p:txBody>
      </p:sp>
      <p:sp>
        <p:nvSpPr>
          <p:cNvPr id="16" name="Date Placeholder 15"/>
          <p:cNvSpPr>
            <a:spLocks noGrp="1"/>
          </p:cNvSpPr>
          <p:nvPr>
            <p:ph type="dt" sz="half" idx="6"/>
          </p:nvPr>
        </p:nvSpPr>
        <p:spPr/>
        <p:txBody>
          <a:bodyPr/>
          <a:lstStyle/>
          <a:p>
            <a:fld id="{5E733C67-FCF2-4B8F-90D3-A9D89C516EE0}"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292100" y="131762"/>
            <a:ext cx="3669605"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FF0000"/>
                </a:solidFill>
                <a:latin typeface="Times New Roman"/>
                <a:cs typeface="Times New Roman"/>
              </a:rPr>
              <a:t>Linux</a:t>
            </a:r>
            <a:r>
              <a:rPr lang="en-US" sz="2400" b="1" spc="220" dirty="0">
                <a:solidFill>
                  <a:srgbClr val="FF0000"/>
                </a:solidFill>
                <a:latin typeface="Times New Roman"/>
                <a:cs typeface="Times New Roman"/>
              </a:rPr>
              <a:t> </a:t>
            </a:r>
            <a:r>
              <a:rPr lang="en-US" sz="2400" b="1" dirty="0">
                <a:solidFill>
                  <a:srgbClr val="FF0000"/>
                </a:solidFill>
                <a:latin typeface="Times New Roman"/>
                <a:cs typeface="Times New Roman"/>
              </a:rPr>
              <a:t>File</a:t>
            </a:r>
            <a:r>
              <a:rPr lang="en-US" sz="2400" b="1" spc="85" dirty="0">
                <a:solidFill>
                  <a:srgbClr val="FF0000"/>
                </a:solidFill>
                <a:latin typeface="Times New Roman"/>
                <a:cs typeface="Times New Roman"/>
              </a:rPr>
              <a:t> </a:t>
            </a:r>
            <a:r>
              <a:rPr lang="en-US" sz="2400" b="1" spc="-10" dirty="0" smtClean="0">
                <a:solidFill>
                  <a:srgbClr val="FF0000"/>
                </a:solidFill>
                <a:latin typeface="Times New Roman"/>
                <a:cs typeface="Times New Roman"/>
              </a:rPr>
              <a:t>System …</a:t>
            </a:r>
            <a:endParaRPr sz="2400" dirty="0"/>
          </a:p>
        </p:txBody>
      </p:sp>
      <p:sp>
        <p:nvSpPr>
          <p:cNvPr id="6" name="object 6"/>
          <p:cNvSpPr txBox="1"/>
          <p:nvPr/>
        </p:nvSpPr>
        <p:spPr>
          <a:xfrm>
            <a:off x="63500" y="583798"/>
            <a:ext cx="5943600" cy="3521477"/>
          </a:xfrm>
          <a:prstGeom prst="rect">
            <a:avLst/>
          </a:prstGeom>
        </p:spPr>
        <p:txBody>
          <a:bodyPr vert="horz" wrap="square" lIns="0" tIns="12700" rIns="0" bIns="0" rtlCol="0">
            <a:spAutoFit/>
          </a:bodyPr>
          <a:lstStyle/>
          <a:p>
            <a:pPr marL="174625">
              <a:lnSpc>
                <a:spcPct val="100000"/>
              </a:lnSpc>
              <a:spcBef>
                <a:spcPts val="1170"/>
              </a:spcBef>
            </a:pPr>
            <a:r>
              <a:rPr lang="en-US" sz="1600" b="1" dirty="0" smtClean="0">
                <a:solidFill>
                  <a:srgbClr val="FF0000"/>
                </a:solidFill>
                <a:latin typeface="Cambria"/>
                <a:cs typeface="Cambria"/>
              </a:rPr>
              <a:t>File System Hierarchy …</a:t>
            </a:r>
          </a:p>
          <a:p>
            <a:pPr marL="457200" indent="-222250">
              <a:lnSpc>
                <a:spcPct val="100000"/>
              </a:lnSpc>
              <a:spcBef>
                <a:spcPts val="1170"/>
              </a:spcBef>
              <a:buFont typeface="Arial" panose="020B0604020202020204" pitchFamily="34" charset="0"/>
              <a:buChar char="•"/>
            </a:pPr>
            <a:r>
              <a:rPr lang="en-US" sz="1400" b="1" dirty="0" smtClean="0">
                <a:solidFill>
                  <a:srgbClr val="FF0000"/>
                </a:solidFill>
                <a:latin typeface="Cambria"/>
                <a:cs typeface="Cambria"/>
              </a:rPr>
              <a:t>/</a:t>
            </a:r>
            <a:r>
              <a:rPr lang="en-US" sz="1400" b="1" dirty="0" err="1" smtClean="0">
                <a:solidFill>
                  <a:srgbClr val="FF0000"/>
                </a:solidFill>
                <a:latin typeface="Cambria"/>
                <a:cs typeface="Cambria"/>
              </a:rPr>
              <a:t>sbin</a:t>
            </a:r>
            <a:r>
              <a:rPr lang="en-US" sz="1400" dirty="0" smtClean="0">
                <a:latin typeface="Cambria"/>
                <a:cs typeface="Cambria"/>
              </a:rPr>
              <a:t>: </a:t>
            </a:r>
            <a:r>
              <a:rPr lang="en-US" sz="1400" dirty="0" smtClean="0">
                <a:solidFill>
                  <a:schemeClr val="tx1"/>
                </a:solidFill>
                <a:latin typeface="Cambria"/>
                <a:cs typeface="Cambria"/>
              </a:rPr>
              <a:t>Contains essential </a:t>
            </a:r>
            <a:r>
              <a:rPr lang="en-US" sz="1400" b="1" dirty="0" smtClean="0">
                <a:solidFill>
                  <a:schemeClr val="tx1"/>
                </a:solidFill>
                <a:latin typeface="Cambria"/>
                <a:cs typeface="Cambria"/>
              </a:rPr>
              <a:t>system binaries</a:t>
            </a:r>
            <a:r>
              <a:rPr lang="en-US" sz="1400" dirty="0" smtClean="0">
                <a:solidFill>
                  <a:schemeClr val="tx1"/>
                </a:solidFill>
                <a:latin typeface="Cambria"/>
                <a:cs typeface="Cambria"/>
              </a:rPr>
              <a:t>, such as those used to </a:t>
            </a:r>
            <a:r>
              <a:rPr sz="1400" dirty="0" smtClean="0">
                <a:solidFill>
                  <a:schemeClr val="tx1"/>
                </a:solidFill>
                <a:latin typeface="Cambria"/>
                <a:cs typeface="Cambria"/>
              </a:rPr>
              <a:t>manage</a:t>
            </a:r>
            <a:r>
              <a:rPr sz="1400" spc="125" dirty="0" smtClean="0">
                <a:solidFill>
                  <a:schemeClr val="tx1"/>
                </a:solidFill>
                <a:latin typeface="Cambria"/>
                <a:cs typeface="Cambria"/>
              </a:rPr>
              <a:t> </a:t>
            </a:r>
            <a:r>
              <a:rPr sz="1400" dirty="0">
                <a:solidFill>
                  <a:schemeClr val="tx1"/>
                </a:solidFill>
                <a:latin typeface="Cambria"/>
                <a:cs typeface="Cambria"/>
              </a:rPr>
              <a:t>the</a:t>
            </a:r>
            <a:r>
              <a:rPr sz="1400" spc="-10" dirty="0">
                <a:solidFill>
                  <a:schemeClr val="tx1"/>
                </a:solidFill>
                <a:latin typeface="Cambria"/>
                <a:cs typeface="Cambria"/>
              </a:rPr>
              <a:t> </a:t>
            </a:r>
            <a:r>
              <a:rPr sz="1400" dirty="0">
                <a:solidFill>
                  <a:schemeClr val="tx1"/>
                </a:solidFill>
                <a:latin typeface="Cambria"/>
                <a:cs typeface="Cambria"/>
              </a:rPr>
              <a:t>system</a:t>
            </a:r>
            <a:r>
              <a:rPr sz="1400" spc="90" dirty="0">
                <a:solidFill>
                  <a:schemeClr val="tx1"/>
                </a:solidFill>
                <a:latin typeface="Cambria"/>
                <a:cs typeface="Cambria"/>
              </a:rPr>
              <a:t> </a:t>
            </a:r>
            <a:r>
              <a:rPr sz="1400" spc="-10" dirty="0" smtClean="0">
                <a:solidFill>
                  <a:schemeClr val="tx1"/>
                </a:solidFill>
                <a:latin typeface="Cambria"/>
                <a:cs typeface="Cambria"/>
              </a:rPr>
              <a:t>net</a:t>
            </a:r>
            <a:r>
              <a:rPr lang="en-US" sz="1400" spc="-10" dirty="0" smtClean="0">
                <a:solidFill>
                  <a:schemeClr val="tx1"/>
                </a:solidFill>
                <a:latin typeface="Cambria"/>
                <a:cs typeface="Cambria"/>
              </a:rPr>
              <a:t>w</a:t>
            </a:r>
            <a:r>
              <a:rPr sz="1400" spc="-10" dirty="0" smtClean="0">
                <a:solidFill>
                  <a:schemeClr val="tx1"/>
                </a:solidFill>
                <a:latin typeface="Cambria"/>
                <a:cs typeface="Cambria"/>
              </a:rPr>
              <a:t>ork.</a:t>
            </a:r>
            <a:endParaRPr lang="en-US" sz="1400" spc="-10" dirty="0" smtClean="0">
              <a:solidFill>
                <a:schemeClr val="tx1"/>
              </a:solidFill>
              <a:latin typeface="Cambria"/>
              <a:cs typeface="Cambria"/>
            </a:endParaRPr>
          </a:p>
          <a:p>
            <a:pPr marL="457200" indent="-222250">
              <a:lnSpc>
                <a:spcPct val="100000"/>
              </a:lnSpc>
              <a:spcBef>
                <a:spcPts val="1170"/>
              </a:spcBef>
              <a:buFont typeface="Arial" panose="020B0604020202020204" pitchFamily="34" charset="0"/>
              <a:buChar char="•"/>
            </a:pPr>
            <a:r>
              <a:rPr sz="1400" b="1" dirty="0" smtClean="0">
                <a:solidFill>
                  <a:srgbClr val="FF0000"/>
                </a:solidFill>
                <a:latin typeface="Cambria"/>
                <a:cs typeface="Cambria"/>
              </a:rPr>
              <a:t>/</a:t>
            </a:r>
            <a:r>
              <a:rPr sz="1400" b="1" dirty="0" err="1" smtClean="0">
                <a:solidFill>
                  <a:srgbClr val="FF0000"/>
                </a:solidFill>
                <a:latin typeface="Cambria"/>
                <a:cs typeface="Cambria"/>
              </a:rPr>
              <a:t>etc</a:t>
            </a:r>
            <a:r>
              <a:rPr sz="1400" dirty="0">
                <a:solidFill>
                  <a:srgbClr val="BA9582"/>
                </a:solidFill>
                <a:latin typeface="Cambria"/>
                <a:cs typeface="Cambria"/>
              </a:rPr>
              <a:t>:</a:t>
            </a:r>
            <a:r>
              <a:rPr sz="1400" spc="65" dirty="0">
                <a:solidFill>
                  <a:srgbClr val="BA9582"/>
                </a:solidFill>
                <a:latin typeface="Cambria"/>
                <a:cs typeface="Cambria"/>
              </a:rPr>
              <a:t> </a:t>
            </a:r>
            <a:r>
              <a:rPr sz="1400" dirty="0">
                <a:solidFill>
                  <a:schemeClr val="tx1"/>
                </a:solidFill>
                <a:latin typeface="Cambria"/>
                <a:cs typeface="Cambria"/>
              </a:rPr>
              <a:t>Contains</a:t>
            </a:r>
            <a:r>
              <a:rPr sz="1400" spc="175" dirty="0">
                <a:solidFill>
                  <a:schemeClr val="tx1"/>
                </a:solidFill>
                <a:latin typeface="Cambria"/>
                <a:cs typeface="Cambria"/>
              </a:rPr>
              <a:t> </a:t>
            </a:r>
            <a:r>
              <a:rPr sz="1400" dirty="0">
                <a:solidFill>
                  <a:schemeClr val="tx1"/>
                </a:solidFill>
                <a:latin typeface="Cambria"/>
                <a:cs typeface="Cambria"/>
              </a:rPr>
              <a:t>system</a:t>
            </a:r>
            <a:r>
              <a:rPr sz="1400" spc="100" dirty="0">
                <a:solidFill>
                  <a:schemeClr val="tx1"/>
                </a:solidFill>
                <a:latin typeface="Cambria"/>
                <a:cs typeface="Cambria"/>
              </a:rPr>
              <a:t> </a:t>
            </a:r>
            <a:r>
              <a:rPr sz="1400" b="1" dirty="0">
                <a:solidFill>
                  <a:schemeClr val="tx1"/>
                </a:solidFill>
                <a:latin typeface="Cambria"/>
                <a:cs typeface="Cambria"/>
              </a:rPr>
              <a:t>configuration</a:t>
            </a:r>
            <a:r>
              <a:rPr sz="1400" b="1" spc="235" dirty="0">
                <a:solidFill>
                  <a:schemeClr val="tx1"/>
                </a:solidFill>
                <a:latin typeface="Cambria"/>
                <a:cs typeface="Cambria"/>
              </a:rPr>
              <a:t> </a:t>
            </a:r>
            <a:r>
              <a:rPr sz="1400" b="1" dirty="0">
                <a:solidFill>
                  <a:schemeClr val="tx1"/>
                </a:solidFill>
                <a:latin typeface="Cambria"/>
                <a:cs typeface="Cambria"/>
              </a:rPr>
              <a:t>files</a:t>
            </a:r>
            <a:r>
              <a:rPr sz="1400" dirty="0">
                <a:solidFill>
                  <a:schemeClr val="tx1"/>
                </a:solidFill>
                <a:latin typeface="Cambria"/>
                <a:cs typeface="Cambria"/>
              </a:rPr>
              <a:t>,</a:t>
            </a:r>
            <a:r>
              <a:rPr sz="1400" spc="55" dirty="0">
                <a:solidFill>
                  <a:schemeClr val="tx1"/>
                </a:solidFill>
                <a:latin typeface="Cambria"/>
                <a:cs typeface="Cambria"/>
              </a:rPr>
              <a:t> </a:t>
            </a:r>
            <a:r>
              <a:rPr sz="1400" dirty="0">
                <a:solidFill>
                  <a:schemeClr val="tx1"/>
                </a:solidFill>
                <a:latin typeface="Cambria"/>
                <a:cs typeface="Cambria"/>
              </a:rPr>
              <a:t>such</a:t>
            </a:r>
            <a:r>
              <a:rPr sz="1400" spc="150" dirty="0">
                <a:solidFill>
                  <a:schemeClr val="tx1"/>
                </a:solidFill>
                <a:latin typeface="Cambria"/>
                <a:cs typeface="Cambria"/>
              </a:rPr>
              <a:t> </a:t>
            </a:r>
            <a:r>
              <a:rPr sz="1400" dirty="0">
                <a:solidFill>
                  <a:schemeClr val="tx1"/>
                </a:solidFill>
                <a:latin typeface="Cambria"/>
                <a:cs typeface="Cambria"/>
              </a:rPr>
              <a:t>as</a:t>
            </a:r>
            <a:r>
              <a:rPr sz="1400" spc="65" dirty="0">
                <a:solidFill>
                  <a:schemeClr val="tx1"/>
                </a:solidFill>
                <a:latin typeface="Cambria"/>
                <a:cs typeface="Cambria"/>
              </a:rPr>
              <a:t> </a:t>
            </a:r>
            <a:r>
              <a:rPr sz="1400" dirty="0">
                <a:solidFill>
                  <a:schemeClr val="tx1"/>
                </a:solidFill>
                <a:latin typeface="Cambria"/>
                <a:cs typeface="Cambria"/>
              </a:rPr>
              <a:t>those</a:t>
            </a:r>
            <a:r>
              <a:rPr sz="1400" spc="70" dirty="0">
                <a:solidFill>
                  <a:schemeClr val="tx1"/>
                </a:solidFill>
                <a:latin typeface="Cambria"/>
                <a:cs typeface="Cambria"/>
              </a:rPr>
              <a:t> </a:t>
            </a:r>
            <a:r>
              <a:rPr sz="1400" dirty="0">
                <a:solidFill>
                  <a:schemeClr val="tx1"/>
                </a:solidFill>
                <a:latin typeface="Cambria"/>
                <a:cs typeface="Cambria"/>
              </a:rPr>
              <a:t>used</a:t>
            </a:r>
            <a:r>
              <a:rPr sz="1400" spc="200" dirty="0">
                <a:solidFill>
                  <a:schemeClr val="tx1"/>
                </a:solidFill>
                <a:latin typeface="Cambria"/>
                <a:cs typeface="Cambria"/>
              </a:rPr>
              <a:t> </a:t>
            </a:r>
            <a:r>
              <a:rPr sz="1400" spc="-25" dirty="0" smtClean="0">
                <a:solidFill>
                  <a:schemeClr val="tx1"/>
                </a:solidFill>
                <a:latin typeface="Cambria"/>
                <a:cs typeface="Cambria"/>
              </a:rPr>
              <a:t>to</a:t>
            </a:r>
            <a:r>
              <a:rPr lang="en-US" sz="1400" spc="-25" dirty="0" smtClean="0">
                <a:solidFill>
                  <a:schemeClr val="tx1"/>
                </a:solidFill>
                <a:latin typeface="Cambria"/>
                <a:cs typeface="Cambria"/>
              </a:rPr>
              <a:t> </a:t>
            </a:r>
            <a:r>
              <a:rPr sz="1500" b="1" spc="-35" dirty="0" smtClean="0">
                <a:solidFill>
                  <a:schemeClr val="tx1"/>
                </a:solidFill>
                <a:latin typeface="Cambria"/>
                <a:cs typeface="Cambria"/>
              </a:rPr>
              <a:t>configure</a:t>
            </a:r>
            <a:r>
              <a:rPr sz="1500" b="1" spc="80" dirty="0" smtClean="0">
                <a:solidFill>
                  <a:schemeClr val="tx1"/>
                </a:solidFill>
                <a:latin typeface="Cambria"/>
                <a:cs typeface="Cambria"/>
              </a:rPr>
              <a:t> </a:t>
            </a:r>
            <a:r>
              <a:rPr sz="1500" b="1" spc="-35" dirty="0">
                <a:solidFill>
                  <a:schemeClr val="tx1"/>
                </a:solidFill>
                <a:latin typeface="Cambria"/>
                <a:cs typeface="Cambria"/>
              </a:rPr>
              <a:t>the</a:t>
            </a:r>
            <a:r>
              <a:rPr sz="1500" b="1" spc="-20" dirty="0">
                <a:solidFill>
                  <a:schemeClr val="tx1"/>
                </a:solidFill>
                <a:latin typeface="Cambria"/>
                <a:cs typeface="Cambria"/>
              </a:rPr>
              <a:t> </a:t>
            </a:r>
            <a:r>
              <a:rPr sz="1500" b="1" spc="-65" dirty="0">
                <a:solidFill>
                  <a:schemeClr val="tx1"/>
                </a:solidFill>
                <a:latin typeface="Cambria"/>
                <a:cs typeface="Cambria"/>
              </a:rPr>
              <a:t>network</a:t>
            </a:r>
            <a:r>
              <a:rPr sz="1500" b="1" spc="100" dirty="0">
                <a:solidFill>
                  <a:schemeClr val="tx1"/>
                </a:solidFill>
                <a:latin typeface="Cambria"/>
                <a:cs typeface="Cambria"/>
              </a:rPr>
              <a:t> </a:t>
            </a:r>
            <a:r>
              <a:rPr sz="1500" dirty="0">
                <a:solidFill>
                  <a:schemeClr val="tx1"/>
                </a:solidFill>
                <a:latin typeface="Cambria"/>
                <a:cs typeface="Cambria"/>
              </a:rPr>
              <a:t>or</a:t>
            </a:r>
            <a:r>
              <a:rPr sz="1500" spc="-10" dirty="0">
                <a:solidFill>
                  <a:schemeClr val="tx1"/>
                </a:solidFill>
                <a:latin typeface="Cambria"/>
                <a:cs typeface="Cambria"/>
              </a:rPr>
              <a:t> </a:t>
            </a:r>
            <a:r>
              <a:rPr sz="1500" b="1" spc="-65" dirty="0">
                <a:solidFill>
                  <a:schemeClr val="tx1"/>
                </a:solidFill>
                <a:latin typeface="Cambria"/>
                <a:cs typeface="Cambria"/>
              </a:rPr>
              <a:t>set</a:t>
            </a:r>
            <a:r>
              <a:rPr sz="1500" b="1" spc="-20" dirty="0">
                <a:solidFill>
                  <a:schemeClr val="tx1"/>
                </a:solidFill>
                <a:latin typeface="Cambria"/>
                <a:cs typeface="Cambria"/>
              </a:rPr>
              <a:t> </a:t>
            </a:r>
            <a:r>
              <a:rPr sz="1500" b="1" dirty="0">
                <a:solidFill>
                  <a:schemeClr val="tx1"/>
                </a:solidFill>
                <a:latin typeface="Cambria"/>
                <a:cs typeface="Cambria"/>
              </a:rPr>
              <a:t>up</a:t>
            </a:r>
            <a:r>
              <a:rPr sz="1500" b="1" spc="-35" dirty="0">
                <a:solidFill>
                  <a:schemeClr val="tx1"/>
                </a:solidFill>
                <a:latin typeface="Cambria"/>
                <a:cs typeface="Cambria"/>
              </a:rPr>
              <a:t> </a:t>
            </a:r>
            <a:r>
              <a:rPr sz="1500" b="1" spc="-45" dirty="0">
                <a:solidFill>
                  <a:schemeClr val="tx1"/>
                </a:solidFill>
                <a:latin typeface="Cambria"/>
                <a:cs typeface="Cambria"/>
              </a:rPr>
              <a:t>user</a:t>
            </a:r>
            <a:r>
              <a:rPr sz="1500" b="1" spc="30" dirty="0">
                <a:solidFill>
                  <a:schemeClr val="tx1"/>
                </a:solidFill>
                <a:latin typeface="Cambria"/>
                <a:cs typeface="Cambria"/>
              </a:rPr>
              <a:t> </a:t>
            </a:r>
            <a:r>
              <a:rPr sz="1500" b="1" spc="-10" dirty="0">
                <a:solidFill>
                  <a:schemeClr val="tx1"/>
                </a:solidFill>
                <a:latin typeface="Cambria"/>
                <a:cs typeface="Cambria"/>
              </a:rPr>
              <a:t>accounts</a:t>
            </a:r>
            <a:r>
              <a:rPr sz="1500" spc="-10" dirty="0">
                <a:solidFill>
                  <a:schemeClr val="tx1"/>
                </a:solidFill>
                <a:latin typeface="Cambria"/>
                <a:cs typeface="Cambria"/>
              </a:rPr>
              <a:t>.</a:t>
            </a:r>
            <a:endParaRPr sz="1500" dirty="0">
              <a:solidFill>
                <a:schemeClr val="tx1"/>
              </a:solidFill>
              <a:latin typeface="Cambria"/>
              <a:cs typeface="Cambria"/>
            </a:endParaRPr>
          </a:p>
          <a:p>
            <a:pPr marL="457200" marR="275590" indent="-222250">
              <a:lnSpc>
                <a:spcPts val="2850"/>
              </a:lnSpc>
              <a:spcBef>
                <a:spcPts val="270"/>
              </a:spcBef>
              <a:buFont typeface="Arial" panose="020B0604020202020204" pitchFamily="34" charset="0"/>
              <a:buChar char="•"/>
            </a:pPr>
            <a:r>
              <a:rPr sz="1450" b="1" spc="-20" dirty="0">
                <a:solidFill>
                  <a:srgbClr val="FF0000"/>
                </a:solidFill>
                <a:latin typeface="Cambria"/>
                <a:cs typeface="Cambria"/>
              </a:rPr>
              <a:t>/usr</a:t>
            </a:r>
            <a:r>
              <a:rPr sz="1450" spc="-20" dirty="0">
                <a:solidFill>
                  <a:srgbClr val="A87969"/>
                </a:solidFill>
                <a:latin typeface="Cambria"/>
                <a:cs typeface="Cambria"/>
              </a:rPr>
              <a:t>:</a:t>
            </a:r>
            <a:r>
              <a:rPr sz="1450" spc="-35" dirty="0">
                <a:solidFill>
                  <a:srgbClr val="A87969"/>
                </a:solidFill>
                <a:latin typeface="Cambria"/>
                <a:cs typeface="Cambria"/>
              </a:rPr>
              <a:t> </a:t>
            </a:r>
            <a:r>
              <a:rPr sz="1450" dirty="0">
                <a:solidFill>
                  <a:schemeClr val="tx1"/>
                </a:solidFill>
                <a:latin typeface="Cambria"/>
                <a:cs typeface="Cambria"/>
              </a:rPr>
              <a:t>Contains</a:t>
            </a:r>
            <a:r>
              <a:rPr sz="1450" spc="55" dirty="0">
                <a:solidFill>
                  <a:schemeClr val="tx1"/>
                </a:solidFill>
                <a:latin typeface="Cambria"/>
                <a:cs typeface="Cambria"/>
              </a:rPr>
              <a:t> </a:t>
            </a:r>
            <a:r>
              <a:rPr sz="1450" b="1" spc="-30" dirty="0">
                <a:solidFill>
                  <a:schemeClr val="tx1"/>
                </a:solidFill>
                <a:latin typeface="Cambria"/>
                <a:cs typeface="Cambria"/>
              </a:rPr>
              <a:t>user</a:t>
            </a:r>
            <a:r>
              <a:rPr sz="1450" b="1" spc="-40" dirty="0">
                <a:solidFill>
                  <a:schemeClr val="tx1"/>
                </a:solidFill>
                <a:latin typeface="Cambria"/>
                <a:cs typeface="Cambria"/>
              </a:rPr>
              <a:t> </a:t>
            </a:r>
            <a:r>
              <a:rPr sz="1450" b="1" spc="-20" dirty="0">
                <a:solidFill>
                  <a:schemeClr val="tx1"/>
                </a:solidFill>
                <a:latin typeface="Cambria"/>
                <a:cs typeface="Cambria"/>
              </a:rPr>
              <a:t>programs</a:t>
            </a:r>
            <a:r>
              <a:rPr sz="1450" b="1" spc="25" dirty="0">
                <a:solidFill>
                  <a:schemeClr val="tx1"/>
                </a:solidFill>
                <a:latin typeface="Cambria"/>
                <a:cs typeface="Cambria"/>
              </a:rPr>
              <a:t> </a:t>
            </a:r>
            <a:r>
              <a:rPr sz="1450" b="1" dirty="0">
                <a:solidFill>
                  <a:schemeClr val="tx1"/>
                </a:solidFill>
                <a:latin typeface="Cambria"/>
                <a:cs typeface="Cambria"/>
              </a:rPr>
              <a:t>and</a:t>
            </a:r>
            <a:r>
              <a:rPr sz="1450" b="1" spc="45" dirty="0">
                <a:solidFill>
                  <a:schemeClr val="tx1"/>
                </a:solidFill>
                <a:latin typeface="Cambria"/>
                <a:cs typeface="Cambria"/>
              </a:rPr>
              <a:t> </a:t>
            </a:r>
            <a:r>
              <a:rPr sz="1450" b="1" spc="-10" dirty="0" smtClean="0">
                <a:solidFill>
                  <a:schemeClr val="tx1"/>
                </a:solidFill>
                <a:latin typeface="Cambria"/>
                <a:cs typeface="Cambria"/>
              </a:rPr>
              <a:t>f</a:t>
            </a:r>
            <a:r>
              <a:rPr lang="en-US" sz="1450" b="1" spc="-10" dirty="0" smtClean="0">
                <a:solidFill>
                  <a:schemeClr val="tx1"/>
                </a:solidFill>
                <a:latin typeface="Cambria"/>
                <a:cs typeface="Cambria"/>
              </a:rPr>
              <a:t>il</a:t>
            </a:r>
            <a:r>
              <a:rPr sz="1450" b="1" spc="-10" dirty="0" smtClean="0">
                <a:solidFill>
                  <a:schemeClr val="tx1"/>
                </a:solidFill>
                <a:latin typeface="Cambria"/>
                <a:cs typeface="Cambria"/>
              </a:rPr>
              <a:t>es</a:t>
            </a:r>
            <a:r>
              <a:rPr sz="1450" spc="-10" dirty="0">
                <a:solidFill>
                  <a:schemeClr val="tx1"/>
                </a:solidFill>
                <a:latin typeface="Cambria"/>
                <a:cs typeface="Cambria"/>
              </a:rPr>
              <a:t>,</a:t>
            </a:r>
            <a:r>
              <a:rPr sz="1450" spc="30" dirty="0">
                <a:solidFill>
                  <a:schemeClr val="tx1"/>
                </a:solidFill>
                <a:latin typeface="Cambria"/>
                <a:cs typeface="Cambria"/>
              </a:rPr>
              <a:t> </a:t>
            </a:r>
            <a:r>
              <a:rPr sz="1450" dirty="0">
                <a:solidFill>
                  <a:schemeClr val="tx1"/>
                </a:solidFill>
                <a:latin typeface="Cambria"/>
                <a:cs typeface="Cambria"/>
              </a:rPr>
              <a:t>such as</a:t>
            </a:r>
            <a:r>
              <a:rPr sz="1450" spc="-70" dirty="0">
                <a:solidFill>
                  <a:schemeClr val="tx1"/>
                </a:solidFill>
                <a:latin typeface="Cambria"/>
                <a:cs typeface="Cambria"/>
              </a:rPr>
              <a:t> </a:t>
            </a:r>
            <a:r>
              <a:rPr sz="1450" spc="-10" dirty="0" smtClean="0">
                <a:solidFill>
                  <a:schemeClr val="tx1"/>
                </a:solidFill>
                <a:latin typeface="Cambria"/>
                <a:cs typeface="Cambria"/>
              </a:rPr>
              <a:t>documentation</a:t>
            </a:r>
            <a:r>
              <a:rPr lang="en-US" sz="1450" spc="-10" dirty="0" smtClean="0">
                <a:solidFill>
                  <a:schemeClr val="tx1"/>
                </a:solidFill>
                <a:latin typeface="Cambria"/>
                <a:cs typeface="Cambria"/>
              </a:rPr>
              <a:t> </a:t>
            </a:r>
            <a:r>
              <a:rPr sz="1450" dirty="0" smtClean="0">
                <a:solidFill>
                  <a:schemeClr val="tx1"/>
                </a:solidFill>
                <a:latin typeface="Cambria"/>
                <a:cs typeface="Cambria"/>
              </a:rPr>
              <a:t>and</a:t>
            </a:r>
            <a:r>
              <a:rPr lang="en-US" sz="1450" dirty="0" smtClean="0">
                <a:solidFill>
                  <a:schemeClr val="tx1"/>
                </a:solidFill>
                <a:latin typeface="Cambria"/>
                <a:cs typeface="Cambria"/>
              </a:rPr>
              <a:t> </a:t>
            </a:r>
            <a:r>
              <a:rPr sz="1450" spc="-10" dirty="0" smtClean="0">
                <a:solidFill>
                  <a:schemeClr val="tx1"/>
                </a:solidFill>
                <a:latin typeface="Cambria"/>
                <a:cs typeface="Cambria"/>
              </a:rPr>
              <a:t>libraries</a:t>
            </a:r>
            <a:r>
              <a:rPr sz="1450" spc="-10" dirty="0">
                <a:solidFill>
                  <a:schemeClr val="tx1"/>
                </a:solidFill>
                <a:latin typeface="Cambria"/>
                <a:cs typeface="Cambria"/>
              </a:rPr>
              <a:t>.</a:t>
            </a:r>
            <a:endParaRPr sz="1450" dirty="0">
              <a:solidFill>
                <a:schemeClr val="tx1"/>
              </a:solidFill>
              <a:latin typeface="Cambria"/>
              <a:cs typeface="Cambria"/>
            </a:endParaRPr>
          </a:p>
          <a:p>
            <a:pPr marL="457200" indent="-228600">
              <a:lnSpc>
                <a:spcPct val="100000"/>
              </a:lnSpc>
              <a:spcBef>
                <a:spcPts val="855"/>
              </a:spcBef>
              <a:buFont typeface="Arial" panose="020B0604020202020204" pitchFamily="34" charset="0"/>
              <a:buChar char="•"/>
            </a:pPr>
            <a:r>
              <a:rPr sz="1500" b="1" spc="-60" dirty="0" smtClean="0">
                <a:solidFill>
                  <a:srgbClr val="FF0000"/>
                </a:solidFill>
                <a:latin typeface="Cambria"/>
                <a:cs typeface="Cambria"/>
              </a:rPr>
              <a:t>/</a:t>
            </a:r>
            <a:r>
              <a:rPr sz="1500" b="1" spc="-60" dirty="0" err="1" smtClean="0">
                <a:solidFill>
                  <a:srgbClr val="FF0000"/>
                </a:solidFill>
                <a:latin typeface="Cambria"/>
                <a:cs typeface="Cambria"/>
              </a:rPr>
              <a:t>var</a:t>
            </a:r>
            <a:r>
              <a:rPr sz="1500" spc="-60" dirty="0">
                <a:solidFill>
                  <a:schemeClr val="tx1"/>
                </a:solidFill>
                <a:latin typeface="Cambria"/>
                <a:cs typeface="Cambria"/>
              </a:rPr>
              <a:t>:</a:t>
            </a:r>
            <a:r>
              <a:rPr sz="1500" spc="-20" dirty="0">
                <a:solidFill>
                  <a:schemeClr val="tx1"/>
                </a:solidFill>
                <a:latin typeface="Cambria"/>
                <a:cs typeface="Cambria"/>
              </a:rPr>
              <a:t> </a:t>
            </a:r>
            <a:r>
              <a:rPr sz="1500" spc="-10" dirty="0">
                <a:solidFill>
                  <a:schemeClr val="tx1"/>
                </a:solidFill>
                <a:latin typeface="Cambria"/>
                <a:cs typeface="Cambria"/>
              </a:rPr>
              <a:t>Contains</a:t>
            </a:r>
            <a:r>
              <a:rPr sz="1500" spc="65" dirty="0">
                <a:solidFill>
                  <a:schemeClr val="tx1"/>
                </a:solidFill>
                <a:latin typeface="Cambria"/>
                <a:cs typeface="Cambria"/>
              </a:rPr>
              <a:t> </a:t>
            </a:r>
            <a:r>
              <a:rPr sz="1500" b="1" spc="-65" dirty="0">
                <a:solidFill>
                  <a:schemeClr val="tx1"/>
                </a:solidFill>
                <a:latin typeface="Cambria"/>
                <a:cs typeface="Cambria"/>
              </a:rPr>
              <a:t>variable</a:t>
            </a:r>
            <a:r>
              <a:rPr sz="1500" b="1" spc="5" dirty="0">
                <a:solidFill>
                  <a:schemeClr val="tx1"/>
                </a:solidFill>
                <a:latin typeface="Cambria"/>
                <a:cs typeface="Cambria"/>
              </a:rPr>
              <a:t> </a:t>
            </a:r>
            <a:r>
              <a:rPr sz="1500" b="1" spc="-55" dirty="0">
                <a:solidFill>
                  <a:schemeClr val="tx1"/>
                </a:solidFill>
                <a:latin typeface="Cambria"/>
                <a:cs typeface="Cambria"/>
              </a:rPr>
              <a:t>data</a:t>
            </a:r>
            <a:r>
              <a:rPr sz="1500" b="1" spc="10" dirty="0">
                <a:solidFill>
                  <a:schemeClr val="tx1"/>
                </a:solidFill>
                <a:latin typeface="Cambria"/>
                <a:cs typeface="Cambria"/>
              </a:rPr>
              <a:t> </a:t>
            </a:r>
            <a:r>
              <a:rPr sz="1500" b="1" spc="-20" dirty="0">
                <a:solidFill>
                  <a:schemeClr val="tx1"/>
                </a:solidFill>
                <a:latin typeface="Cambria"/>
                <a:cs typeface="Cambria"/>
              </a:rPr>
              <a:t>files</a:t>
            </a:r>
            <a:r>
              <a:rPr sz="1500" spc="-20" dirty="0">
                <a:solidFill>
                  <a:schemeClr val="tx1"/>
                </a:solidFill>
                <a:latin typeface="Cambria"/>
                <a:cs typeface="Cambria"/>
              </a:rPr>
              <a:t>,</a:t>
            </a:r>
            <a:r>
              <a:rPr sz="1500" spc="-35" dirty="0">
                <a:solidFill>
                  <a:schemeClr val="tx1"/>
                </a:solidFill>
                <a:latin typeface="Cambria"/>
                <a:cs typeface="Cambria"/>
              </a:rPr>
              <a:t> </a:t>
            </a:r>
            <a:r>
              <a:rPr sz="1500" spc="-30" dirty="0">
                <a:solidFill>
                  <a:schemeClr val="tx1"/>
                </a:solidFill>
                <a:latin typeface="Cambria"/>
                <a:cs typeface="Cambria"/>
              </a:rPr>
              <a:t>such</a:t>
            </a:r>
            <a:r>
              <a:rPr sz="1500" spc="55" dirty="0">
                <a:solidFill>
                  <a:schemeClr val="tx1"/>
                </a:solidFill>
                <a:latin typeface="Cambria"/>
                <a:cs typeface="Cambria"/>
              </a:rPr>
              <a:t> </a:t>
            </a:r>
            <a:r>
              <a:rPr sz="1500" spc="-60" dirty="0">
                <a:solidFill>
                  <a:schemeClr val="tx1"/>
                </a:solidFill>
                <a:latin typeface="Cambria"/>
                <a:cs typeface="Cambria"/>
              </a:rPr>
              <a:t>as</a:t>
            </a:r>
            <a:r>
              <a:rPr sz="1500" spc="-25" dirty="0">
                <a:solidFill>
                  <a:schemeClr val="tx1"/>
                </a:solidFill>
                <a:latin typeface="Cambria"/>
                <a:cs typeface="Cambria"/>
              </a:rPr>
              <a:t> </a:t>
            </a:r>
            <a:r>
              <a:rPr sz="1500" b="1" dirty="0">
                <a:solidFill>
                  <a:schemeClr val="tx1"/>
                </a:solidFill>
                <a:latin typeface="Cambria"/>
                <a:cs typeface="Cambria"/>
              </a:rPr>
              <a:t>log</a:t>
            </a:r>
            <a:r>
              <a:rPr sz="1500" b="1" spc="-5" dirty="0">
                <a:solidFill>
                  <a:schemeClr val="tx1"/>
                </a:solidFill>
                <a:latin typeface="Cambria"/>
                <a:cs typeface="Cambria"/>
              </a:rPr>
              <a:t> </a:t>
            </a:r>
            <a:r>
              <a:rPr sz="1500" b="1" spc="-30" dirty="0">
                <a:solidFill>
                  <a:schemeClr val="tx1"/>
                </a:solidFill>
                <a:latin typeface="Cambria"/>
                <a:cs typeface="Cambria"/>
              </a:rPr>
              <a:t>files</a:t>
            </a:r>
            <a:r>
              <a:rPr sz="1500" b="1" spc="-25" dirty="0">
                <a:solidFill>
                  <a:schemeClr val="tx1"/>
                </a:solidFill>
                <a:latin typeface="Cambria"/>
                <a:cs typeface="Cambria"/>
              </a:rPr>
              <a:t> </a:t>
            </a:r>
            <a:r>
              <a:rPr sz="1500" dirty="0">
                <a:solidFill>
                  <a:schemeClr val="tx1"/>
                </a:solidFill>
                <a:latin typeface="Cambria"/>
                <a:cs typeface="Cambria"/>
              </a:rPr>
              <a:t>and</a:t>
            </a:r>
            <a:r>
              <a:rPr sz="1500" spc="-20" dirty="0">
                <a:solidFill>
                  <a:schemeClr val="tx1"/>
                </a:solidFill>
                <a:latin typeface="Cambria"/>
                <a:cs typeface="Cambria"/>
              </a:rPr>
              <a:t> </a:t>
            </a:r>
            <a:r>
              <a:rPr sz="1500" b="1" spc="-35" dirty="0">
                <a:solidFill>
                  <a:schemeClr val="tx1"/>
                </a:solidFill>
                <a:latin typeface="Cambria"/>
                <a:cs typeface="Cambria"/>
              </a:rPr>
              <a:t>mail</a:t>
            </a:r>
            <a:r>
              <a:rPr sz="1500" b="1" spc="-20" dirty="0">
                <a:solidFill>
                  <a:schemeClr val="tx1"/>
                </a:solidFill>
                <a:latin typeface="Cambria"/>
                <a:cs typeface="Cambria"/>
              </a:rPr>
              <a:t> </a:t>
            </a:r>
            <a:r>
              <a:rPr sz="1500" b="1" spc="-10" dirty="0">
                <a:solidFill>
                  <a:schemeClr val="tx1"/>
                </a:solidFill>
                <a:latin typeface="Cambria"/>
                <a:cs typeface="Cambria"/>
              </a:rPr>
              <a:t>spools</a:t>
            </a:r>
            <a:endParaRPr sz="1500" b="1" dirty="0">
              <a:solidFill>
                <a:schemeClr val="tx1"/>
              </a:solidFill>
              <a:latin typeface="Cambria"/>
              <a:cs typeface="Cambria"/>
            </a:endParaRPr>
          </a:p>
          <a:p>
            <a:pPr marL="457200" indent="-228600">
              <a:lnSpc>
                <a:spcPct val="100000"/>
              </a:lnSpc>
              <a:spcBef>
                <a:spcPts val="1100"/>
              </a:spcBef>
              <a:buFont typeface="Arial" panose="020B0604020202020204" pitchFamily="34" charset="0"/>
              <a:buChar char="•"/>
            </a:pPr>
            <a:r>
              <a:rPr sz="1450" b="1" dirty="0" smtClean="0">
                <a:solidFill>
                  <a:srgbClr val="FF0000"/>
                </a:solidFill>
                <a:latin typeface="Cambria"/>
                <a:cs typeface="Cambria"/>
              </a:rPr>
              <a:t>/</a:t>
            </a:r>
            <a:r>
              <a:rPr sz="1450" b="1" dirty="0" err="1" smtClean="0">
                <a:solidFill>
                  <a:srgbClr val="FF0000"/>
                </a:solidFill>
                <a:latin typeface="Cambria"/>
                <a:cs typeface="Cambria"/>
              </a:rPr>
              <a:t>tmp</a:t>
            </a:r>
            <a:r>
              <a:rPr sz="1450" dirty="0">
                <a:solidFill>
                  <a:srgbClr val="A88977"/>
                </a:solidFill>
                <a:latin typeface="Cambria"/>
                <a:cs typeface="Cambria"/>
              </a:rPr>
              <a:t>:</a:t>
            </a:r>
            <a:r>
              <a:rPr sz="1450" spc="-15" dirty="0">
                <a:solidFill>
                  <a:srgbClr val="A88977"/>
                </a:solidFill>
                <a:latin typeface="Cambria"/>
                <a:cs typeface="Cambria"/>
              </a:rPr>
              <a:t> </a:t>
            </a:r>
            <a:r>
              <a:rPr sz="1450" dirty="0">
                <a:solidFill>
                  <a:schemeClr val="tx1"/>
                </a:solidFill>
                <a:latin typeface="Cambria"/>
                <a:cs typeface="Cambria"/>
              </a:rPr>
              <a:t>Contains</a:t>
            </a:r>
            <a:r>
              <a:rPr sz="1450" spc="90" dirty="0">
                <a:solidFill>
                  <a:schemeClr val="tx1"/>
                </a:solidFill>
                <a:latin typeface="Cambria"/>
                <a:cs typeface="Cambria"/>
              </a:rPr>
              <a:t> </a:t>
            </a:r>
            <a:r>
              <a:rPr sz="1450" b="1" spc="-40" dirty="0">
                <a:solidFill>
                  <a:schemeClr val="tx1"/>
                </a:solidFill>
                <a:latin typeface="Cambria"/>
                <a:cs typeface="Cambria"/>
              </a:rPr>
              <a:t>temporary</a:t>
            </a:r>
            <a:r>
              <a:rPr sz="1450" b="1" spc="160" dirty="0">
                <a:solidFill>
                  <a:schemeClr val="tx1"/>
                </a:solidFill>
                <a:latin typeface="Cambria"/>
                <a:cs typeface="Cambria"/>
              </a:rPr>
              <a:t> </a:t>
            </a:r>
            <a:r>
              <a:rPr sz="1450" b="1" spc="-10" dirty="0">
                <a:solidFill>
                  <a:schemeClr val="tx1"/>
                </a:solidFill>
                <a:latin typeface="Cambria"/>
                <a:cs typeface="Cambria"/>
              </a:rPr>
              <a:t>files</a:t>
            </a:r>
            <a:r>
              <a:rPr sz="1450" b="1" spc="55" dirty="0">
                <a:solidFill>
                  <a:schemeClr val="tx1"/>
                </a:solidFill>
                <a:latin typeface="Cambria"/>
                <a:cs typeface="Cambria"/>
              </a:rPr>
              <a:t> </a:t>
            </a:r>
            <a:r>
              <a:rPr sz="1450" spc="-20" dirty="0">
                <a:solidFill>
                  <a:schemeClr val="tx1"/>
                </a:solidFill>
                <a:latin typeface="Cambria"/>
                <a:cs typeface="Cambria"/>
              </a:rPr>
              <a:t>that</a:t>
            </a:r>
            <a:r>
              <a:rPr sz="1450" spc="50" dirty="0">
                <a:solidFill>
                  <a:schemeClr val="tx1"/>
                </a:solidFill>
                <a:latin typeface="Cambria"/>
                <a:cs typeface="Cambria"/>
              </a:rPr>
              <a:t> </a:t>
            </a:r>
            <a:r>
              <a:rPr sz="1450" spc="-35" dirty="0">
                <a:solidFill>
                  <a:schemeClr val="tx1"/>
                </a:solidFill>
                <a:latin typeface="Cambria"/>
                <a:cs typeface="Cambria"/>
              </a:rPr>
              <a:t>are</a:t>
            </a:r>
            <a:r>
              <a:rPr sz="1450" spc="-30" dirty="0">
                <a:solidFill>
                  <a:schemeClr val="tx1"/>
                </a:solidFill>
                <a:latin typeface="Cambria"/>
                <a:cs typeface="Cambria"/>
              </a:rPr>
              <a:t> </a:t>
            </a:r>
            <a:r>
              <a:rPr sz="1450" spc="-20" dirty="0">
                <a:solidFill>
                  <a:schemeClr val="tx1"/>
                </a:solidFill>
                <a:latin typeface="Cambria"/>
                <a:cs typeface="Cambria"/>
              </a:rPr>
              <a:t>deleted</a:t>
            </a:r>
            <a:r>
              <a:rPr sz="1450" spc="60" dirty="0">
                <a:solidFill>
                  <a:schemeClr val="tx1"/>
                </a:solidFill>
                <a:latin typeface="Cambria"/>
                <a:cs typeface="Cambria"/>
              </a:rPr>
              <a:t> </a:t>
            </a:r>
            <a:r>
              <a:rPr sz="1450" spc="-10" dirty="0">
                <a:solidFill>
                  <a:schemeClr val="tx1"/>
                </a:solidFill>
                <a:latin typeface="Cambria"/>
                <a:cs typeface="Cambria"/>
              </a:rPr>
              <a:t>when</a:t>
            </a:r>
            <a:r>
              <a:rPr sz="1450" spc="35" dirty="0">
                <a:solidFill>
                  <a:schemeClr val="tx1"/>
                </a:solidFill>
                <a:latin typeface="Cambria"/>
                <a:cs typeface="Cambria"/>
              </a:rPr>
              <a:t> </a:t>
            </a:r>
            <a:r>
              <a:rPr sz="1450" dirty="0">
                <a:solidFill>
                  <a:schemeClr val="tx1"/>
                </a:solidFill>
                <a:latin typeface="Cambria"/>
                <a:cs typeface="Cambria"/>
              </a:rPr>
              <a:t>the</a:t>
            </a:r>
            <a:r>
              <a:rPr sz="1450" spc="35" dirty="0">
                <a:solidFill>
                  <a:schemeClr val="tx1"/>
                </a:solidFill>
                <a:latin typeface="Cambria"/>
                <a:cs typeface="Cambria"/>
              </a:rPr>
              <a:t> </a:t>
            </a:r>
            <a:r>
              <a:rPr sz="1450" spc="-10" dirty="0" smtClean="0">
                <a:solidFill>
                  <a:schemeClr val="tx1"/>
                </a:solidFill>
                <a:latin typeface="Cambria"/>
                <a:cs typeface="Cambria"/>
              </a:rPr>
              <a:t>system</a:t>
            </a:r>
            <a:r>
              <a:rPr lang="en-US" sz="1450" spc="-10" dirty="0" smtClean="0">
                <a:solidFill>
                  <a:schemeClr val="tx1"/>
                </a:solidFill>
                <a:latin typeface="Cambria"/>
                <a:cs typeface="Cambria"/>
              </a:rPr>
              <a:t> </a:t>
            </a:r>
            <a:r>
              <a:rPr sz="1400" dirty="0" smtClean="0">
                <a:solidFill>
                  <a:schemeClr val="tx1"/>
                </a:solidFill>
                <a:latin typeface="Cambria"/>
                <a:cs typeface="Cambria"/>
              </a:rPr>
              <a:t>is</a:t>
            </a:r>
            <a:r>
              <a:rPr sz="1400" spc="40" dirty="0" smtClean="0">
                <a:solidFill>
                  <a:schemeClr val="tx1"/>
                </a:solidFill>
                <a:latin typeface="Cambria"/>
                <a:cs typeface="Cambria"/>
              </a:rPr>
              <a:t> </a:t>
            </a:r>
            <a:r>
              <a:rPr sz="1400" spc="-10" dirty="0">
                <a:solidFill>
                  <a:schemeClr val="tx1"/>
                </a:solidFill>
                <a:latin typeface="Cambria"/>
                <a:cs typeface="Cambria"/>
              </a:rPr>
              <a:t>rebooted.</a:t>
            </a:r>
            <a:endParaRPr sz="1400" dirty="0">
              <a:solidFill>
                <a:schemeClr val="tx1"/>
              </a:solidFill>
              <a:latin typeface="Cambria"/>
              <a:cs typeface="Cambria"/>
            </a:endParaRPr>
          </a:p>
          <a:p>
            <a:pPr marL="457200" indent="-228600">
              <a:lnSpc>
                <a:spcPct val="100000"/>
              </a:lnSpc>
              <a:spcBef>
                <a:spcPts val="1170"/>
              </a:spcBef>
              <a:buFont typeface="Arial" panose="020B0604020202020204" pitchFamily="34" charset="0"/>
              <a:buChar char="•"/>
              <a:tabLst>
                <a:tab pos="5062220" algn="l"/>
              </a:tabLst>
            </a:pPr>
            <a:r>
              <a:rPr sz="1400" b="1" dirty="0" smtClean="0">
                <a:solidFill>
                  <a:srgbClr val="FF0000"/>
                </a:solidFill>
                <a:latin typeface="Cambria"/>
                <a:cs typeface="Cambria"/>
              </a:rPr>
              <a:t>/home</a:t>
            </a:r>
            <a:r>
              <a:rPr sz="1400" dirty="0">
                <a:solidFill>
                  <a:srgbClr val="9E856E"/>
                </a:solidFill>
                <a:latin typeface="Cambria"/>
                <a:cs typeface="Cambria"/>
              </a:rPr>
              <a:t>:</a:t>
            </a:r>
            <a:r>
              <a:rPr sz="1400" spc="100" dirty="0">
                <a:solidFill>
                  <a:srgbClr val="9E856E"/>
                </a:solidFill>
                <a:latin typeface="Cambria"/>
                <a:cs typeface="Cambria"/>
              </a:rPr>
              <a:t> </a:t>
            </a:r>
            <a:r>
              <a:rPr sz="1400" dirty="0">
                <a:solidFill>
                  <a:schemeClr val="tx1"/>
                </a:solidFill>
                <a:latin typeface="Cambria"/>
                <a:cs typeface="Cambria"/>
              </a:rPr>
              <a:t>Contains</a:t>
            </a:r>
            <a:r>
              <a:rPr sz="1400" spc="285" dirty="0">
                <a:solidFill>
                  <a:schemeClr val="tx1"/>
                </a:solidFill>
                <a:latin typeface="Cambria"/>
                <a:cs typeface="Cambria"/>
              </a:rPr>
              <a:t> </a:t>
            </a:r>
            <a:r>
              <a:rPr sz="1400" b="1" dirty="0">
                <a:solidFill>
                  <a:schemeClr val="tx1"/>
                </a:solidFill>
                <a:latin typeface="Cambria"/>
                <a:cs typeface="Cambria"/>
              </a:rPr>
              <a:t>user</a:t>
            </a:r>
            <a:r>
              <a:rPr sz="1400" b="1" spc="90" dirty="0">
                <a:solidFill>
                  <a:schemeClr val="tx1"/>
                </a:solidFill>
                <a:latin typeface="Cambria"/>
                <a:cs typeface="Cambria"/>
              </a:rPr>
              <a:t> </a:t>
            </a:r>
            <a:r>
              <a:rPr sz="1400" b="1" dirty="0">
                <a:solidFill>
                  <a:schemeClr val="tx1"/>
                </a:solidFill>
                <a:latin typeface="Cambria"/>
                <a:cs typeface="Cambria"/>
              </a:rPr>
              <a:t>home</a:t>
            </a:r>
            <a:r>
              <a:rPr sz="1400" b="1" spc="135" dirty="0">
                <a:solidFill>
                  <a:schemeClr val="tx1"/>
                </a:solidFill>
                <a:latin typeface="Cambria"/>
                <a:cs typeface="Cambria"/>
              </a:rPr>
              <a:t> </a:t>
            </a:r>
            <a:r>
              <a:rPr sz="1400" b="1" spc="-10" dirty="0" smtClean="0">
                <a:solidFill>
                  <a:schemeClr val="tx1"/>
                </a:solidFill>
                <a:latin typeface="Cambria"/>
                <a:cs typeface="Cambria"/>
              </a:rPr>
              <a:t>directories</a:t>
            </a:r>
            <a:endParaRPr sz="1400" b="1" dirty="0">
              <a:solidFill>
                <a:schemeClr val="tx1"/>
              </a:solidFill>
              <a:latin typeface="Cambria"/>
              <a:cs typeface="Cambria"/>
            </a:endParaRPr>
          </a:p>
        </p:txBody>
      </p:sp>
      <p:sp>
        <p:nvSpPr>
          <p:cNvPr id="16" name="Date Placeholder 15"/>
          <p:cNvSpPr>
            <a:spLocks noGrp="1"/>
          </p:cNvSpPr>
          <p:nvPr>
            <p:ph type="dt" sz="half" idx="6"/>
          </p:nvPr>
        </p:nvSpPr>
        <p:spPr/>
        <p:txBody>
          <a:bodyPr/>
          <a:lstStyle/>
          <a:p>
            <a:fld id="{AE1B8FB2-FD89-46F3-B9A7-4A49B58A66D9}"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337245" y="131762"/>
            <a:ext cx="4819015" cy="382156"/>
          </a:xfrm>
          <a:prstGeom prst="rect">
            <a:avLst/>
          </a:prstGeom>
        </p:spPr>
        <p:txBody>
          <a:bodyPr vert="horz" wrap="square" lIns="0" tIns="12700" rIns="0" bIns="0" rtlCol="0">
            <a:spAutoFit/>
          </a:bodyPr>
          <a:lstStyle/>
          <a:p>
            <a:pPr marL="191770">
              <a:lnSpc>
                <a:spcPct val="100000"/>
              </a:lnSpc>
              <a:spcBef>
                <a:spcPts val="100"/>
              </a:spcBef>
            </a:pPr>
            <a:r>
              <a:rPr lang="en-US" sz="2400" b="1" dirty="0">
                <a:solidFill>
                  <a:srgbClr val="FF0000"/>
                </a:solidFill>
                <a:latin typeface="Times New Roman"/>
                <a:cs typeface="Times New Roman"/>
              </a:rPr>
              <a:t>Linux</a:t>
            </a:r>
            <a:r>
              <a:rPr lang="en-US" sz="2400" b="1" spc="220" dirty="0">
                <a:solidFill>
                  <a:srgbClr val="FF0000"/>
                </a:solidFill>
                <a:latin typeface="Times New Roman"/>
                <a:cs typeface="Times New Roman"/>
              </a:rPr>
              <a:t> </a:t>
            </a:r>
            <a:r>
              <a:rPr lang="en-US" sz="2400" b="1" dirty="0">
                <a:solidFill>
                  <a:srgbClr val="FF0000"/>
                </a:solidFill>
                <a:latin typeface="Times New Roman"/>
                <a:cs typeface="Times New Roman"/>
              </a:rPr>
              <a:t>File</a:t>
            </a:r>
            <a:r>
              <a:rPr lang="en-US" sz="2400" b="1" spc="85" dirty="0">
                <a:solidFill>
                  <a:srgbClr val="FF0000"/>
                </a:solidFill>
                <a:latin typeface="Times New Roman"/>
                <a:cs typeface="Times New Roman"/>
              </a:rPr>
              <a:t> </a:t>
            </a:r>
            <a:r>
              <a:rPr lang="en-US" sz="2400" b="1" spc="-10" dirty="0">
                <a:solidFill>
                  <a:srgbClr val="FF0000"/>
                </a:solidFill>
                <a:latin typeface="Times New Roman"/>
                <a:cs typeface="Times New Roman"/>
              </a:rPr>
              <a:t>System …</a:t>
            </a:r>
            <a:endParaRPr sz="2400" dirty="0">
              <a:latin typeface="Times New Roman"/>
              <a:cs typeface="Times New Roman"/>
            </a:endParaRPr>
          </a:p>
        </p:txBody>
      </p:sp>
      <p:sp>
        <p:nvSpPr>
          <p:cNvPr id="5" name="object 5"/>
          <p:cNvSpPr txBox="1"/>
          <p:nvPr/>
        </p:nvSpPr>
        <p:spPr>
          <a:xfrm>
            <a:off x="76200" y="828675"/>
            <a:ext cx="5994400" cy="3057247"/>
          </a:xfrm>
          <a:prstGeom prst="rect">
            <a:avLst/>
          </a:prstGeom>
        </p:spPr>
        <p:txBody>
          <a:bodyPr vert="horz" wrap="square" lIns="0" tIns="12700" rIns="0" bIns="0" rtlCol="0">
            <a:spAutoFit/>
          </a:bodyPr>
          <a:lstStyle/>
          <a:p>
            <a:pPr marL="12700">
              <a:lnSpc>
                <a:spcPct val="100000"/>
              </a:lnSpc>
              <a:spcBef>
                <a:spcPts val="100"/>
              </a:spcBef>
            </a:pPr>
            <a:r>
              <a:rPr lang="en-US" b="1" spc="-10" dirty="0" smtClean="0">
                <a:solidFill>
                  <a:srgbClr val="FF0000"/>
                </a:solidFill>
                <a:latin typeface="Times New Roman"/>
                <a:cs typeface="Times New Roman"/>
              </a:rPr>
              <a:t>File System Types</a:t>
            </a:r>
            <a:endParaRPr b="1" dirty="0">
              <a:solidFill>
                <a:srgbClr val="FF0000"/>
              </a:solidFill>
              <a:latin typeface="Times New Roman"/>
              <a:cs typeface="Times New Roman"/>
            </a:endParaRPr>
          </a:p>
          <a:p>
            <a:pPr marL="89535">
              <a:lnSpc>
                <a:spcPct val="100000"/>
              </a:lnSpc>
              <a:spcBef>
                <a:spcPts val="1100"/>
              </a:spcBef>
            </a:pPr>
            <a:r>
              <a:rPr sz="1600" dirty="0">
                <a:solidFill>
                  <a:srgbClr val="1D1D1D"/>
                </a:solidFill>
                <a:latin typeface="Times New Roman"/>
                <a:cs typeface="Times New Roman"/>
              </a:rPr>
              <a:t>Linux</a:t>
            </a:r>
            <a:r>
              <a:rPr sz="1600" spc="60" dirty="0">
                <a:solidFill>
                  <a:srgbClr val="1D1D1D"/>
                </a:solidFill>
                <a:latin typeface="Times New Roman"/>
                <a:cs typeface="Times New Roman"/>
              </a:rPr>
              <a:t> </a:t>
            </a:r>
            <a:r>
              <a:rPr sz="1600" spc="50" dirty="0">
                <a:latin typeface="Times New Roman"/>
                <a:cs typeface="Times New Roman"/>
              </a:rPr>
              <a:t>supports</a:t>
            </a:r>
            <a:r>
              <a:rPr sz="1600" spc="120" dirty="0">
                <a:latin typeface="Times New Roman"/>
                <a:cs typeface="Times New Roman"/>
              </a:rPr>
              <a:t> </a:t>
            </a:r>
            <a:r>
              <a:rPr sz="1600" dirty="0">
                <a:latin typeface="Times New Roman"/>
                <a:cs typeface="Times New Roman"/>
              </a:rPr>
              <a:t>several</a:t>
            </a:r>
            <a:r>
              <a:rPr sz="1600" spc="75" dirty="0">
                <a:latin typeface="Times New Roman"/>
                <a:cs typeface="Times New Roman"/>
              </a:rPr>
              <a:t> </a:t>
            </a:r>
            <a:r>
              <a:rPr sz="1600" dirty="0">
                <a:latin typeface="Times New Roman"/>
                <a:cs typeface="Times New Roman"/>
              </a:rPr>
              <a:t>file</a:t>
            </a:r>
            <a:r>
              <a:rPr sz="1600" spc="85" dirty="0">
                <a:latin typeface="Times New Roman"/>
                <a:cs typeface="Times New Roman"/>
              </a:rPr>
              <a:t> </a:t>
            </a:r>
            <a:r>
              <a:rPr sz="1600" dirty="0">
                <a:latin typeface="Times New Roman"/>
                <a:cs typeface="Times New Roman"/>
              </a:rPr>
              <a:t>system</a:t>
            </a:r>
            <a:r>
              <a:rPr sz="1600" spc="190" dirty="0">
                <a:latin typeface="Times New Roman"/>
                <a:cs typeface="Times New Roman"/>
              </a:rPr>
              <a:t> </a:t>
            </a:r>
            <a:r>
              <a:rPr sz="1600" dirty="0">
                <a:solidFill>
                  <a:srgbClr val="111111"/>
                </a:solidFill>
                <a:latin typeface="Times New Roman"/>
                <a:cs typeface="Times New Roman"/>
              </a:rPr>
              <a:t>types,</a:t>
            </a:r>
            <a:r>
              <a:rPr sz="1600" spc="35" dirty="0">
                <a:solidFill>
                  <a:srgbClr val="111111"/>
                </a:solidFill>
                <a:latin typeface="Times New Roman"/>
                <a:cs typeface="Times New Roman"/>
              </a:rPr>
              <a:t> </a:t>
            </a:r>
            <a:r>
              <a:rPr sz="1600" spc="-10" dirty="0">
                <a:latin typeface="Times New Roman"/>
                <a:cs typeface="Times New Roman"/>
              </a:rPr>
              <a:t>including:</a:t>
            </a:r>
            <a:endParaRPr sz="1600" dirty="0">
              <a:latin typeface="Times New Roman"/>
              <a:cs typeface="Times New Roman"/>
            </a:endParaRPr>
          </a:p>
          <a:p>
            <a:pPr marL="457200" indent="-228600">
              <a:lnSpc>
                <a:spcPct val="100000"/>
              </a:lnSpc>
              <a:spcBef>
                <a:spcPts val="1110"/>
              </a:spcBef>
              <a:buFont typeface="Arial" panose="020B0604020202020204" pitchFamily="34" charset="0"/>
              <a:buChar char="•"/>
            </a:pPr>
            <a:r>
              <a:rPr sz="1600" b="1" dirty="0" smtClean="0">
                <a:solidFill>
                  <a:srgbClr val="FF0000"/>
                </a:solidFill>
                <a:latin typeface="Times New Roman"/>
                <a:cs typeface="Times New Roman"/>
              </a:rPr>
              <a:t>ext4</a:t>
            </a:r>
            <a:r>
              <a:rPr sz="1600" dirty="0">
                <a:solidFill>
                  <a:srgbClr val="895644"/>
                </a:solidFill>
                <a:latin typeface="Times New Roman"/>
                <a:cs typeface="Times New Roman"/>
              </a:rPr>
              <a:t>:</a:t>
            </a:r>
            <a:r>
              <a:rPr sz="1600" spc="114" dirty="0">
                <a:solidFill>
                  <a:srgbClr val="895644"/>
                </a:solidFill>
                <a:latin typeface="Times New Roman"/>
                <a:cs typeface="Times New Roman"/>
              </a:rPr>
              <a:t> </a:t>
            </a:r>
            <a:r>
              <a:rPr sz="1600" dirty="0">
                <a:solidFill>
                  <a:schemeClr val="tx1"/>
                </a:solidFill>
                <a:latin typeface="Times New Roman"/>
                <a:cs typeface="Times New Roman"/>
              </a:rPr>
              <a:t>the</a:t>
            </a:r>
            <a:r>
              <a:rPr sz="1600" spc="75" dirty="0">
                <a:solidFill>
                  <a:schemeClr val="tx1"/>
                </a:solidFill>
                <a:latin typeface="Times New Roman"/>
                <a:cs typeface="Times New Roman"/>
              </a:rPr>
              <a:t> </a:t>
            </a:r>
            <a:r>
              <a:rPr sz="1600" dirty="0">
                <a:solidFill>
                  <a:schemeClr val="tx1"/>
                </a:solidFill>
                <a:latin typeface="Times New Roman"/>
                <a:cs typeface="Times New Roman"/>
              </a:rPr>
              <a:t>default</a:t>
            </a:r>
            <a:r>
              <a:rPr sz="1600" spc="145" dirty="0">
                <a:solidFill>
                  <a:schemeClr val="tx1"/>
                </a:solidFill>
                <a:latin typeface="Times New Roman"/>
                <a:cs typeface="Times New Roman"/>
              </a:rPr>
              <a:t> </a:t>
            </a:r>
            <a:r>
              <a:rPr sz="1600" dirty="0">
                <a:solidFill>
                  <a:schemeClr val="tx1"/>
                </a:solidFill>
                <a:latin typeface="Times New Roman"/>
                <a:cs typeface="Times New Roman"/>
              </a:rPr>
              <a:t>file</a:t>
            </a:r>
            <a:r>
              <a:rPr sz="1600" spc="50" dirty="0">
                <a:solidFill>
                  <a:schemeClr val="tx1"/>
                </a:solidFill>
                <a:latin typeface="Times New Roman"/>
                <a:cs typeface="Times New Roman"/>
              </a:rPr>
              <a:t> </a:t>
            </a:r>
            <a:r>
              <a:rPr sz="1600" dirty="0">
                <a:solidFill>
                  <a:schemeClr val="tx1"/>
                </a:solidFill>
                <a:latin typeface="Times New Roman"/>
                <a:cs typeface="Times New Roman"/>
              </a:rPr>
              <a:t>system</a:t>
            </a:r>
            <a:r>
              <a:rPr sz="1600" spc="175" dirty="0">
                <a:solidFill>
                  <a:schemeClr val="tx1"/>
                </a:solidFill>
                <a:latin typeface="Times New Roman"/>
                <a:cs typeface="Times New Roman"/>
              </a:rPr>
              <a:t> </a:t>
            </a:r>
            <a:r>
              <a:rPr sz="1600" dirty="0">
                <a:solidFill>
                  <a:schemeClr val="tx1"/>
                </a:solidFill>
                <a:latin typeface="Times New Roman"/>
                <a:cs typeface="Times New Roman"/>
              </a:rPr>
              <a:t>for</a:t>
            </a:r>
            <a:r>
              <a:rPr sz="1600" spc="175" dirty="0">
                <a:solidFill>
                  <a:schemeClr val="tx1"/>
                </a:solidFill>
                <a:latin typeface="Times New Roman"/>
                <a:cs typeface="Times New Roman"/>
              </a:rPr>
              <a:t> </a:t>
            </a:r>
            <a:r>
              <a:rPr lang="en-US" sz="1600" spc="150" dirty="0">
                <a:solidFill>
                  <a:schemeClr val="tx1"/>
                </a:solidFill>
                <a:latin typeface="Times New Roman"/>
                <a:cs typeface="Times New Roman"/>
              </a:rPr>
              <a:t>m</a:t>
            </a:r>
            <a:r>
              <a:rPr sz="1600" spc="150" dirty="0" smtClean="0">
                <a:solidFill>
                  <a:schemeClr val="tx1"/>
                </a:solidFill>
                <a:latin typeface="Times New Roman"/>
                <a:cs typeface="Times New Roman"/>
              </a:rPr>
              <a:t>ost</a:t>
            </a:r>
            <a:r>
              <a:rPr sz="1600" spc="80" dirty="0" smtClean="0">
                <a:solidFill>
                  <a:schemeClr val="tx1"/>
                </a:solidFill>
                <a:latin typeface="Times New Roman"/>
                <a:cs typeface="Times New Roman"/>
              </a:rPr>
              <a:t> </a:t>
            </a:r>
            <a:r>
              <a:rPr sz="1600" b="1" spc="65" dirty="0">
                <a:solidFill>
                  <a:srgbClr val="FF0000"/>
                </a:solidFill>
                <a:latin typeface="Times New Roman"/>
                <a:cs typeface="Times New Roman"/>
              </a:rPr>
              <a:t>modern</a:t>
            </a:r>
            <a:r>
              <a:rPr sz="1600" spc="160" dirty="0">
                <a:solidFill>
                  <a:schemeClr val="tx1"/>
                </a:solidFill>
                <a:latin typeface="Times New Roman"/>
                <a:cs typeface="Times New Roman"/>
              </a:rPr>
              <a:t> </a:t>
            </a:r>
            <a:r>
              <a:rPr sz="1600" dirty="0">
                <a:solidFill>
                  <a:schemeClr val="tx1"/>
                </a:solidFill>
                <a:latin typeface="Times New Roman"/>
                <a:cs typeface="Times New Roman"/>
              </a:rPr>
              <a:t>Linux</a:t>
            </a:r>
            <a:r>
              <a:rPr sz="1600" spc="215" dirty="0">
                <a:solidFill>
                  <a:schemeClr val="tx1"/>
                </a:solidFill>
                <a:latin typeface="Times New Roman"/>
                <a:cs typeface="Times New Roman"/>
              </a:rPr>
              <a:t> </a:t>
            </a:r>
            <a:r>
              <a:rPr sz="1600" spc="-10" dirty="0" smtClean="0">
                <a:solidFill>
                  <a:schemeClr val="tx1"/>
                </a:solidFill>
                <a:latin typeface="Times New Roman"/>
                <a:cs typeface="Times New Roman"/>
              </a:rPr>
              <a:t>distributions.</a:t>
            </a:r>
            <a:endParaRPr sz="1600" dirty="0" smtClean="0">
              <a:solidFill>
                <a:schemeClr val="tx1"/>
              </a:solidFill>
              <a:latin typeface="Times New Roman"/>
              <a:cs typeface="Times New Roman"/>
            </a:endParaRPr>
          </a:p>
          <a:p>
            <a:pPr marL="457200" indent="-228600">
              <a:lnSpc>
                <a:spcPct val="100000"/>
              </a:lnSpc>
              <a:spcBef>
                <a:spcPts val="1035"/>
              </a:spcBef>
              <a:buClr>
                <a:srgbClr val="F90500"/>
              </a:buClr>
              <a:buFont typeface="Arial" panose="020B0604020202020204" pitchFamily="34" charset="0"/>
              <a:buChar char="•"/>
              <a:tabLst>
                <a:tab pos="396875" algn="l"/>
              </a:tabLst>
            </a:pPr>
            <a:r>
              <a:rPr sz="1600" b="1" spc="-110" dirty="0" smtClean="0">
                <a:solidFill>
                  <a:srgbClr val="FF0000"/>
                </a:solidFill>
                <a:latin typeface="Times New Roman"/>
                <a:cs typeface="Times New Roman"/>
              </a:rPr>
              <a:t>X</a:t>
            </a:r>
            <a:r>
              <a:rPr lang="en-US" sz="1600" b="1" spc="-110" dirty="0" smtClean="0">
                <a:solidFill>
                  <a:srgbClr val="FF0000"/>
                </a:solidFill>
                <a:latin typeface="Times New Roman"/>
                <a:cs typeface="Times New Roman"/>
              </a:rPr>
              <a:t>F</a:t>
            </a:r>
            <a:r>
              <a:rPr sz="1600" b="1" spc="-110" dirty="0" smtClean="0">
                <a:solidFill>
                  <a:srgbClr val="FF0000"/>
                </a:solidFill>
                <a:latin typeface="Times New Roman"/>
                <a:cs typeface="Times New Roman"/>
              </a:rPr>
              <a:t>S</a:t>
            </a:r>
            <a:r>
              <a:rPr sz="1600" spc="-110" dirty="0" smtClean="0">
                <a:solidFill>
                  <a:srgbClr val="973634"/>
                </a:solidFill>
                <a:latin typeface="Times New Roman"/>
                <a:cs typeface="Times New Roman"/>
              </a:rPr>
              <a:t>:</a:t>
            </a:r>
            <a:r>
              <a:rPr sz="1600" spc="10" dirty="0" smtClean="0">
                <a:solidFill>
                  <a:srgbClr val="973634"/>
                </a:solidFill>
                <a:latin typeface="Times New Roman"/>
                <a:cs typeface="Times New Roman"/>
              </a:rPr>
              <a:t> </a:t>
            </a:r>
            <a:r>
              <a:rPr sz="1600" dirty="0" smtClean="0">
                <a:latin typeface="Times New Roman"/>
                <a:cs typeface="Times New Roman"/>
              </a:rPr>
              <a:t>a</a:t>
            </a:r>
            <a:r>
              <a:rPr sz="1600" spc="-45" dirty="0" smtClean="0">
                <a:latin typeface="Times New Roman"/>
                <a:cs typeface="Times New Roman"/>
              </a:rPr>
              <a:t> </a:t>
            </a:r>
            <a:r>
              <a:rPr sz="1600" spc="-40" dirty="0" smtClean="0">
                <a:latin typeface="Times New Roman"/>
                <a:cs typeface="Times New Roman"/>
              </a:rPr>
              <a:t>high-</a:t>
            </a:r>
            <a:r>
              <a:rPr sz="1600" spc="-35" dirty="0" smtClean="0">
                <a:latin typeface="Times New Roman"/>
                <a:cs typeface="Times New Roman"/>
              </a:rPr>
              <a:t>performance</a:t>
            </a:r>
            <a:r>
              <a:rPr sz="1600" spc="-40" dirty="0" smtClean="0">
                <a:latin typeface="Times New Roman"/>
                <a:cs typeface="Times New Roman"/>
              </a:rPr>
              <a:t> </a:t>
            </a:r>
            <a:r>
              <a:rPr sz="1600" spc="-60" dirty="0" smtClean="0">
                <a:solidFill>
                  <a:srgbClr val="383838"/>
                </a:solidFill>
                <a:latin typeface="Times New Roman"/>
                <a:cs typeface="Times New Roman"/>
              </a:rPr>
              <a:t>file</a:t>
            </a:r>
            <a:r>
              <a:rPr sz="1600" spc="-40" dirty="0" smtClean="0">
                <a:solidFill>
                  <a:srgbClr val="383838"/>
                </a:solidFill>
                <a:latin typeface="Times New Roman"/>
                <a:cs typeface="Times New Roman"/>
              </a:rPr>
              <a:t> </a:t>
            </a:r>
            <a:r>
              <a:rPr sz="1600" spc="-55" dirty="0" smtClean="0">
                <a:solidFill>
                  <a:srgbClr val="080808"/>
                </a:solidFill>
                <a:latin typeface="Times New Roman"/>
                <a:cs typeface="Times New Roman"/>
              </a:rPr>
              <a:t>system</a:t>
            </a:r>
            <a:r>
              <a:rPr sz="1600" spc="105" dirty="0" smtClean="0">
                <a:solidFill>
                  <a:srgbClr val="080808"/>
                </a:solidFill>
                <a:latin typeface="Times New Roman"/>
                <a:cs typeface="Times New Roman"/>
              </a:rPr>
              <a:t> </a:t>
            </a:r>
            <a:r>
              <a:rPr sz="1600" spc="-40" dirty="0" smtClean="0">
                <a:solidFill>
                  <a:srgbClr val="212121"/>
                </a:solidFill>
                <a:latin typeface="Times New Roman"/>
                <a:cs typeface="Times New Roman"/>
              </a:rPr>
              <a:t>designed</a:t>
            </a:r>
            <a:r>
              <a:rPr sz="1600" spc="95" dirty="0" smtClean="0">
                <a:solidFill>
                  <a:srgbClr val="212121"/>
                </a:solidFill>
                <a:latin typeface="Times New Roman"/>
                <a:cs typeface="Times New Roman"/>
              </a:rPr>
              <a:t> </a:t>
            </a:r>
            <a:r>
              <a:rPr sz="1600" dirty="0" smtClean="0">
                <a:solidFill>
                  <a:srgbClr val="1A1A1A"/>
                </a:solidFill>
                <a:latin typeface="Times New Roman"/>
                <a:cs typeface="Times New Roman"/>
              </a:rPr>
              <a:t>for</a:t>
            </a:r>
            <a:r>
              <a:rPr sz="1600" spc="-65" dirty="0" smtClean="0">
                <a:solidFill>
                  <a:srgbClr val="1A1A1A"/>
                </a:solidFill>
                <a:latin typeface="Times New Roman"/>
                <a:cs typeface="Times New Roman"/>
              </a:rPr>
              <a:t> </a:t>
            </a:r>
            <a:r>
              <a:rPr sz="1600" spc="-75" dirty="0" smtClean="0">
                <a:latin typeface="Times New Roman"/>
                <a:cs typeface="Times New Roman"/>
              </a:rPr>
              <a:t>large-</a:t>
            </a:r>
            <a:r>
              <a:rPr sz="1600" spc="-10" dirty="0" smtClean="0">
                <a:latin typeface="Times New Roman"/>
                <a:cs typeface="Times New Roman"/>
              </a:rPr>
              <a:t>scale</a:t>
            </a:r>
            <a:r>
              <a:rPr lang="en-US" sz="1600" spc="-10" dirty="0" smtClean="0">
                <a:latin typeface="Times New Roman"/>
                <a:cs typeface="Times New Roman"/>
              </a:rPr>
              <a:t> environment</a:t>
            </a:r>
            <a:endParaRPr sz="1600" dirty="0" smtClean="0">
              <a:latin typeface="Times New Roman"/>
              <a:cs typeface="Times New Roman"/>
            </a:endParaRPr>
          </a:p>
          <a:p>
            <a:pPr marL="457200" indent="-228600">
              <a:lnSpc>
                <a:spcPct val="100000"/>
              </a:lnSpc>
              <a:buFont typeface="Arial" panose="020B0604020202020204" pitchFamily="34" charset="0"/>
              <a:buChar char="•"/>
            </a:pPr>
            <a:r>
              <a:rPr sz="1600" b="1" dirty="0" err="1" smtClean="0">
                <a:solidFill>
                  <a:srgbClr val="FF0000"/>
                </a:solidFill>
                <a:latin typeface="Cambria"/>
                <a:cs typeface="Cambria"/>
              </a:rPr>
              <a:t>btrfs</a:t>
            </a:r>
            <a:r>
              <a:rPr sz="1600" dirty="0">
                <a:solidFill>
                  <a:srgbClr val="896B59"/>
                </a:solidFill>
                <a:latin typeface="Cambria"/>
                <a:cs typeface="Cambria"/>
              </a:rPr>
              <a:t>:</a:t>
            </a:r>
            <a:r>
              <a:rPr sz="1600" spc="75" dirty="0">
                <a:solidFill>
                  <a:srgbClr val="896B59"/>
                </a:solidFill>
                <a:latin typeface="Cambria"/>
                <a:cs typeface="Cambria"/>
              </a:rPr>
              <a:t> </a:t>
            </a:r>
            <a:r>
              <a:rPr sz="1600" dirty="0">
                <a:solidFill>
                  <a:srgbClr val="2A2A2A"/>
                </a:solidFill>
                <a:latin typeface="Cambria"/>
                <a:cs typeface="Cambria"/>
              </a:rPr>
              <a:t>a</a:t>
            </a:r>
            <a:r>
              <a:rPr sz="1600" spc="35" dirty="0">
                <a:solidFill>
                  <a:srgbClr val="2A2A2A"/>
                </a:solidFill>
                <a:latin typeface="Cambria"/>
                <a:cs typeface="Cambria"/>
              </a:rPr>
              <a:t> </a:t>
            </a:r>
            <a:r>
              <a:rPr sz="1600" dirty="0">
                <a:latin typeface="Cambria"/>
                <a:cs typeface="Cambria"/>
              </a:rPr>
              <a:t>modern</a:t>
            </a:r>
            <a:r>
              <a:rPr sz="1600" spc="165" dirty="0">
                <a:latin typeface="Cambria"/>
                <a:cs typeface="Cambria"/>
              </a:rPr>
              <a:t> </a:t>
            </a:r>
            <a:r>
              <a:rPr sz="1600" dirty="0">
                <a:solidFill>
                  <a:srgbClr val="080808"/>
                </a:solidFill>
                <a:latin typeface="Cambria"/>
                <a:cs typeface="Cambria"/>
              </a:rPr>
              <a:t>file</a:t>
            </a:r>
            <a:r>
              <a:rPr sz="1600" spc="30" dirty="0">
                <a:solidFill>
                  <a:srgbClr val="080808"/>
                </a:solidFill>
                <a:latin typeface="Cambria"/>
                <a:cs typeface="Cambria"/>
              </a:rPr>
              <a:t> </a:t>
            </a:r>
            <a:r>
              <a:rPr sz="1600" dirty="0">
                <a:latin typeface="Cambria"/>
                <a:cs typeface="Cambria"/>
              </a:rPr>
              <a:t>systcm</a:t>
            </a:r>
            <a:r>
              <a:rPr sz="1600" spc="114" dirty="0">
                <a:latin typeface="Cambria"/>
                <a:cs typeface="Cambria"/>
              </a:rPr>
              <a:t> </a:t>
            </a:r>
            <a:r>
              <a:rPr sz="1600" dirty="0">
                <a:latin typeface="Cambria"/>
                <a:cs typeface="Cambria"/>
              </a:rPr>
              <a:t>that</a:t>
            </a:r>
            <a:r>
              <a:rPr sz="1600" spc="120" dirty="0">
                <a:latin typeface="Cambria"/>
                <a:cs typeface="Cambria"/>
              </a:rPr>
              <a:t> </a:t>
            </a:r>
            <a:r>
              <a:rPr sz="1600" dirty="0">
                <a:solidFill>
                  <a:srgbClr val="080808"/>
                </a:solidFill>
                <a:latin typeface="Cambria"/>
                <a:cs typeface="Cambria"/>
              </a:rPr>
              <a:t>supports</a:t>
            </a:r>
            <a:r>
              <a:rPr sz="1600" spc="145" dirty="0">
                <a:solidFill>
                  <a:srgbClr val="080808"/>
                </a:solidFill>
                <a:latin typeface="Cambria"/>
                <a:cs typeface="Cambria"/>
              </a:rPr>
              <a:t> </a:t>
            </a:r>
            <a:r>
              <a:rPr sz="1600" spc="-10" dirty="0">
                <a:latin typeface="Cambria"/>
                <a:cs typeface="Cambria"/>
              </a:rPr>
              <a:t>features</a:t>
            </a:r>
            <a:r>
              <a:rPr sz="1600" spc="155" dirty="0">
                <a:latin typeface="Cambria"/>
                <a:cs typeface="Cambria"/>
              </a:rPr>
              <a:t> </a:t>
            </a:r>
            <a:r>
              <a:rPr sz="1600" dirty="0">
                <a:solidFill>
                  <a:srgbClr val="1F1F1F"/>
                </a:solidFill>
                <a:latin typeface="Cambria"/>
                <a:cs typeface="Cambria"/>
              </a:rPr>
              <a:t>such</a:t>
            </a:r>
            <a:r>
              <a:rPr sz="1600" spc="140" dirty="0">
                <a:solidFill>
                  <a:srgbClr val="1F1F1F"/>
                </a:solidFill>
                <a:latin typeface="Cambria"/>
                <a:cs typeface="Cambria"/>
              </a:rPr>
              <a:t> </a:t>
            </a:r>
            <a:r>
              <a:rPr sz="1600" spc="-25" dirty="0" smtClean="0">
                <a:solidFill>
                  <a:srgbClr val="1A1A1A"/>
                </a:solidFill>
                <a:latin typeface="Cambria"/>
                <a:cs typeface="Cambria"/>
              </a:rPr>
              <a:t>us</a:t>
            </a:r>
            <a:r>
              <a:rPr lang="en-US" sz="1600" spc="-25" dirty="0" smtClean="0">
                <a:solidFill>
                  <a:srgbClr val="1A1A1A"/>
                </a:solidFill>
                <a:latin typeface="Cambria"/>
                <a:cs typeface="Cambria"/>
              </a:rPr>
              <a:t> </a:t>
            </a:r>
            <a:r>
              <a:rPr sz="1600" spc="-25" dirty="0" smtClean="0">
                <a:solidFill>
                  <a:srgbClr val="FF0000"/>
                </a:solidFill>
                <a:latin typeface="Cambria"/>
                <a:cs typeface="Cambria"/>
              </a:rPr>
              <a:t>snapshots</a:t>
            </a:r>
            <a:r>
              <a:rPr sz="1600" spc="65" dirty="0" smtClean="0">
                <a:solidFill>
                  <a:srgbClr val="080808"/>
                </a:solidFill>
                <a:latin typeface="Cambria"/>
                <a:cs typeface="Cambria"/>
              </a:rPr>
              <a:t> </a:t>
            </a:r>
            <a:r>
              <a:rPr sz="1600" dirty="0">
                <a:latin typeface="Cambria"/>
                <a:cs typeface="Cambria"/>
              </a:rPr>
              <a:t>and</a:t>
            </a:r>
            <a:r>
              <a:rPr sz="1600" spc="-45" dirty="0">
                <a:latin typeface="Cambria"/>
                <a:cs typeface="Cambria"/>
              </a:rPr>
              <a:t> </a:t>
            </a:r>
            <a:r>
              <a:rPr sz="1600" spc="-10" dirty="0">
                <a:solidFill>
                  <a:srgbClr val="FF0000"/>
                </a:solidFill>
                <a:latin typeface="Cambria"/>
                <a:cs typeface="Cambria"/>
              </a:rPr>
              <a:t>compression</a:t>
            </a:r>
            <a:r>
              <a:rPr sz="1600" spc="-10" dirty="0">
                <a:latin typeface="Cambria"/>
                <a:cs typeface="Cambria"/>
              </a:rPr>
              <a:t>.</a:t>
            </a:r>
            <a:endParaRPr sz="1600" dirty="0">
              <a:latin typeface="Cambria"/>
              <a:cs typeface="Cambria"/>
            </a:endParaRPr>
          </a:p>
          <a:p>
            <a:pPr marL="457200" indent="-228600">
              <a:lnSpc>
                <a:spcPct val="100000"/>
              </a:lnSpc>
              <a:spcBef>
                <a:spcPts val="1135"/>
              </a:spcBef>
              <a:buClr>
                <a:srgbClr val="FB0000"/>
              </a:buClr>
              <a:buFont typeface="Arial" panose="020B0604020202020204" pitchFamily="34" charset="0"/>
              <a:buChar char="•"/>
              <a:tabLst>
                <a:tab pos="386715" algn="l"/>
              </a:tabLst>
            </a:pPr>
            <a:r>
              <a:rPr sz="1600" b="1" spc="70" dirty="0">
                <a:solidFill>
                  <a:srgbClr val="FF0000"/>
                </a:solidFill>
                <a:latin typeface="Cambria"/>
                <a:cs typeface="Cambria"/>
              </a:rPr>
              <a:t>NTFS</a:t>
            </a:r>
            <a:r>
              <a:rPr sz="1600" spc="70" dirty="0">
                <a:latin typeface="Cambria"/>
                <a:cs typeface="Cambria"/>
              </a:rPr>
              <a:t>:</a:t>
            </a:r>
            <a:r>
              <a:rPr sz="1600" spc="-65" dirty="0">
                <a:latin typeface="Cambria"/>
                <a:cs typeface="Cambria"/>
              </a:rPr>
              <a:t> </a:t>
            </a:r>
            <a:r>
              <a:rPr sz="1600" dirty="0">
                <a:solidFill>
                  <a:schemeClr val="tx1"/>
                </a:solidFill>
                <a:latin typeface="Cambria"/>
                <a:cs typeface="Cambria"/>
              </a:rPr>
              <a:t>a</a:t>
            </a:r>
            <a:r>
              <a:rPr sz="1600" spc="-40" dirty="0">
                <a:solidFill>
                  <a:schemeClr val="tx1"/>
                </a:solidFill>
                <a:latin typeface="Cambria"/>
                <a:cs typeface="Cambria"/>
              </a:rPr>
              <a:t> </a:t>
            </a:r>
            <a:r>
              <a:rPr sz="1600" spc="-10" dirty="0">
                <a:solidFill>
                  <a:schemeClr val="tx1"/>
                </a:solidFill>
                <a:latin typeface="Cambria"/>
                <a:cs typeface="Cambria"/>
              </a:rPr>
              <a:t>file</a:t>
            </a:r>
            <a:r>
              <a:rPr sz="1600" spc="15" dirty="0">
                <a:solidFill>
                  <a:schemeClr val="tx1"/>
                </a:solidFill>
                <a:latin typeface="Cambria"/>
                <a:cs typeface="Cambria"/>
              </a:rPr>
              <a:t> </a:t>
            </a:r>
            <a:r>
              <a:rPr sz="1600" spc="-65" dirty="0">
                <a:solidFill>
                  <a:schemeClr val="tx1"/>
                </a:solidFill>
                <a:latin typeface="Cambria"/>
                <a:cs typeface="Cambria"/>
              </a:rPr>
              <a:t>system</a:t>
            </a:r>
            <a:r>
              <a:rPr sz="1600" spc="15" dirty="0">
                <a:solidFill>
                  <a:schemeClr val="tx1"/>
                </a:solidFill>
                <a:latin typeface="Cambria"/>
                <a:cs typeface="Cambria"/>
              </a:rPr>
              <a:t> </a:t>
            </a:r>
            <a:r>
              <a:rPr sz="1600" spc="-35" dirty="0">
                <a:solidFill>
                  <a:schemeClr val="tx1"/>
                </a:solidFill>
                <a:latin typeface="Cambria"/>
                <a:cs typeface="Cambria"/>
              </a:rPr>
              <a:t>used</a:t>
            </a:r>
            <a:r>
              <a:rPr sz="1600" dirty="0">
                <a:solidFill>
                  <a:schemeClr val="tx1"/>
                </a:solidFill>
                <a:latin typeface="Cambria"/>
                <a:cs typeface="Cambria"/>
              </a:rPr>
              <a:t> by</a:t>
            </a:r>
            <a:r>
              <a:rPr sz="1600" spc="40" dirty="0">
                <a:solidFill>
                  <a:schemeClr val="tx1"/>
                </a:solidFill>
                <a:latin typeface="Cambria"/>
                <a:cs typeface="Cambria"/>
              </a:rPr>
              <a:t> </a:t>
            </a:r>
            <a:r>
              <a:rPr sz="1600" spc="-40" dirty="0">
                <a:solidFill>
                  <a:srgbClr val="FF0000"/>
                </a:solidFill>
                <a:latin typeface="Cambria"/>
                <a:cs typeface="Cambria"/>
              </a:rPr>
              <a:t>Windows</a:t>
            </a:r>
            <a:r>
              <a:rPr sz="1600" spc="80" dirty="0">
                <a:solidFill>
                  <a:schemeClr val="tx1"/>
                </a:solidFill>
                <a:latin typeface="Cambria"/>
                <a:cs typeface="Cambria"/>
              </a:rPr>
              <a:t> </a:t>
            </a:r>
            <a:r>
              <a:rPr sz="1600" spc="-75" dirty="0">
                <a:solidFill>
                  <a:schemeClr val="tx1"/>
                </a:solidFill>
                <a:latin typeface="Cambria"/>
                <a:cs typeface="Cambria"/>
              </a:rPr>
              <a:t>that</a:t>
            </a:r>
            <a:r>
              <a:rPr sz="1600" spc="-10" dirty="0">
                <a:solidFill>
                  <a:schemeClr val="tx1"/>
                </a:solidFill>
                <a:latin typeface="Cambria"/>
                <a:cs typeface="Cambria"/>
              </a:rPr>
              <a:t> </a:t>
            </a:r>
            <a:r>
              <a:rPr sz="1600" dirty="0">
                <a:solidFill>
                  <a:schemeClr val="tx1"/>
                </a:solidFill>
                <a:latin typeface="Cambria"/>
                <a:cs typeface="Cambria"/>
              </a:rPr>
              <a:t>can</a:t>
            </a:r>
            <a:r>
              <a:rPr sz="1600" spc="-10" dirty="0">
                <a:solidFill>
                  <a:schemeClr val="tx1"/>
                </a:solidFill>
                <a:latin typeface="Cambria"/>
                <a:cs typeface="Cambria"/>
              </a:rPr>
              <a:t> </a:t>
            </a:r>
            <a:r>
              <a:rPr sz="1600" dirty="0">
                <a:solidFill>
                  <a:schemeClr val="tx1"/>
                </a:solidFill>
                <a:latin typeface="Cambria"/>
                <a:cs typeface="Cambria"/>
              </a:rPr>
              <a:t>be</a:t>
            </a:r>
            <a:r>
              <a:rPr sz="1600" spc="-50" dirty="0">
                <a:solidFill>
                  <a:schemeClr val="tx1"/>
                </a:solidFill>
                <a:latin typeface="Cambria"/>
                <a:cs typeface="Cambria"/>
              </a:rPr>
              <a:t> </a:t>
            </a:r>
            <a:r>
              <a:rPr sz="1600" spc="-35" dirty="0">
                <a:solidFill>
                  <a:schemeClr val="tx1"/>
                </a:solidFill>
                <a:latin typeface="Cambria"/>
                <a:cs typeface="Cambria"/>
              </a:rPr>
              <a:t>mounted</a:t>
            </a:r>
            <a:r>
              <a:rPr sz="1600" spc="55" dirty="0">
                <a:solidFill>
                  <a:schemeClr val="tx1"/>
                </a:solidFill>
                <a:latin typeface="Cambria"/>
                <a:cs typeface="Cambria"/>
              </a:rPr>
              <a:t> </a:t>
            </a:r>
            <a:r>
              <a:rPr sz="1600" spc="-25" dirty="0" smtClean="0">
                <a:solidFill>
                  <a:schemeClr val="tx1"/>
                </a:solidFill>
                <a:latin typeface="Cambria"/>
                <a:cs typeface="Cambria"/>
              </a:rPr>
              <a:t>on</a:t>
            </a:r>
            <a:r>
              <a:rPr lang="en-US" sz="1600" spc="-25" dirty="0" smtClean="0">
                <a:solidFill>
                  <a:schemeClr val="tx1"/>
                </a:solidFill>
                <a:latin typeface="Cambria"/>
                <a:cs typeface="Cambria"/>
              </a:rPr>
              <a:t> </a:t>
            </a:r>
            <a:r>
              <a:rPr sz="1600" dirty="0" smtClean="0">
                <a:solidFill>
                  <a:schemeClr val="tx1"/>
                </a:solidFill>
                <a:latin typeface="Cambria"/>
                <a:cs typeface="Cambria"/>
              </a:rPr>
              <a:t>Linux</a:t>
            </a:r>
            <a:r>
              <a:rPr sz="1600" spc="254" dirty="0" smtClean="0">
                <a:solidFill>
                  <a:schemeClr val="tx1"/>
                </a:solidFill>
                <a:latin typeface="Cambria"/>
                <a:cs typeface="Cambria"/>
              </a:rPr>
              <a:t> </a:t>
            </a:r>
            <a:r>
              <a:rPr sz="1600" spc="-10" dirty="0">
                <a:solidFill>
                  <a:schemeClr val="tx1"/>
                </a:solidFill>
                <a:latin typeface="Cambria"/>
                <a:cs typeface="Cambria"/>
              </a:rPr>
              <a:t>systems.</a:t>
            </a:r>
            <a:endParaRPr sz="1600" dirty="0">
              <a:solidFill>
                <a:schemeClr val="tx1"/>
              </a:solidFill>
              <a:latin typeface="Cambria"/>
              <a:cs typeface="Cambria"/>
            </a:endParaRPr>
          </a:p>
        </p:txBody>
      </p:sp>
      <p:sp>
        <p:nvSpPr>
          <p:cNvPr id="16" name="Date Placeholder 15"/>
          <p:cNvSpPr>
            <a:spLocks noGrp="1"/>
          </p:cNvSpPr>
          <p:nvPr>
            <p:ph type="dt" sz="half" idx="6"/>
          </p:nvPr>
        </p:nvSpPr>
        <p:spPr/>
        <p:txBody>
          <a:bodyPr/>
          <a:lstStyle/>
          <a:p>
            <a:fld id="{8D37BD12-60B8-4E7F-99B7-B07C874775C6}"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p:nvPr/>
        </p:nvSpPr>
        <p:spPr>
          <a:xfrm>
            <a:off x="139700" y="981075"/>
            <a:ext cx="5854700" cy="2569934"/>
          </a:xfrm>
          <a:prstGeom prst="rect">
            <a:avLst/>
          </a:prstGeom>
        </p:spPr>
        <p:txBody>
          <a:bodyPr vert="horz" wrap="square" lIns="0" tIns="12700" rIns="0" bIns="0" rtlCol="0">
            <a:spAutoFit/>
          </a:bodyPr>
          <a:lstStyle/>
          <a:p>
            <a:pPr marL="12700">
              <a:lnSpc>
                <a:spcPct val="100000"/>
              </a:lnSpc>
              <a:spcBef>
                <a:spcPts val="100"/>
              </a:spcBef>
            </a:pPr>
            <a:r>
              <a:rPr lang="en-US" b="1" dirty="0" smtClean="0">
                <a:solidFill>
                  <a:srgbClr val="FF0000"/>
                </a:solidFill>
                <a:latin typeface="Times New Roman" panose="02020603050405020304" pitchFamily="18" charset="0"/>
                <a:cs typeface="Times New Roman" panose="02020603050405020304" pitchFamily="18" charset="0"/>
              </a:rPr>
              <a:t>Mounting File System</a:t>
            </a:r>
          </a:p>
          <a:p>
            <a:pPr marL="298450" indent="-285750">
              <a:lnSpc>
                <a:spcPct val="100000"/>
              </a:lnSpc>
              <a:spcBef>
                <a:spcPts val="100"/>
              </a:spcBef>
              <a:buFont typeface="Arial" panose="020B0604020202020204" pitchFamily="34" charset="0"/>
              <a:buChar char="•"/>
            </a:pPr>
            <a:r>
              <a:rPr lang="en-US" dirty="0" smtClean="0">
                <a:solidFill>
                  <a:schemeClr val="tx1"/>
                </a:solidFill>
                <a:latin typeface="Times New Roman" panose="02020603050405020304" pitchFamily="18" charset="0"/>
                <a:cs typeface="Times New Roman" panose="02020603050405020304" pitchFamily="18" charset="0"/>
              </a:rPr>
              <a:t>To</a:t>
            </a:r>
            <a:r>
              <a:rPr lang="en-US" spc="-85" dirty="0" smtClean="0">
                <a:solidFill>
                  <a:schemeClr val="tx1"/>
                </a:solidFill>
                <a:latin typeface="Times New Roman" panose="02020603050405020304" pitchFamily="18" charset="0"/>
                <a:cs typeface="Times New Roman" panose="02020603050405020304" pitchFamily="18" charset="0"/>
              </a:rPr>
              <a:t> </a:t>
            </a:r>
            <a:r>
              <a:rPr lang="en-US" spc="-45" dirty="0" smtClean="0">
                <a:solidFill>
                  <a:schemeClr val="tx1"/>
                </a:solidFill>
                <a:latin typeface="Times New Roman" panose="02020603050405020304" pitchFamily="18" charset="0"/>
                <a:cs typeface="Times New Roman" panose="02020603050405020304" pitchFamily="18" charset="0"/>
              </a:rPr>
              <a:t>access</a:t>
            </a:r>
            <a:r>
              <a:rPr lang="en-US" spc="15" dirty="0" smtClean="0">
                <a:solidFill>
                  <a:schemeClr val="tx1"/>
                </a:solidFill>
                <a:latin typeface="Times New Roman" panose="02020603050405020304" pitchFamily="18" charset="0"/>
                <a:cs typeface="Times New Roman" panose="02020603050405020304" pitchFamily="18" charset="0"/>
              </a:rPr>
              <a:t> </a:t>
            </a:r>
            <a:r>
              <a:rPr lang="en-US" spc="-60" dirty="0" smtClean="0">
                <a:solidFill>
                  <a:schemeClr val="tx1"/>
                </a:solidFill>
                <a:latin typeface="Times New Roman" panose="02020603050405020304" pitchFamily="18" charset="0"/>
                <a:cs typeface="Times New Roman" panose="02020603050405020304" pitchFamily="18" charset="0"/>
              </a:rPr>
              <a:t>data</a:t>
            </a:r>
            <a:r>
              <a:rPr lang="en-US" spc="-20" dirty="0" smtClean="0">
                <a:solidFill>
                  <a:schemeClr val="tx1"/>
                </a:solidFill>
                <a:latin typeface="Times New Roman" panose="02020603050405020304" pitchFamily="18" charset="0"/>
                <a:cs typeface="Times New Roman" panose="02020603050405020304" pitchFamily="18" charset="0"/>
              </a:rPr>
              <a:t> </a:t>
            </a:r>
            <a:r>
              <a:rPr lang="en-US" spc="50" dirty="0" smtClean="0">
                <a:solidFill>
                  <a:schemeClr val="tx1"/>
                </a:solidFill>
                <a:latin typeface="Times New Roman" panose="02020603050405020304" pitchFamily="18" charset="0"/>
                <a:cs typeface="Times New Roman" panose="02020603050405020304" pitchFamily="18" charset="0"/>
              </a:rPr>
              <a:t>on</a:t>
            </a:r>
            <a:r>
              <a:rPr lang="en-US" spc="-80" dirty="0" smtClean="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a</a:t>
            </a:r>
            <a:r>
              <a:rPr lang="en-US" spc="-30" dirty="0" smtClean="0">
                <a:solidFill>
                  <a:schemeClr val="tx1"/>
                </a:solidFill>
                <a:latin typeface="Times New Roman" panose="02020603050405020304" pitchFamily="18" charset="0"/>
                <a:cs typeface="Times New Roman" panose="02020603050405020304" pitchFamily="18" charset="0"/>
              </a:rPr>
              <a:t> </a:t>
            </a:r>
            <a:r>
              <a:rPr lang="en-US" spc="-55" dirty="0" smtClean="0">
                <a:solidFill>
                  <a:schemeClr val="tx1"/>
                </a:solidFill>
                <a:latin typeface="Times New Roman" panose="02020603050405020304" pitchFamily="18" charset="0"/>
                <a:cs typeface="Times New Roman" panose="02020603050405020304" pitchFamily="18" charset="0"/>
              </a:rPr>
              <a:t>storage</a:t>
            </a:r>
            <a:r>
              <a:rPr lang="en-US" spc="20" dirty="0" smtClean="0">
                <a:solidFill>
                  <a:schemeClr val="tx1"/>
                </a:solidFill>
                <a:latin typeface="Times New Roman" panose="02020603050405020304" pitchFamily="18" charset="0"/>
                <a:cs typeface="Times New Roman" panose="02020603050405020304" pitchFamily="18" charset="0"/>
              </a:rPr>
              <a:t> </a:t>
            </a:r>
            <a:r>
              <a:rPr lang="en-US" spc="-35" dirty="0" smtClean="0">
                <a:solidFill>
                  <a:schemeClr val="tx1"/>
                </a:solidFill>
                <a:latin typeface="Times New Roman" panose="02020603050405020304" pitchFamily="18" charset="0"/>
                <a:cs typeface="Times New Roman" panose="02020603050405020304" pitchFamily="18" charset="0"/>
              </a:rPr>
              <a:t>device,</a:t>
            </a:r>
            <a:r>
              <a:rPr lang="en-US" spc="65" dirty="0" smtClean="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the</a:t>
            </a:r>
            <a:r>
              <a:rPr lang="en-US" spc="-15" dirty="0" smtClean="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file</a:t>
            </a:r>
            <a:r>
              <a:rPr lang="en-US" spc="-10" dirty="0" smtClean="0">
                <a:solidFill>
                  <a:schemeClr val="tx1"/>
                </a:solidFill>
                <a:latin typeface="Times New Roman" panose="02020603050405020304" pitchFamily="18" charset="0"/>
                <a:cs typeface="Times New Roman" panose="02020603050405020304" pitchFamily="18" charset="0"/>
              </a:rPr>
              <a:t> </a:t>
            </a:r>
            <a:r>
              <a:rPr lang="en-US" spc="-50" dirty="0" smtClean="0">
                <a:solidFill>
                  <a:schemeClr val="tx1"/>
                </a:solidFill>
                <a:latin typeface="Times New Roman" panose="02020603050405020304" pitchFamily="18" charset="0"/>
                <a:cs typeface="Times New Roman" panose="02020603050405020304" pitchFamily="18" charset="0"/>
              </a:rPr>
              <a:t>system</a:t>
            </a:r>
            <a:r>
              <a:rPr lang="en-US" spc="25" dirty="0" smtClean="0">
                <a:solidFill>
                  <a:schemeClr val="tx1"/>
                </a:solidFill>
                <a:latin typeface="Times New Roman" panose="02020603050405020304" pitchFamily="18" charset="0"/>
                <a:cs typeface="Times New Roman" panose="02020603050405020304" pitchFamily="18" charset="0"/>
              </a:rPr>
              <a:t> </a:t>
            </a:r>
            <a:r>
              <a:rPr lang="en-US" spc="-20" dirty="0" smtClean="0">
                <a:solidFill>
                  <a:schemeClr val="tx1"/>
                </a:solidFill>
                <a:latin typeface="Times New Roman" panose="02020603050405020304" pitchFamily="18" charset="0"/>
                <a:cs typeface="Times New Roman" panose="02020603050405020304" pitchFamily="18" charset="0"/>
              </a:rPr>
              <a:t>must b</a:t>
            </a:r>
            <a:r>
              <a:rPr lang="en-US" dirty="0" smtClean="0">
                <a:solidFill>
                  <a:schemeClr val="tx1"/>
                </a:solidFill>
                <a:latin typeface="Times New Roman" panose="02020603050405020304" pitchFamily="18" charset="0"/>
                <a:cs typeface="Times New Roman" panose="02020603050405020304" pitchFamily="18" charset="0"/>
              </a:rPr>
              <a:t>e</a:t>
            </a:r>
            <a:r>
              <a:rPr lang="en-US" spc="-80" dirty="0" smtClean="0">
                <a:solidFill>
                  <a:schemeClr val="tx1"/>
                </a:solidFill>
                <a:latin typeface="Times New Roman" panose="02020603050405020304" pitchFamily="18" charset="0"/>
                <a:cs typeface="Times New Roman" panose="02020603050405020304" pitchFamily="18" charset="0"/>
              </a:rPr>
              <a:t> </a:t>
            </a:r>
            <a:r>
              <a:rPr lang="en-US" spc="-20" dirty="0" smtClean="0">
                <a:solidFill>
                  <a:schemeClr val="tx1"/>
                </a:solidFill>
                <a:latin typeface="Times New Roman" panose="02020603050405020304" pitchFamily="18" charset="0"/>
                <a:cs typeface="Times New Roman" panose="02020603050405020304" pitchFamily="18" charset="0"/>
              </a:rPr>
              <a:t>mounted</a:t>
            </a:r>
          </a:p>
          <a:p>
            <a:pPr marL="298450" indent="-285750">
              <a:lnSpc>
                <a:spcPct val="100000"/>
              </a:lnSpc>
              <a:spcBef>
                <a:spcPts val="100"/>
              </a:spcBef>
              <a:buFont typeface="Arial" panose="020B0604020202020204" pitchFamily="34" charset="0"/>
              <a:buChar char="•"/>
            </a:pPr>
            <a:endParaRPr lang="en-US" dirty="0" smtClean="0">
              <a:solidFill>
                <a:schemeClr val="tx1"/>
              </a:solidFill>
              <a:latin typeface="Times New Roman" panose="02020603050405020304" pitchFamily="18" charset="0"/>
              <a:cs typeface="Times New Roman" panose="02020603050405020304" pitchFamily="18" charset="0"/>
            </a:endParaRPr>
          </a:p>
          <a:p>
            <a:pPr marL="298450" indent="-285750">
              <a:lnSpc>
                <a:spcPct val="100000"/>
              </a:lnSpc>
              <a:spcBef>
                <a:spcPts val="100"/>
              </a:spcBef>
              <a:buFont typeface="Arial" panose="020B0604020202020204" pitchFamily="34" charset="0"/>
              <a:buChar char="•"/>
            </a:pPr>
            <a:r>
              <a:rPr dirty="0" smtClean="0">
                <a:solidFill>
                  <a:schemeClr val="tx1"/>
                </a:solidFill>
                <a:latin typeface="Times New Roman" panose="02020603050405020304" pitchFamily="18" charset="0"/>
                <a:cs typeface="Times New Roman" panose="02020603050405020304" pitchFamily="18" charset="0"/>
              </a:rPr>
              <a:t>This</a:t>
            </a:r>
            <a:r>
              <a:rPr spc="-45" dirty="0" smtClean="0">
                <a:solidFill>
                  <a:schemeClr val="tx1"/>
                </a:solidFill>
                <a:latin typeface="Times New Roman" panose="02020603050405020304" pitchFamily="18" charset="0"/>
                <a:cs typeface="Times New Roman" panose="02020603050405020304" pitchFamily="18" charset="0"/>
              </a:rPr>
              <a:t> </a:t>
            </a:r>
            <a:r>
              <a:rPr spc="-45" dirty="0">
                <a:solidFill>
                  <a:schemeClr val="tx1"/>
                </a:solidFill>
                <a:latin typeface="Times New Roman" panose="02020603050405020304" pitchFamily="18" charset="0"/>
                <a:cs typeface="Times New Roman" panose="02020603050405020304" pitchFamily="18" charset="0"/>
              </a:rPr>
              <a:t>involves</a:t>
            </a:r>
            <a:r>
              <a:rPr spc="90" dirty="0">
                <a:solidFill>
                  <a:schemeClr val="tx1"/>
                </a:solidFill>
                <a:latin typeface="Times New Roman" panose="02020603050405020304" pitchFamily="18" charset="0"/>
                <a:cs typeface="Times New Roman" panose="02020603050405020304" pitchFamily="18" charset="0"/>
              </a:rPr>
              <a:t> </a:t>
            </a:r>
            <a:r>
              <a:rPr spc="-55" dirty="0">
                <a:solidFill>
                  <a:schemeClr val="tx1"/>
                </a:solidFill>
                <a:latin typeface="Times New Roman" panose="02020603050405020304" pitchFamily="18" charset="0"/>
                <a:cs typeface="Times New Roman" panose="02020603050405020304" pitchFamily="18" charset="0"/>
              </a:rPr>
              <a:t>attaching</a:t>
            </a:r>
            <a:r>
              <a:rPr spc="60" dirty="0">
                <a:solidFill>
                  <a:schemeClr val="tx1"/>
                </a:solidFill>
                <a:latin typeface="Times New Roman" panose="02020603050405020304" pitchFamily="18" charset="0"/>
                <a:cs typeface="Times New Roman" panose="02020603050405020304" pitchFamily="18" charset="0"/>
              </a:rPr>
              <a:t> </a:t>
            </a:r>
            <a:r>
              <a:rPr spc="-10" dirty="0">
                <a:solidFill>
                  <a:schemeClr val="tx1"/>
                </a:solidFill>
                <a:latin typeface="Times New Roman" panose="02020603050405020304" pitchFamily="18" charset="0"/>
                <a:cs typeface="Times New Roman" panose="02020603050405020304" pitchFamily="18" charset="0"/>
              </a:rPr>
              <a:t>the</a:t>
            </a:r>
            <a:r>
              <a:rPr spc="-55" dirty="0">
                <a:solidFill>
                  <a:schemeClr val="tx1"/>
                </a:solidFill>
                <a:latin typeface="Times New Roman" panose="02020603050405020304" pitchFamily="18" charset="0"/>
                <a:cs typeface="Times New Roman" panose="02020603050405020304" pitchFamily="18" charset="0"/>
              </a:rPr>
              <a:t> </a:t>
            </a:r>
            <a:r>
              <a:rPr lang="en-US" spc="-10" dirty="0" smtClean="0">
                <a:solidFill>
                  <a:schemeClr val="tx1"/>
                </a:solidFill>
                <a:latin typeface="Times New Roman" panose="02020603050405020304" pitchFamily="18" charset="0"/>
                <a:cs typeface="Times New Roman" panose="02020603050405020304" pitchFamily="18" charset="0"/>
              </a:rPr>
              <a:t>file</a:t>
            </a:r>
            <a:r>
              <a:rPr spc="40" dirty="0" smtClean="0">
                <a:solidFill>
                  <a:schemeClr val="tx1"/>
                </a:solidFill>
                <a:latin typeface="Times New Roman" panose="02020603050405020304" pitchFamily="18" charset="0"/>
                <a:cs typeface="Times New Roman" panose="02020603050405020304" pitchFamily="18" charset="0"/>
              </a:rPr>
              <a:t> </a:t>
            </a:r>
            <a:r>
              <a:rPr spc="-60" dirty="0">
                <a:solidFill>
                  <a:schemeClr val="tx1"/>
                </a:solidFill>
                <a:latin typeface="Times New Roman" panose="02020603050405020304" pitchFamily="18" charset="0"/>
                <a:cs typeface="Times New Roman" panose="02020603050405020304" pitchFamily="18" charset="0"/>
              </a:rPr>
              <a:t>system</a:t>
            </a:r>
            <a:r>
              <a:rPr spc="80"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to</a:t>
            </a:r>
            <a:r>
              <a:rPr spc="185" dirty="0" smtClean="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a</a:t>
            </a:r>
            <a:r>
              <a:rPr spc="-40" dirty="0">
                <a:solidFill>
                  <a:schemeClr val="tx1"/>
                </a:solidFill>
                <a:latin typeface="Times New Roman" panose="02020603050405020304" pitchFamily="18" charset="0"/>
                <a:cs typeface="Times New Roman" panose="02020603050405020304" pitchFamily="18" charset="0"/>
              </a:rPr>
              <a:t> </a:t>
            </a:r>
            <a:r>
              <a:rPr spc="-50" dirty="0">
                <a:solidFill>
                  <a:schemeClr val="tx1"/>
                </a:solidFill>
                <a:latin typeface="Times New Roman" panose="02020603050405020304" pitchFamily="18" charset="0"/>
                <a:cs typeface="Times New Roman" panose="02020603050405020304" pitchFamily="18" charset="0"/>
              </a:rPr>
              <a:t>directory</a:t>
            </a:r>
            <a:r>
              <a:rPr spc="20"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in</a:t>
            </a:r>
            <a:r>
              <a:rPr spc="-10" dirty="0">
                <a:solidFill>
                  <a:schemeClr val="tx1"/>
                </a:solidFill>
                <a:latin typeface="Times New Roman" panose="02020603050405020304" pitchFamily="18" charset="0"/>
                <a:cs typeface="Times New Roman" panose="02020603050405020304" pitchFamily="18" charset="0"/>
              </a:rPr>
              <a:t> </a:t>
            </a:r>
            <a:r>
              <a:rPr spc="-40" dirty="0">
                <a:solidFill>
                  <a:schemeClr val="tx1"/>
                </a:solidFill>
                <a:latin typeface="Times New Roman" panose="02020603050405020304" pitchFamily="18" charset="0"/>
                <a:cs typeface="Times New Roman" panose="02020603050405020304" pitchFamily="18" charset="0"/>
              </a:rPr>
              <a:t>the</a:t>
            </a:r>
            <a:r>
              <a:rPr spc="-35" dirty="0">
                <a:solidFill>
                  <a:schemeClr val="tx1"/>
                </a:solidFill>
                <a:latin typeface="Times New Roman" panose="02020603050405020304" pitchFamily="18" charset="0"/>
                <a:cs typeface="Times New Roman" panose="02020603050405020304" pitchFamily="18" charset="0"/>
              </a:rPr>
              <a:t> existing</a:t>
            </a:r>
            <a:r>
              <a:rPr spc="60" dirty="0">
                <a:solidFill>
                  <a:schemeClr val="tx1"/>
                </a:solidFill>
                <a:latin typeface="Times New Roman" panose="02020603050405020304" pitchFamily="18" charset="0"/>
                <a:cs typeface="Times New Roman" panose="02020603050405020304" pitchFamily="18" charset="0"/>
              </a:rPr>
              <a:t> </a:t>
            </a:r>
            <a:r>
              <a:rPr spc="-20" dirty="0" smtClean="0">
                <a:solidFill>
                  <a:schemeClr val="tx1"/>
                </a:solidFill>
                <a:latin typeface="Times New Roman" panose="02020603050405020304" pitchFamily="18" charset="0"/>
                <a:cs typeface="Times New Roman" panose="02020603050405020304" pitchFamily="18" charset="0"/>
              </a:rPr>
              <a:t>file</a:t>
            </a:r>
            <a:r>
              <a:rPr lang="en-US" spc="-20" dirty="0" smtClean="0">
                <a:solidFill>
                  <a:schemeClr val="tx1"/>
                </a:solidFill>
                <a:latin typeface="Times New Roman" panose="02020603050405020304" pitchFamily="18" charset="0"/>
                <a:cs typeface="Times New Roman" panose="02020603050405020304" pitchFamily="18" charset="0"/>
              </a:rPr>
              <a:t> system hierarchy</a:t>
            </a:r>
          </a:p>
          <a:p>
            <a:pPr marL="298450" indent="-285750">
              <a:lnSpc>
                <a:spcPct val="100000"/>
              </a:lnSpc>
              <a:spcBef>
                <a:spcPts val="100"/>
              </a:spcBef>
              <a:buFont typeface="Arial" panose="020B0604020202020204" pitchFamily="34" charset="0"/>
              <a:buChar char="•"/>
            </a:pPr>
            <a:endParaRPr lang="en-US" spc="-20" dirty="0" smtClean="0">
              <a:solidFill>
                <a:schemeClr val="tx1"/>
              </a:solidFill>
              <a:latin typeface="Times New Roman" panose="02020603050405020304" pitchFamily="18" charset="0"/>
              <a:cs typeface="Times New Roman" panose="02020603050405020304" pitchFamily="18" charset="0"/>
            </a:endParaRPr>
          </a:p>
          <a:p>
            <a:pPr marL="298450" indent="-285750">
              <a:lnSpc>
                <a:spcPct val="100000"/>
              </a:lnSpc>
              <a:spcBef>
                <a:spcPts val="100"/>
              </a:spcBef>
              <a:buFont typeface="Arial" panose="020B0604020202020204" pitchFamily="34" charset="0"/>
              <a:buChar char="•"/>
            </a:pPr>
            <a:r>
              <a:rPr dirty="0" smtClean="0">
                <a:solidFill>
                  <a:schemeClr val="tx1"/>
                </a:solidFill>
                <a:latin typeface="Times New Roman" panose="02020603050405020304" pitchFamily="18" charset="0"/>
                <a:cs typeface="Times New Roman" panose="02020603050405020304" pitchFamily="18" charset="0"/>
              </a:rPr>
              <a:t>The </a:t>
            </a:r>
            <a:r>
              <a:rPr b="1" dirty="0">
                <a:solidFill>
                  <a:srgbClr val="FF0000"/>
                </a:solidFill>
                <a:latin typeface="Times New Roman" panose="02020603050405020304" pitchFamily="18" charset="0"/>
                <a:cs typeface="Times New Roman" panose="02020603050405020304" pitchFamily="18" charset="0"/>
              </a:rPr>
              <a:t>mount</a:t>
            </a:r>
            <a:r>
              <a:rPr dirty="0">
                <a:solidFill>
                  <a:schemeClr val="tx1"/>
                </a:solidFill>
                <a:latin typeface="Times New Roman" panose="02020603050405020304" pitchFamily="18" charset="0"/>
                <a:cs typeface="Times New Roman" panose="02020603050405020304" pitchFamily="18" charset="0"/>
              </a:rPr>
              <a:t> command is used </a:t>
            </a:r>
            <a:r>
              <a:rPr lang="en-US" dirty="0" smtClean="0">
                <a:solidFill>
                  <a:schemeClr val="tx1"/>
                </a:solidFill>
                <a:latin typeface="Times New Roman" panose="02020603050405020304" pitchFamily="18" charset="0"/>
                <a:cs typeface="Times New Roman" panose="02020603050405020304" pitchFamily="18" charset="0"/>
              </a:rPr>
              <a:t>to</a:t>
            </a:r>
            <a:r>
              <a:rPr dirty="0" smtClean="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mount a file </a:t>
            </a:r>
            <a:r>
              <a:rPr dirty="0" smtClean="0">
                <a:solidFill>
                  <a:schemeClr val="tx1"/>
                </a:solidFill>
                <a:latin typeface="Times New Roman" panose="02020603050405020304" pitchFamily="18" charset="0"/>
                <a:cs typeface="Times New Roman" panose="02020603050405020304" pitchFamily="18" charset="0"/>
              </a:rPr>
              <a:t>system,</a:t>
            </a:r>
            <a:r>
              <a:rPr lang="en-US" dirty="0" smtClean="0">
                <a:solidFill>
                  <a:schemeClr val="tx1"/>
                </a:solidFill>
                <a:latin typeface="Times New Roman" panose="02020603050405020304" pitchFamily="18" charset="0"/>
                <a:cs typeface="Times New Roman" panose="02020603050405020304" pitchFamily="18" charset="0"/>
              </a:rPr>
              <a:t> </a:t>
            </a:r>
            <a:r>
              <a:rPr dirty="0" smtClean="0">
                <a:solidFill>
                  <a:schemeClr val="tx1"/>
                </a:solidFill>
                <a:latin typeface="Times New Roman" panose="02020603050405020304" pitchFamily="18" charset="0"/>
                <a:cs typeface="Times New Roman" panose="02020603050405020304" pitchFamily="18" charset="0"/>
              </a:rPr>
              <a:t>and</a:t>
            </a:r>
            <a:r>
              <a:rPr lang="en-US" dirty="0" smtClean="0">
                <a:solidFill>
                  <a:schemeClr val="tx1"/>
                </a:solidFill>
                <a:latin typeface="Times New Roman" panose="02020603050405020304" pitchFamily="18" charset="0"/>
                <a:cs typeface="Times New Roman" panose="02020603050405020304" pitchFamily="18" charset="0"/>
              </a:rPr>
              <a:t> </a:t>
            </a:r>
            <a:r>
              <a:rPr b="1" dirty="0" err="1" smtClean="0">
                <a:solidFill>
                  <a:srgbClr val="FF0000"/>
                </a:solidFill>
                <a:latin typeface="Times New Roman" panose="02020603050405020304" pitchFamily="18" charset="0"/>
                <a:cs typeface="Times New Roman" panose="02020603050405020304" pitchFamily="18" charset="0"/>
              </a:rPr>
              <a:t>umou</a:t>
            </a:r>
            <a:r>
              <a:rPr lang="en-US" b="1" dirty="0" err="1" smtClean="0">
                <a:solidFill>
                  <a:srgbClr val="FF0000"/>
                </a:solidFill>
                <a:latin typeface="Times New Roman" panose="02020603050405020304" pitchFamily="18" charset="0"/>
                <a:cs typeface="Times New Roman" panose="02020603050405020304" pitchFamily="18" charset="0"/>
              </a:rPr>
              <a:t>n</a:t>
            </a:r>
            <a:r>
              <a:rPr b="1" dirty="0" err="1" smtClean="0">
                <a:solidFill>
                  <a:srgbClr val="FF0000"/>
                </a:solidFill>
                <a:latin typeface="Times New Roman" panose="02020603050405020304" pitchFamily="18" charset="0"/>
                <a:cs typeface="Times New Roman" panose="02020603050405020304" pitchFamily="18" charset="0"/>
              </a:rPr>
              <a:t>t</a:t>
            </a:r>
            <a:r>
              <a:rPr dirty="0" smtClean="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co</a:t>
            </a:r>
            <a:r>
              <a:rPr dirty="0" smtClean="0">
                <a:solidFill>
                  <a:schemeClr val="tx1"/>
                </a:solidFill>
                <a:latin typeface="Times New Roman" panose="02020603050405020304" pitchFamily="18" charset="0"/>
                <a:cs typeface="Times New Roman" panose="02020603050405020304" pitchFamily="18" charset="0"/>
              </a:rPr>
              <a:t>mmand </a:t>
            </a:r>
            <a:r>
              <a:rPr dirty="0">
                <a:solidFill>
                  <a:schemeClr val="tx1"/>
                </a:solidFill>
                <a:latin typeface="Times New Roman" panose="02020603050405020304" pitchFamily="18" charset="0"/>
                <a:cs typeface="Times New Roman" panose="02020603050405020304" pitchFamily="18" charset="0"/>
              </a:rPr>
              <a:t>is used to unmount it.</a:t>
            </a:r>
          </a:p>
        </p:txBody>
      </p:sp>
      <p:sp>
        <p:nvSpPr>
          <p:cNvPr id="10" name="Rectangle 9"/>
          <p:cNvSpPr/>
          <p:nvPr/>
        </p:nvSpPr>
        <p:spPr>
          <a:xfrm>
            <a:off x="498941" y="89733"/>
            <a:ext cx="2973891" cy="461665"/>
          </a:xfrm>
          <a:prstGeom prst="rect">
            <a:avLst/>
          </a:prstGeom>
        </p:spPr>
        <p:txBody>
          <a:bodyPr wrap="none">
            <a:spAutoFit/>
          </a:bodyPr>
          <a:lstStyle/>
          <a:p>
            <a:r>
              <a:rPr lang="en-US" sz="2400" b="1" dirty="0" smtClean="0">
                <a:solidFill>
                  <a:srgbClr val="FF0000"/>
                </a:solidFill>
                <a:latin typeface="Times New Roman"/>
                <a:cs typeface="Times New Roman"/>
              </a:rPr>
              <a:t>Linux</a:t>
            </a:r>
            <a:r>
              <a:rPr lang="en-US" sz="2400" b="1" spc="220" dirty="0" smtClean="0">
                <a:solidFill>
                  <a:srgbClr val="FF0000"/>
                </a:solidFill>
                <a:latin typeface="Times New Roman"/>
                <a:cs typeface="Times New Roman"/>
              </a:rPr>
              <a:t> </a:t>
            </a:r>
            <a:r>
              <a:rPr lang="en-US" sz="2400" b="1" dirty="0" smtClean="0">
                <a:solidFill>
                  <a:srgbClr val="FF0000"/>
                </a:solidFill>
                <a:latin typeface="Times New Roman"/>
                <a:cs typeface="Times New Roman"/>
              </a:rPr>
              <a:t>File</a:t>
            </a:r>
            <a:r>
              <a:rPr lang="en-US" sz="2400" b="1" spc="85" dirty="0" smtClean="0">
                <a:solidFill>
                  <a:srgbClr val="FF0000"/>
                </a:solidFill>
                <a:latin typeface="Times New Roman"/>
                <a:cs typeface="Times New Roman"/>
              </a:rPr>
              <a:t> </a:t>
            </a:r>
            <a:r>
              <a:rPr lang="en-US" sz="2400" b="1" spc="-10" dirty="0" smtClean="0">
                <a:solidFill>
                  <a:srgbClr val="FF0000"/>
                </a:solidFill>
                <a:latin typeface="Times New Roman"/>
                <a:cs typeface="Times New Roman"/>
              </a:rPr>
              <a:t>System …</a:t>
            </a:r>
            <a:endParaRPr lang="en-US" sz="2400" dirty="0"/>
          </a:p>
        </p:txBody>
      </p:sp>
      <p:sp>
        <p:nvSpPr>
          <p:cNvPr id="16" name="Date Placeholder 15"/>
          <p:cNvSpPr>
            <a:spLocks noGrp="1"/>
          </p:cNvSpPr>
          <p:nvPr>
            <p:ph type="dt" sz="half" idx="6"/>
          </p:nvPr>
        </p:nvSpPr>
        <p:spPr/>
        <p:txBody>
          <a:bodyPr/>
          <a:lstStyle/>
          <a:p>
            <a:fld id="{14A72A51-41F2-4507-AC22-FBA5F9F9C671}"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46794" y="331787"/>
            <a:ext cx="4622105" cy="382156"/>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0000"/>
                </a:solidFill>
              </a:rPr>
              <a:t>Permissions</a:t>
            </a:r>
            <a:r>
              <a:rPr sz="2400" b="1" spc="320" dirty="0">
                <a:solidFill>
                  <a:srgbClr val="FF0000"/>
                </a:solidFill>
              </a:rPr>
              <a:t> </a:t>
            </a:r>
            <a:r>
              <a:rPr sz="2400" b="1" dirty="0">
                <a:solidFill>
                  <a:srgbClr val="FF0000"/>
                </a:solidFill>
              </a:rPr>
              <a:t>and</a:t>
            </a:r>
            <a:r>
              <a:rPr sz="2400" b="1" spc="175" dirty="0">
                <a:solidFill>
                  <a:srgbClr val="FF0000"/>
                </a:solidFill>
              </a:rPr>
              <a:t> </a:t>
            </a:r>
            <a:r>
              <a:rPr lang="en-US" sz="2400" b="1" spc="-10" dirty="0" smtClean="0">
                <a:solidFill>
                  <a:srgbClr val="FF0000"/>
                </a:solidFill>
              </a:rPr>
              <a:t>Ow</a:t>
            </a:r>
            <a:r>
              <a:rPr sz="2400" b="1" spc="-10" dirty="0" smtClean="0">
                <a:solidFill>
                  <a:srgbClr val="FF0000"/>
                </a:solidFill>
              </a:rPr>
              <a:t>nership</a:t>
            </a:r>
            <a:endParaRPr sz="2400" b="1" dirty="0">
              <a:solidFill>
                <a:srgbClr val="FF0000"/>
              </a:solidFill>
            </a:endParaRPr>
          </a:p>
        </p:txBody>
      </p:sp>
      <p:sp>
        <p:nvSpPr>
          <p:cNvPr id="4" name="object 4"/>
          <p:cNvSpPr txBox="1"/>
          <p:nvPr/>
        </p:nvSpPr>
        <p:spPr>
          <a:xfrm>
            <a:off x="215900" y="1057275"/>
            <a:ext cx="5638800" cy="2664832"/>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pPr>
            <a:r>
              <a:rPr dirty="0">
                <a:solidFill>
                  <a:schemeClr val="tx1"/>
                </a:solidFill>
                <a:latin typeface="Cambria"/>
                <a:cs typeface="Cambria"/>
              </a:rPr>
              <a:t>Linux</a:t>
            </a:r>
            <a:r>
              <a:rPr spc="130" dirty="0">
                <a:solidFill>
                  <a:schemeClr val="tx1"/>
                </a:solidFill>
                <a:latin typeface="Cambria"/>
                <a:cs typeface="Cambria"/>
              </a:rPr>
              <a:t> </a:t>
            </a:r>
            <a:r>
              <a:rPr dirty="0">
                <a:solidFill>
                  <a:schemeClr val="tx1"/>
                </a:solidFill>
                <a:latin typeface="Cambria"/>
                <a:cs typeface="Cambria"/>
              </a:rPr>
              <a:t>uses</a:t>
            </a:r>
            <a:r>
              <a:rPr spc="135" dirty="0">
                <a:solidFill>
                  <a:schemeClr val="tx1"/>
                </a:solidFill>
                <a:latin typeface="Cambria"/>
                <a:cs typeface="Cambria"/>
              </a:rPr>
              <a:t> </a:t>
            </a:r>
            <a:r>
              <a:rPr dirty="0">
                <a:solidFill>
                  <a:schemeClr val="tx1"/>
                </a:solidFill>
                <a:latin typeface="Cambria"/>
                <a:cs typeface="Cambria"/>
              </a:rPr>
              <a:t>a</a:t>
            </a:r>
            <a:r>
              <a:rPr spc="60" dirty="0">
                <a:solidFill>
                  <a:schemeClr val="tx1"/>
                </a:solidFill>
                <a:latin typeface="Cambria"/>
                <a:cs typeface="Cambria"/>
              </a:rPr>
              <a:t> </a:t>
            </a:r>
            <a:r>
              <a:rPr b="1" dirty="0">
                <a:solidFill>
                  <a:schemeClr val="tx1"/>
                </a:solidFill>
                <a:latin typeface="Cambria"/>
                <a:cs typeface="Cambria"/>
              </a:rPr>
              <a:t>permission</a:t>
            </a:r>
            <a:r>
              <a:rPr b="1" spc="160" dirty="0">
                <a:solidFill>
                  <a:schemeClr val="tx1"/>
                </a:solidFill>
                <a:latin typeface="Cambria"/>
                <a:cs typeface="Cambria"/>
              </a:rPr>
              <a:t> </a:t>
            </a:r>
            <a:r>
              <a:rPr b="1" dirty="0">
                <a:solidFill>
                  <a:schemeClr val="tx1"/>
                </a:solidFill>
                <a:latin typeface="Cambria"/>
                <a:cs typeface="Cambria"/>
              </a:rPr>
              <a:t>system</a:t>
            </a:r>
            <a:r>
              <a:rPr b="1" spc="235" dirty="0">
                <a:solidFill>
                  <a:schemeClr val="tx1"/>
                </a:solidFill>
                <a:latin typeface="Cambria"/>
                <a:cs typeface="Cambria"/>
              </a:rPr>
              <a:t> </a:t>
            </a:r>
            <a:r>
              <a:rPr dirty="0">
                <a:solidFill>
                  <a:schemeClr val="tx1"/>
                </a:solidFill>
                <a:latin typeface="Cambria"/>
                <a:cs typeface="Cambria"/>
              </a:rPr>
              <a:t>to</a:t>
            </a:r>
            <a:r>
              <a:rPr spc="90" dirty="0">
                <a:solidFill>
                  <a:schemeClr val="tx1"/>
                </a:solidFill>
                <a:latin typeface="Cambria"/>
                <a:cs typeface="Cambria"/>
              </a:rPr>
              <a:t> </a:t>
            </a:r>
            <a:r>
              <a:rPr b="1" dirty="0">
                <a:solidFill>
                  <a:schemeClr val="tx1"/>
                </a:solidFill>
                <a:latin typeface="Cambria"/>
                <a:cs typeface="Cambria"/>
              </a:rPr>
              <a:t>control</a:t>
            </a:r>
            <a:r>
              <a:rPr b="1" spc="90" dirty="0">
                <a:solidFill>
                  <a:schemeClr val="tx1"/>
                </a:solidFill>
                <a:latin typeface="Cambria"/>
                <a:cs typeface="Cambria"/>
              </a:rPr>
              <a:t> </a:t>
            </a:r>
            <a:r>
              <a:rPr b="1" dirty="0">
                <a:solidFill>
                  <a:schemeClr val="tx1"/>
                </a:solidFill>
                <a:latin typeface="Cambria"/>
                <a:cs typeface="Cambria"/>
              </a:rPr>
              <a:t>access</a:t>
            </a:r>
            <a:r>
              <a:rPr spc="195" dirty="0">
                <a:solidFill>
                  <a:schemeClr val="tx1"/>
                </a:solidFill>
                <a:latin typeface="Cambria"/>
                <a:cs typeface="Cambria"/>
              </a:rPr>
              <a:t> </a:t>
            </a:r>
            <a:r>
              <a:rPr dirty="0" smtClean="0">
                <a:solidFill>
                  <a:schemeClr val="tx1"/>
                </a:solidFill>
                <a:latin typeface="Cambria"/>
                <a:cs typeface="Cambria"/>
              </a:rPr>
              <a:t>to</a:t>
            </a:r>
            <a:r>
              <a:rPr lang="en-US" dirty="0" smtClean="0">
                <a:solidFill>
                  <a:schemeClr val="tx1"/>
                </a:solidFill>
                <a:latin typeface="Cambria"/>
                <a:cs typeface="Cambria"/>
              </a:rPr>
              <a:t> </a:t>
            </a:r>
            <a:r>
              <a:rPr b="1" dirty="0" smtClean="0">
                <a:solidFill>
                  <a:schemeClr val="tx1"/>
                </a:solidFill>
                <a:uFill>
                  <a:solidFill>
                    <a:srgbClr val="000000"/>
                  </a:solidFill>
                </a:uFill>
                <a:latin typeface="Cambria"/>
                <a:cs typeface="Cambria"/>
              </a:rPr>
              <a:t>files</a:t>
            </a:r>
            <a:r>
              <a:rPr spc="65" dirty="0" smtClean="0">
                <a:solidFill>
                  <a:schemeClr val="tx1"/>
                </a:solidFill>
                <a:uFill>
                  <a:solidFill>
                    <a:srgbClr val="000000"/>
                  </a:solidFill>
                </a:uFill>
                <a:latin typeface="Cambria"/>
                <a:cs typeface="Cambria"/>
              </a:rPr>
              <a:t> </a:t>
            </a:r>
            <a:r>
              <a:rPr spc="-20" dirty="0" smtClean="0">
                <a:solidFill>
                  <a:schemeClr val="tx1"/>
                </a:solidFill>
                <a:uFill>
                  <a:solidFill>
                    <a:srgbClr val="000000"/>
                  </a:solidFill>
                </a:uFill>
                <a:latin typeface="Cambria"/>
                <a:cs typeface="Cambria"/>
              </a:rPr>
              <a:t>a</a:t>
            </a:r>
            <a:r>
              <a:rPr lang="en-US" spc="-20" dirty="0" smtClean="0">
                <a:solidFill>
                  <a:schemeClr val="tx1"/>
                </a:solidFill>
                <a:uFill>
                  <a:solidFill>
                    <a:srgbClr val="000000"/>
                  </a:solidFill>
                </a:uFill>
                <a:latin typeface="Cambria"/>
                <a:cs typeface="Cambria"/>
              </a:rPr>
              <a:t>n</a:t>
            </a:r>
            <a:r>
              <a:rPr spc="-20" dirty="0" smtClean="0">
                <a:solidFill>
                  <a:schemeClr val="tx1"/>
                </a:solidFill>
                <a:uFill>
                  <a:solidFill>
                    <a:srgbClr val="000000"/>
                  </a:solidFill>
                </a:uFill>
                <a:latin typeface="Cambria"/>
                <a:cs typeface="Cambria"/>
              </a:rPr>
              <a:t>d</a:t>
            </a:r>
            <a:r>
              <a:rPr lang="en-US" spc="-20" dirty="0" smtClean="0">
                <a:solidFill>
                  <a:schemeClr val="tx1"/>
                </a:solidFill>
                <a:uFill>
                  <a:solidFill>
                    <a:srgbClr val="000000"/>
                  </a:solidFill>
                </a:uFill>
                <a:latin typeface="Cambria"/>
                <a:cs typeface="Cambria"/>
              </a:rPr>
              <a:t> </a:t>
            </a:r>
            <a:r>
              <a:rPr b="1" spc="-10" dirty="0" smtClean="0">
                <a:solidFill>
                  <a:schemeClr val="tx1"/>
                </a:solidFill>
                <a:latin typeface="Cambria"/>
                <a:cs typeface="Cambria"/>
              </a:rPr>
              <a:t>directories</a:t>
            </a:r>
            <a:r>
              <a:rPr spc="-10" dirty="0" smtClean="0">
                <a:solidFill>
                  <a:schemeClr val="tx1"/>
                </a:solidFill>
                <a:latin typeface="Cambria"/>
                <a:cs typeface="Cambria"/>
              </a:rPr>
              <a:t>.</a:t>
            </a:r>
            <a:endParaRPr lang="en-US" spc="-10" dirty="0" smtClean="0">
              <a:solidFill>
                <a:schemeClr val="tx1"/>
              </a:solidFill>
              <a:latin typeface="Cambria"/>
              <a:cs typeface="Cambria"/>
            </a:endParaRPr>
          </a:p>
          <a:p>
            <a:pPr marL="298450" indent="-285750">
              <a:lnSpc>
                <a:spcPct val="100000"/>
              </a:lnSpc>
              <a:spcBef>
                <a:spcPts val="100"/>
              </a:spcBef>
              <a:buFont typeface="Arial" panose="020B0604020202020204" pitchFamily="34" charset="0"/>
              <a:buChar char="•"/>
            </a:pPr>
            <a:endParaRPr dirty="0">
              <a:solidFill>
                <a:schemeClr val="tx1"/>
              </a:solidFill>
              <a:latin typeface="Cambria"/>
              <a:cs typeface="Cambria"/>
            </a:endParaRPr>
          </a:p>
          <a:p>
            <a:pPr marL="306705" indent="-285750">
              <a:lnSpc>
                <a:spcPct val="100000"/>
              </a:lnSpc>
              <a:spcBef>
                <a:spcPts val="1135"/>
              </a:spcBef>
              <a:buFont typeface="Arial" panose="020B0604020202020204" pitchFamily="34" charset="0"/>
              <a:buChar char="•"/>
            </a:pPr>
            <a:r>
              <a:rPr dirty="0">
                <a:solidFill>
                  <a:schemeClr val="tx1"/>
                </a:solidFill>
                <a:latin typeface="Cambria"/>
                <a:cs typeface="Cambria"/>
              </a:rPr>
              <a:t>Each</a:t>
            </a:r>
            <a:r>
              <a:rPr spc="-85" dirty="0">
                <a:solidFill>
                  <a:schemeClr val="tx1"/>
                </a:solidFill>
                <a:latin typeface="Cambria"/>
                <a:cs typeface="Cambria"/>
              </a:rPr>
              <a:t> </a:t>
            </a:r>
            <a:r>
              <a:rPr b="1" dirty="0">
                <a:solidFill>
                  <a:schemeClr val="tx1"/>
                </a:solidFill>
                <a:latin typeface="Cambria"/>
                <a:cs typeface="Cambria"/>
              </a:rPr>
              <a:t>file</a:t>
            </a:r>
            <a:r>
              <a:rPr spc="-35" dirty="0">
                <a:solidFill>
                  <a:schemeClr val="tx1"/>
                </a:solidFill>
                <a:latin typeface="Cambria"/>
                <a:cs typeface="Cambria"/>
              </a:rPr>
              <a:t> </a:t>
            </a:r>
            <a:r>
              <a:rPr spc="-45" dirty="0">
                <a:solidFill>
                  <a:schemeClr val="tx1"/>
                </a:solidFill>
                <a:latin typeface="Cambria"/>
                <a:cs typeface="Cambria"/>
              </a:rPr>
              <a:t>and</a:t>
            </a:r>
            <a:r>
              <a:rPr spc="-35" dirty="0">
                <a:solidFill>
                  <a:schemeClr val="tx1"/>
                </a:solidFill>
                <a:latin typeface="Cambria"/>
                <a:cs typeface="Cambria"/>
              </a:rPr>
              <a:t> </a:t>
            </a:r>
            <a:r>
              <a:rPr b="1" spc="-45" dirty="0">
                <a:solidFill>
                  <a:schemeClr val="tx1"/>
                </a:solidFill>
                <a:latin typeface="Cambria"/>
                <a:cs typeface="Cambria"/>
              </a:rPr>
              <a:t>directory</a:t>
            </a:r>
            <a:r>
              <a:rPr spc="75" dirty="0">
                <a:solidFill>
                  <a:schemeClr val="tx1"/>
                </a:solidFill>
                <a:latin typeface="Cambria"/>
                <a:cs typeface="Cambria"/>
              </a:rPr>
              <a:t> </a:t>
            </a:r>
            <a:r>
              <a:rPr spc="-50" dirty="0">
                <a:solidFill>
                  <a:schemeClr val="tx1"/>
                </a:solidFill>
                <a:latin typeface="Cambria"/>
                <a:cs typeface="Cambria"/>
              </a:rPr>
              <a:t>has</a:t>
            </a:r>
            <a:r>
              <a:rPr spc="-30" dirty="0">
                <a:solidFill>
                  <a:schemeClr val="tx1"/>
                </a:solidFill>
                <a:latin typeface="Cambria"/>
                <a:cs typeface="Cambria"/>
              </a:rPr>
              <a:t> </a:t>
            </a:r>
            <a:r>
              <a:rPr dirty="0">
                <a:solidFill>
                  <a:schemeClr val="tx1"/>
                </a:solidFill>
                <a:latin typeface="Cambria"/>
                <a:cs typeface="Cambria"/>
              </a:rPr>
              <a:t>an</a:t>
            </a:r>
            <a:r>
              <a:rPr spc="-50" dirty="0">
                <a:solidFill>
                  <a:schemeClr val="tx1"/>
                </a:solidFill>
                <a:latin typeface="Cambria"/>
                <a:cs typeface="Cambria"/>
              </a:rPr>
              <a:t> </a:t>
            </a:r>
            <a:r>
              <a:rPr b="1" spc="-50" dirty="0">
                <a:solidFill>
                  <a:srgbClr val="FF0000"/>
                </a:solidFill>
                <a:latin typeface="Cambria"/>
                <a:cs typeface="Cambria"/>
              </a:rPr>
              <a:t>owner</a:t>
            </a:r>
            <a:r>
              <a:rPr spc="20" dirty="0">
                <a:solidFill>
                  <a:schemeClr val="tx1"/>
                </a:solidFill>
                <a:latin typeface="Cambria"/>
                <a:cs typeface="Cambria"/>
              </a:rPr>
              <a:t> </a:t>
            </a:r>
            <a:r>
              <a:rPr spc="-40" dirty="0">
                <a:solidFill>
                  <a:schemeClr val="tx1"/>
                </a:solidFill>
                <a:latin typeface="Cambria"/>
                <a:cs typeface="Cambria"/>
              </a:rPr>
              <a:t>and</a:t>
            </a:r>
            <a:r>
              <a:rPr spc="-15" dirty="0">
                <a:solidFill>
                  <a:schemeClr val="tx1"/>
                </a:solidFill>
                <a:latin typeface="Cambria"/>
                <a:cs typeface="Cambria"/>
              </a:rPr>
              <a:t> </a:t>
            </a:r>
            <a:r>
              <a:rPr spc="-60" dirty="0">
                <a:solidFill>
                  <a:schemeClr val="tx1"/>
                </a:solidFill>
                <a:latin typeface="Cambria"/>
                <a:cs typeface="Cambria"/>
              </a:rPr>
              <a:t>a</a:t>
            </a:r>
            <a:r>
              <a:rPr spc="-25" dirty="0">
                <a:solidFill>
                  <a:schemeClr val="tx1"/>
                </a:solidFill>
                <a:latin typeface="Cambria"/>
                <a:cs typeface="Cambria"/>
              </a:rPr>
              <a:t> </a:t>
            </a:r>
            <a:r>
              <a:rPr b="1" spc="-10" dirty="0">
                <a:solidFill>
                  <a:srgbClr val="FF0000"/>
                </a:solidFill>
                <a:latin typeface="Cambria"/>
                <a:cs typeface="Cambria"/>
              </a:rPr>
              <a:t>group</a:t>
            </a:r>
            <a:r>
              <a:rPr spc="-10" dirty="0">
                <a:solidFill>
                  <a:schemeClr val="tx1"/>
                </a:solidFill>
                <a:latin typeface="Cambria"/>
                <a:cs typeface="Cambria"/>
              </a:rPr>
              <a:t>,</a:t>
            </a:r>
            <a:r>
              <a:rPr spc="-5" dirty="0">
                <a:solidFill>
                  <a:schemeClr val="tx1"/>
                </a:solidFill>
                <a:latin typeface="Cambria"/>
                <a:cs typeface="Cambria"/>
              </a:rPr>
              <a:t> </a:t>
            </a:r>
            <a:r>
              <a:rPr dirty="0">
                <a:solidFill>
                  <a:schemeClr val="tx1"/>
                </a:solidFill>
                <a:latin typeface="Cambria"/>
                <a:cs typeface="Cambria"/>
              </a:rPr>
              <a:t>and</a:t>
            </a:r>
            <a:r>
              <a:rPr spc="10" dirty="0">
                <a:solidFill>
                  <a:schemeClr val="tx1"/>
                </a:solidFill>
                <a:latin typeface="Cambria"/>
                <a:cs typeface="Cambria"/>
              </a:rPr>
              <a:t> </a:t>
            </a:r>
            <a:r>
              <a:rPr b="1" spc="-60" dirty="0">
                <a:solidFill>
                  <a:srgbClr val="FF0000"/>
                </a:solidFill>
                <a:latin typeface="Cambria"/>
                <a:cs typeface="Cambria"/>
              </a:rPr>
              <a:t>three</a:t>
            </a:r>
            <a:r>
              <a:rPr dirty="0">
                <a:solidFill>
                  <a:schemeClr val="tx1"/>
                </a:solidFill>
                <a:latin typeface="Cambria"/>
                <a:cs typeface="Cambria"/>
              </a:rPr>
              <a:t> </a:t>
            </a:r>
            <a:r>
              <a:rPr spc="-20" dirty="0" smtClean="0">
                <a:solidFill>
                  <a:schemeClr val="tx1"/>
                </a:solidFill>
                <a:latin typeface="Cambria"/>
                <a:cs typeface="Cambria"/>
              </a:rPr>
              <a:t>sets</a:t>
            </a:r>
            <a:r>
              <a:rPr lang="en-US" spc="-20" dirty="0" smtClean="0">
                <a:solidFill>
                  <a:schemeClr val="tx1"/>
                </a:solidFill>
                <a:latin typeface="Cambria"/>
                <a:cs typeface="Cambria"/>
              </a:rPr>
              <a:t> </a:t>
            </a:r>
            <a:r>
              <a:rPr dirty="0" smtClean="0">
                <a:solidFill>
                  <a:schemeClr val="tx1"/>
                </a:solidFill>
                <a:latin typeface="Cambria"/>
                <a:cs typeface="Cambria"/>
              </a:rPr>
              <a:t>of</a:t>
            </a:r>
            <a:r>
              <a:rPr spc="325" dirty="0" smtClean="0">
                <a:solidFill>
                  <a:schemeClr val="tx1"/>
                </a:solidFill>
                <a:latin typeface="Cambria"/>
                <a:cs typeface="Cambria"/>
              </a:rPr>
              <a:t> </a:t>
            </a:r>
            <a:r>
              <a:rPr spc="-25" dirty="0">
                <a:solidFill>
                  <a:schemeClr val="tx1"/>
                </a:solidFill>
                <a:latin typeface="Cambria"/>
                <a:cs typeface="Cambria"/>
              </a:rPr>
              <a:t>permissions:</a:t>
            </a:r>
            <a:r>
              <a:rPr spc="105" dirty="0">
                <a:solidFill>
                  <a:schemeClr val="tx1"/>
                </a:solidFill>
                <a:latin typeface="Cambria"/>
                <a:cs typeface="Cambria"/>
              </a:rPr>
              <a:t> </a:t>
            </a:r>
            <a:r>
              <a:rPr b="1" spc="-30" dirty="0">
                <a:solidFill>
                  <a:srgbClr val="FF0000"/>
                </a:solidFill>
                <a:latin typeface="Cambria"/>
                <a:cs typeface="Cambria"/>
              </a:rPr>
              <a:t>read</a:t>
            </a:r>
            <a:r>
              <a:rPr spc="-30" dirty="0">
                <a:solidFill>
                  <a:schemeClr val="tx1"/>
                </a:solidFill>
                <a:latin typeface="Cambria"/>
                <a:cs typeface="Cambria"/>
              </a:rPr>
              <a:t>,</a:t>
            </a:r>
            <a:r>
              <a:rPr spc="25" dirty="0">
                <a:solidFill>
                  <a:schemeClr val="tx1"/>
                </a:solidFill>
                <a:latin typeface="Cambria"/>
                <a:cs typeface="Cambria"/>
              </a:rPr>
              <a:t> </a:t>
            </a:r>
            <a:r>
              <a:rPr b="1" spc="-30" dirty="0">
                <a:solidFill>
                  <a:srgbClr val="FF0000"/>
                </a:solidFill>
                <a:latin typeface="Cambria"/>
                <a:cs typeface="Cambria"/>
              </a:rPr>
              <a:t>write</a:t>
            </a:r>
            <a:r>
              <a:rPr spc="-30" dirty="0">
                <a:solidFill>
                  <a:schemeClr val="tx1"/>
                </a:solidFill>
                <a:latin typeface="Cambria"/>
                <a:cs typeface="Cambria"/>
              </a:rPr>
              <a:t>,</a:t>
            </a:r>
            <a:r>
              <a:rPr spc="-20" dirty="0">
                <a:solidFill>
                  <a:schemeClr val="tx1"/>
                </a:solidFill>
                <a:latin typeface="Cambria"/>
                <a:cs typeface="Cambria"/>
              </a:rPr>
              <a:t> </a:t>
            </a:r>
            <a:r>
              <a:rPr dirty="0">
                <a:solidFill>
                  <a:schemeClr val="tx1"/>
                </a:solidFill>
                <a:latin typeface="Cambria"/>
                <a:cs typeface="Cambria"/>
              </a:rPr>
              <a:t>and</a:t>
            </a:r>
            <a:r>
              <a:rPr spc="40" dirty="0">
                <a:solidFill>
                  <a:schemeClr val="tx1"/>
                </a:solidFill>
                <a:latin typeface="Cambria"/>
                <a:cs typeface="Cambria"/>
              </a:rPr>
              <a:t> </a:t>
            </a:r>
            <a:r>
              <a:rPr b="1" spc="-10" dirty="0">
                <a:solidFill>
                  <a:srgbClr val="FF0000"/>
                </a:solidFill>
                <a:latin typeface="Cambria"/>
                <a:cs typeface="Cambria"/>
              </a:rPr>
              <a:t>execute</a:t>
            </a:r>
            <a:r>
              <a:rPr spc="-10" dirty="0" smtClean="0">
                <a:solidFill>
                  <a:schemeClr val="tx1"/>
                </a:solidFill>
                <a:latin typeface="Cambria"/>
                <a:cs typeface="Cambria"/>
              </a:rPr>
              <a:t>.</a:t>
            </a:r>
            <a:endParaRPr lang="en-US" spc="-10" dirty="0" smtClean="0">
              <a:solidFill>
                <a:schemeClr val="tx1"/>
              </a:solidFill>
              <a:latin typeface="Cambria"/>
              <a:cs typeface="Cambria"/>
            </a:endParaRPr>
          </a:p>
          <a:p>
            <a:pPr marL="306705" indent="-285750">
              <a:lnSpc>
                <a:spcPct val="100000"/>
              </a:lnSpc>
              <a:spcBef>
                <a:spcPts val="1135"/>
              </a:spcBef>
              <a:buFont typeface="Arial" panose="020B0604020202020204" pitchFamily="34" charset="0"/>
              <a:buChar char="•"/>
            </a:pPr>
            <a:endParaRPr dirty="0">
              <a:solidFill>
                <a:schemeClr val="tx1"/>
              </a:solidFill>
              <a:latin typeface="Cambria"/>
              <a:cs typeface="Cambria"/>
            </a:endParaRPr>
          </a:p>
          <a:p>
            <a:pPr marL="302895" indent="-285750">
              <a:lnSpc>
                <a:spcPct val="100000"/>
              </a:lnSpc>
              <a:spcBef>
                <a:spcPts val="1110"/>
              </a:spcBef>
              <a:buFont typeface="Arial" panose="020B0604020202020204" pitchFamily="34" charset="0"/>
              <a:buChar char="•"/>
            </a:pPr>
            <a:r>
              <a:rPr dirty="0">
                <a:solidFill>
                  <a:schemeClr val="tx1"/>
                </a:solidFill>
                <a:latin typeface="Cambria"/>
                <a:cs typeface="Cambria"/>
              </a:rPr>
              <a:t>These</a:t>
            </a:r>
            <a:r>
              <a:rPr spc="-65" dirty="0">
                <a:solidFill>
                  <a:schemeClr val="tx1"/>
                </a:solidFill>
                <a:latin typeface="Cambria"/>
                <a:cs typeface="Cambria"/>
              </a:rPr>
              <a:t> </a:t>
            </a:r>
            <a:r>
              <a:rPr spc="-25" dirty="0">
                <a:solidFill>
                  <a:schemeClr val="tx1"/>
                </a:solidFill>
                <a:latin typeface="Cambria"/>
                <a:cs typeface="Cambria"/>
              </a:rPr>
              <a:t>permissions</a:t>
            </a:r>
            <a:r>
              <a:rPr spc="105" dirty="0">
                <a:solidFill>
                  <a:schemeClr val="tx1"/>
                </a:solidFill>
                <a:latin typeface="Cambria"/>
                <a:cs typeface="Cambria"/>
              </a:rPr>
              <a:t> </a:t>
            </a:r>
            <a:r>
              <a:rPr dirty="0">
                <a:solidFill>
                  <a:schemeClr val="tx1"/>
                </a:solidFill>
                <a:latin typeface="Cambria"/>
                <a:cs typeface="Cambria"/>
              </a:rPr>
              <a:t>can</a:t>
            </a:r>
            <a:r>
              <a:rPr spc="15" dirty="0">
                <a:solidFill>
                  <a:schemeClr val="tx1"/>
                </a:solidFill>
                <a:latin typeface="Cambria"/>
                <a:cs typeface="Cambria"/>
              </a:rPr>
              <a:t> </a:t>
            </a:r>
            <a:r>
              <a:rPr dirty="0">
                <a:solidFill>
                  <a:schemeClr val="tx1"/>
                </a:solidFill>
                <a:latin typeface="Cambria"/>
                <a:cs typeface="Cambria"/>
              </a:rPr>
              <a:t>be</a:t>
            </a:r>
            <a:r>
              <a:rPr spc="35" dirty="0">
                <a:solidFill>
                  <a:schemeClr val="tx1"/>
                </a:solidFill>
                <a:latin typeface="Cambria"/>
                <a:cs typeface="Cambria"/>
              </a:rPr>
              <a:t> </a:t>
            </a:r>
            <a:r>
              <a:rPr spc="-10" dirty="0">
                <a:solidFill>
                  <a:schemeClr val="tx1"/>
                </a:solidFill>
                <a:latin typeface="Cambria"/>
                <a:cs typeface="Cambria"/>
              </a:rPr>
              <a:t>set</a:t>
            </a:r>
            <a:r>
              <a:rPr spc="35" dirty="0">
                <a:solidFill>
                  <a:schemeClr val="tx1"/>
                </a:solidFill>
                <a:latin typeface="Cambria"/>
                <a:cs typeface="Cambria"/>
              </a:rPr>
              <a:t> </a:t>
            </a:r>
            <a:r>
              <a:rPr dirty="0">
                <a:solidFill>
                  <a:schemeClr val="tx1"/>
                </a:solidFill>
                <a:latin typeface="Cambria"/>
                <a:cs typeface="Cambria"/>
              </a:rPr>
              <a:t>for</a:t>
            </a:r>
            <a:r>
              <a:rPr spc="35" dirty="0">
                <a:solidFill>
                  <a:schemeClr val="tx1"/>
                </a:solidFill>
                <a:latin typeface="Cambria"/>
                <a:cs typeface="Cambria"/>
              </a:rPr>
              <a:t> </a:t>
            </a:r>
            <a:r>
              <a:rPr dirty="0">
                <a:solidFill>
                  <a:schemeClr val="tx1"/>
                </a:solidFill>
                <a:latin typeface="Cambria"/>
                <a:cs typeface="Cambria"/>
              </a:rPr>
              <a:t>the</a:t>
            </a:r>
            <a:r>
              <a:rPr spc="-25" dirty="0">
                <a:solidFill>
                  <a:schemeClr val="tx1"/>
                </a:solidFill>
                <a:latin typeface="Cambria"/>
                <a:cs typeface="Cambria"/>
              </a:rPr>
              <a:t> </a:t>
            </a:r>
            <a:r>
              <a:rPr b="1" spc="-10" dirty="0">
                <a:solidFill>
                  <a:srgbClr val="FF0000"/>
                </a:solidFill>
                <a:latin typeface="Cambria"/>
                <a:cs typeface="Cambria"/>
              </a:rPr>
              <a:t>owner</a:t>
            </a:r>
            <a:r>
              <a:rPr spc="-10" dirty="0">
                <a:solidFill>
                  <a:schemeClr val="tx1"/>
                </a:solidFill>
                <a:latin typeface="Cambria"/>
                <a:cs typeface="Cambria"/>
              </a:rPr>
              <a:t>,</a:t>
            </a:r>
            <a:r>
              <a:rPr spc="110" dirty="0">
                <a:solidFill>
                  <a:schemeClr val="tx1"/>
                </a:solidFill>
                <a:latin typeface="Cambria"/>
                <a:cs typeface="Cambria"/>
              </a:rPr>
              <a:t> </a:t>
            </a:r>
            <a:r>
              <a:rPr spc="-25" dirty="0">
                <a:solidFill>
                  <a:schemeClr val="tx1"/>
                </a:solidFill>
                <a:latin typeface="Cambria"/>
                <a:cs typeface="Cambria"/>
              </a:rPr>
              <a:t>the</a:t>
            </a:r>
            <a:r>
              <a:rPr spc="5" dirty="0">
                <a:solidFill>
                  <a:schemeClr val="tx1"/>
                </a:solidFill>
                <a:latin typeface="Cambria"/>
                <a:cs typeface="Cambria"/>
              </a:rPr>
              <a:t> </a:t>
            </a:r>
            <a:r>
              <a:rPr b="1" dirty="0">
                <a:solidFill>
                  <a:srgbClr val="FF0000"/>
                </a:solidFill>
                <a:latin typeface="Cambria"/>
                <a:cs typeface="Cambria"/>
              </a:rPr>
              <a:t>group</a:t>
            </a:r>
            <a:r>
              <a:rPr dirty="0">
                <a:solidFill>
                  <a:schemeClr val="tx1"/>
                </a:solidFill>
                <a:latin typeface="Cambria"/>
                <a:cs typeface="Cambria"/>
              </a:rPr>
              <a:t>,</a:t>
            </a:r>
            <a:r>
              <a:rPr spc="55" dirty="0">
                <a:solidFill>
                  <a:schemeClr val="tx1"/>
                </a:solidFill>
                <a:latin typeface="Cambria"/>
                <a:cs typeface="Cambria"/>
              </a:rPr>
              <a:t> </a:t>
            </a:r>
            <a:r>
              <a:rPr spc="-50" dirty="0" smtClean="0">
                <a:solidFill>
                  <a:schemeClr val="tx1"/>
                </a:solidFill>
                <a:latin typeface="Cambria"/>
                <a:cs typeface="Cambria"/>
              </a:rPr>
              <a:t>a</a:t>
            </a:r>
            <a:r>
              <a:rPr lang="en-US" spc="-50" dirty="0" smtClean="0">
                <a:solidFill>
                  <a:schemeClr val="tx1"/>
                </a:solidFill>
                <a:latin typeface="Cambria"/>
                <a:cs typeface="Cambria"/>
              </a:rPr>
              <a:t>n</a:t>
            </a:r>
            <a:r>
              <a:rPr spc="-50" dirty="0" smtClean="0">
                <a:solidFill>
                  <a:schemeClr val="tx1"/>
                </a:solidFill>
                <a:latin typeface="Cambria"/>
                <a:cs typeface="Cambria"/>
              </a:rPr>
              <a:t>d</a:t>
            </a:r>
            <a:r>
              <a:rPr spc="20" dirty="0" smtClean="0">
                <a:solidFill>
                  <a:schemeClr val="tx1"/>
                </a:solidFill>
                <a:latin typeface="Cambria"/>
                <a:cs typeface="Cambria"/>
              </a:rPr>
              <a:t> </a:t>
            </a:r>
            <a:r>
              <a:rPr b="1" spc="-25" dirty="0" smtClean="0">
                <a:solidFill>
                  <a:srgbClr val="FF0000"/>
                </a:solidFill>
                <a:latin typeface="Cambria"/>
                <a:cs typeface="Cambria"/>
              </a:rPr>
              <a:t>all</a:t>
            </a:r>
            <a:r>
              <a:rPr lang="en-US" b="1" spc="-25" dirty="0" smtClean="0">
                <a:solidFill>
                  <a:srgbClr val="FF0000"/>
                </a:solidFill>
                <a:latin typeface="Cambria"/>
                <a:cs typeface="Cambria"/>
              </a:rPr>
              <a:t> other users</a:t>
            </a:r>
            <a:endParaRPr b="1" dirty="0">
              <a:solidFill>
                <a:srgbClr val="FF0000"/>
              </a:solidFill>
              <a:latin typeface="Cambria"/>
              <a:cs typeface="Cambria"/>
            </a:endParaRPr>
          </a:p>
        </p:txBody>
      </p:sp>
      <p:sp>
        <p:nvSpPr>
          <p:cNvPr id="16" name="Date Placeholder 15"/>
          <p:cNvSpPr>
            <a:spLocks noGrp="1"/>
          </p:cNvSpPr>
          <p:nvPr>
            <p:ph type="dt" sz="half" idx="6"/>
          </p:nvPr>
        </p:nvSpPr>
        <p:spPr/>
        <p:txBody>
          <a:bodyPr/>
          <a:lstStyle/>
          <a:p>
            <a:fld id="{23A4E019-D126-4269-9D9E-2DF5F6B7379B}"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131482" y="676275"/>
            <a:ext cx="5930900" cy="3544560"/>
          </a:xfrm>
          <a:prstGeom prst="rect">
            <a:avLst/>
          </a:prstGeom>
        </p:spPr>
        <p:txBody>
          <a:bodyPr vert="horz" wrap="square" lIns="0" tIns="12700" rIns="0" bIns="0" rtlCol="0">
            <a:spAutoFit/>
          </a:bodyPr>
          <a:lstStyle/>
          <a:p>
            <a:pPr marL="349250" indent="-228600">
              <a:lnSpc>
                <a:spcPct val="100000"/>
              </a:lnSpc>
              <a:spcBef>
                <a:spcPts val="100"/>
              </a:spcBef>
              <a:buFont typeface="Arial" panose="020B0604020202020204" pitchFamily="34" charset="0"/>
              <a:buChar char="•"/>
              <a:tabLst>
                <a:tab pos="4533265" algn="l"/>
              </a:tabLst>
            </a:pPr>
            <a:r>
              <a:rPr lang="en-US" dirty="0" smtClean="0">
                <a:solidFill>
                  <a:schemeClr val="tx1"/>
                </a:solidFill>
                <a:latin typeface="Times New Roman"/>
                <a:cs typeface="Times New Roman"/>
              </a:rPr>
              <a:t>Permissions</a:t>
            </a:r>
            <a:r>
              <a:rPr lang="en-US" spc="295" dirty="0" smtClean="0">
                <a:solidFill>
                  <a:schemeClr val="tx1"/>
                </a:solidFill>
                <a:latin typeface="Times New Roman"/>
                <a:cs typeface="Times New Roman"/>
              </a:rPr>
              <a:t> </a:t>
            </a:r>
            <a:r>
              <a:rPr lang="en-US" dirty="0" smtClean="0">
                <a:solidFill>
                  <a:schemeClr val="tx1"/>
                </a:solidFill>
                <a:latin typeface="Times New Roman"/>
                <a:cs typeface="Times New Roman"/>
              </a:rPr>
              <a:t>are</a:t>
            </a:r>
            <a:r>
              <a:rPr lang="en-US" spc="110" dirty="0" smtClean="0">
                <a:solidFill>
                  <a:schemeClr val="tx1"/>
                </a:solidFill>
                <a:latin typeface="Times New Roman"/>
                <a:cs typeface="Times New Roman"/>
              </a:rPr>
              <a:t> </a:t>
            </a:r>
            <a:r>
              <a:rPr lang="en-US" dirty="0" smtClean="0">
                <a:solidFill>
                  <a:schemeClr val="tx1"/>
                </a:solidFill>
                <a:latin typeface="Times New Roman"/>
                <a:cs typeface="Times New Roman"/>
              </a:rPr>
              <a:t>divided</a:t>
            </a:r>
            <a:r>
              <a:rPr lang="en-US" spc="220" dirty="0" smtClean="0">
                <a:solidFill>
                  <a:schemeClr val="tx1"/>
                </a:solidFill>
                <a:latin typeface="Times New Roman"/>
                <a:cs typeface="Times New Roman"/>
              </a:rPr>
              <a:t> </a:t>
            </a:r>
            <a:r>
              <a:rPr lang="en-US" spc="50" dirty="0" smtClean="0">
                <a:solidFill>
                  <a:schemeClr val="tx1"/>
                </a:solidFill>
                <a:latin typeface="Times New Roman"/>
                <a:cs typeface="Times New Roman"/>
              </a:rPr>
              <a:t>into</a:t>
            </a:r>
            <a:r>
              <a:rPr lang="en-US" spc="135" dirty="0" smtClean="0">
                <a:solidFill>
                  <a:schemeClr val="tx1"/>
                </a:solidFill>
                <a:latin typeface="Times New Roman"/>
                <a:cs typeface="Times New Roman"/>
              </a:rPr>
              <a:t> </a:t>
            </a:r>
            <a:r>
              <a:rPr lang="en-US" b="1" dirty="0" smtClean="0">
                <a:solidFill>
                  <a:srgbClr val="FF0000"/>
                </a:solidFill>
                <a:latin typeface="Times New Roman"/>
                <a:cs typeface="Times New Roman"/>
              </a:rPr>
              <a:t>three</a:t>
            </a:r>
            <a:r>
              <a:rPr lang="en-US" b="1" spc="280" dirty="0" smtClean="0">
                <a:solidFill>
                  <a:schemeClr val="tx1"/>
                </a:solidFill>
                <a:latin typeface="Times New Roman"/>
                <a:cs typeface="Times New Roman"/>
              </a:rPr>
              <a:t> </a:t>
            </a:r>
            <a:r>
              <a:rPr lang="en-US" b="1" dirty="0" smtClean="0">
                <a:solidFill>
                  <a:schemeClr val="tx1"/>
                </a:solidFill>
                <a:latin typeface="Times New Roman"/>
                <a:cs typeface="Times New Roman"/>
              </a:rPr>
              <a:t>user-based</a:t>
            </a:r>
            <a:r>
              <a:rPr lang="en-US" b="1" spc="275" dirty="0" smtClean="0">
                <a:solidFill>
                  <a:schemeClr val="tx1"/>
                </a:solidFill>
                <a:latin typeface="Times New Roman"/>
                <a:cs typeface="Times New Roman"/>
              </a:rPr>
              <a:t> </a:t>
            </a:r>
            <a:r>
              <a:rPr lang="en-US" b="1" spc="-10" dirty="0" smtClean="0">
                <a:solidFill>
                  <a:schemeClr val="tx1"/>
                </a:solidFill>
                <a:latin typeface="Times New Roman"/>
                <a:cs typeface="Times New Roman"/>
              </a:rPr>
              <a:t>groups</a:t>
            </a:r>
            <a:r>
              <a:rPr lang="en-US" spc="-10" dirty="0" smtClean="0">
                <a:solidFill>
                  <a:schemeClr val="tx1"/>
                </a:solidFill>
                <a:latin typeface="Times New Roman"/>
                <a:cs typeface="Times New Roman"/>
              </a:rPr>
              <a:t>:</a:t>
            </a:r>
            <a:endParaRPr lang="en-US" spc="60" dirty="0" smtClean="0">
              <a:solidFill>
                <a:schemeClr val="tx1"/>
              </a:solidFill>
              <a:latin typeface="Times New Roman"/>
              <a:cs typeface="Times New Roman"/>
            </a:endParaRPr>
          </a:p>
          <a:p>
            <a:pPr marL="120650">
              <a:lnSpc>
                <a:spcPct val="100000"/>
              </a:lnSpc>
              <a:spcBef>
                <a:spcPts val="100"/>
              </a:spcBef>
              <a:tabLst>
                <a:tab pos="4533265" algn="l"/>
              </a:tabLst>
            </a:pPr>
            <a:r>
              <a:rPr lang="en-US" sz="1600" spc="60" dirty="0" smtClean="0">
                <a:solidFill>
                  <a:schemeClr val="tx1"/>
                </a:solidFill>
                <a:latin typeface="Times New Roman"/>
                <a:cs typeface="Times New Roman"/>
              </a:rPr>
              <a:t>1. </a:t>
            </a:r>
            <a:r>
              <a:rPr lang="en-US" sz="1600" b="1" spc="60" dirty="0" smtClean="0">
                <a:solidFill>
                  <a:srgbClr val="FF0000"/>
                </a:solidFill>
                <a:latin typeface="Times New Roman"/>
                <a:cs typeface="Times New Roman"/>
              </a:rPr>
              <a:t>Owner</a:t>
            </a:r>
            <a:r>
              <a:rPr sz="1600" dirty="0" smtClean="0">
                <a:solidFill>
                  <a:schemeClr val="tx1"/>
                </a:solidFill>
                <a:latin typeface="Times New Roman"/>
                <a:cs typeface="Times New Roman"/>
              </a:rPr>
              <a:t>:</a:t>
            </a:r>
            <a:r>
              <a:rPr sz="1600" spc="-10" dirty="0" smtClean="0">
                <a:solidFill>
                  <a:schemeClr val="tx1"/>
                </a:solidFill>
                <a:latin typeface="Times New Roman"/>
                <a:cs typeface="Times New Roman"/>
              </a:rPr>
              <a:t> </a:t>
            </a:r>
            <a:r>
              <a:rPr sz="1600" dirty="0" smtClean="0">
                <a:solidFill>
                  <a:schemeClr val="tx1"/>
                </a:solidFill>
                <a:latin typeface="Times New Roman"/>
                <a:cs typeface="Times New Roman"/>
              </a:rPr>
              <a:t>apply</a:t>
            </a:r>
            <a:r>
              <a:rPr sz="1600" spc="65" dirty="0" smtClean="0">
                <a:solidFill>
                  <a:schemeClr val="tx1"/>
                </a:solidFill>
                <a:latin typeface="Times New Roman"/>
                <a:cs typeface="Times New Roman"/>
              </a:rPr>
              <a:t> </a:t>
            </a:r>
            <a:r>
              <a:rPr sz="1600" dirty="0" smtClean="0">
                <a:solidFill>
                  <a:schemeClr val="tx1"/>
                </a:solidFill>
                <a:latin typeface="Times New Roman"/>
                <a:cs typeface="Times New Roman"/>
              </a:rPr>
              <a:t>only</a:t>
            </a:r>
            <a:r>
              <a:rPr sz="1600" spc="90" dirty="0" smtClean="0">
                <a:solidFill>
                  <a:schemeClr val="tx1"/>
                </a:solidFill>
                <a:latin typeface="Times New Roman"/>
                <a:cs typeface="Times New Roman"/>
              </a:rPr>
              <a:t> </a:t>
            </a:r>
            <a:r>
              <a:rPr sz="1600" dirty="0" smtClean="0">
                <a:solidFill>
                  <a:schemeClr val="tx1"/>
                </a:solidFill>
                <a:latin typeface="Times New Roman"/>
                <a:cs typeface="Times New Roman"/>
              </a:rPr>
              <a:t>to</a:t>
            </a:r>
            <a:r>
              <a:rPr sz="1600" spc="95" dirty="0" smtClean="0">
                <a:solidFill>
                  <a:schemeClr val="tx1"/>
                </a:solidFill>
                <a:latin typeface="Times New Roman"/>
                <a:cs typeface="Times New Roman"/>
              </a:rPr>
              <a:t> </a:t>
            </a:r>
            <a:r>
              <a:rPr sz="1600" dirty="0" smtClean="0">
                <a:solidFill>
                  <a:schemeClr val="tx1"/>
                </a:solidFill>
                <a:latin typeface="Times New Roman"/>
                <a:cs typeface="Times New Roman"/>
              </a:rPr>
              <a:t>the</a:t>
            </a:r>
            <a:r>
              <a:rPr sz="1600" spc="50" dirty="0" smtClean="0">
                <a:solidFill>
                  <a:schemeClr val="tx1"/>
                </a:solidFill>
                <a:latin typeface="Times New Roman"/>
                <a:cs typeface="Times New Roman"/>
              </a:rPr>
              <a:t> </a:t>
            </a:r>
            <a:r>
              <a:rPr sz="1600" dirty="0" smtClean="0">
                <a:solidFill>
                  <a:schemeClr val="tx1"/>
                </a:solidFill>
                <a:latin typeface="Times New Roman"/>
                <a:cs typeface="Times New Roman"/>
              </a:rPr>
              <a:t>user</a:t>
            </a:r>
            <a:r>
              <a:rPr sz="1600" spc="30" dirty="0" smtClean="0">
                <a:solidFill>
                  <a:schemeClr val="tx1"/>
                </a:solidFill>
                <a:latin typeface="Times New Roman"/>
                <a:cs typeface="Times New Roman"/>
              </a:rPr>
              <a:t> </a:t>
            </a:r>
            <a:r>
              <a:rPr sz="1600" dirty="0" smtClean="0">
                <a:solidFill>
                  <a:schemeClr val="tx1"/>
                </a:solidFill>
                <a:latin typeface="Times New Roman"/>
                <a:cs typeface="Times New Roman"/>
              </a:rPr>
              <a:t>who</a:t>
            </a:r>
            <a:r>
              <a:rPr sz="1600" spc="85" dirty="0" smtClean="0">
                <a:solidFill>
                  <a:schemeClr val="tx1"/>
                </a:solidFill>
                <a:latin typeface="Times New Roman"/>
                <a:cs typeface="Times New Roman"/>
              </a:rPr>
              <a:t> </a:t>
            </a:r>
            <a:r>
              <a:rPr sz="1600" dirty="0" smtClean="0">
                <a:solidFill>
                  <a:schemeClr val="tx1"/>
                </a:solidFill>
                <a:latin typeface="Times New Roman"/>
                <a:cs typeface="Times New Roman"/>
              </a:rPr>
              <a:t>owns</a:t>
            </a:r>
            <a:r>
              <a:rPr sz="1600" spc="55" dirty="0" smtClean="0">
                <a:solidFill>
                  <a:schemeClr val="tx1"/>
                </a:solidFill>
                <a:latin typeface="Times New Roman"/>
                <a:cs typeface="Times New Roman"/>
              </a:rPr>
              <a:t> </a:t>
            </a:r>
            <a:r>
              <a:rPr sz="1600" dirty="0" smtClean="0">
                <a:solidFill>
                  <a:schemeClr val="tx1"/>
                </a:solidFill>
                <a:latin typeface="Times New Roman"/>
                <a:cs typeface="Times New Roman"/>
              </a:rPr>
              <a:t>the</a:t>
            </a:r>
            <a:r>
              <a:rPr sz="1600" spc="65" dirty="0" smtClean="0">
                <a:solidFill>
                  <a:schemeClr val="tx1"/>
                </a:solidFill>
                <a:latin typeface="Times New Roman"/>
                <a:cs typeface="Times New Roman"/>
              </a:rPr>
              <a:t> </a:t>
            </a:r>
            <a:r>
              <a:rPr sz="1600" spc="-20" dirty="0" smtClean="0">
                <a:solidFill>
                  <a:schemeClr val="tx1"/>
                </a:solidFill>
                <a:latin typeface="Times New Roman"/>
                <a:cs typeface="Times New Roman"/>
              </a:rPr>
              <a:t>file</a:t>
            </a:r>
            <a:r>
              <a:rPr sz="1600" spc="15" dirty="0" smtClean="0">
                <a:solidFill>
                  <a:schemeClr val="tx1"/>
                </a:solidFill>
                <a:latin typeface="Times New Roman"/>
                <a:cs typeface="Times New Roman"/>
              </a:rPr>
              <a:t> </a:t>
            </a:r>
            <a:r>
              <a:rPr sz="1600" spc="30" dirty="0" smtClean="0">
                <a:solidFill>
                  <a:schemeClr val="tx1"/>
                </a:solidFill>
                <a:latin typeface="Times New Roman"/>
                <a:cs typeface="Times New Roman"/>
              </a:rPr>
              <a:t>or</a:t>
            </a:r>
            <a:r>
              <a:rPr lang="en-US" sz="1600" spc="30" dirty="0" smtClean="0">
                <a:solidFill>
                  <a:schemeClr val="tx1"/>
                </a:solidFill>
                <a:latin typeface="Times New Roman"/>
                <a:cs typeface="Times New Roman"/>
              </a:rPr>
              <a:t> </a:t>
            </a:r>
            <a:r>
              <a:rPr lang="en-US" sz="1600" spc="-10" dirty="0" smtClean="0">
                <a:solidFill>
                  <a:schemeClr val="tx1"/>
                </a:solidFill>
                <a:latin typeface="Times New Roman"/>
                <a:cs typeface="Times New Roman"/>
              </a:rPr>
              <a:t>dir</a:t>
            </a:r>
            <a:r>
              <a:rPr sz="1600" spc="-10" dirty="0" smtClean="0">
                <a:solidFill>
                  <a:schemeClr val="tx1"/>
                </a:solidFill>
                <a:latin typeface="Times New Roman"/>
                <a:cs typeface="Times New Roman"/>
              </a:rPr>
              <a:t>ectory</a:t>
            </a:r>
            <a:endParaRPr lang="en-US" sz="1600" spc="-10" dirty="0" smtClean="0">
              <a:solidFill>
                <a:schemeClr val="tx1"/>
              </a:solidFill>
              <a:latin typeface="Times New Roman"/>
              <a:cs typeface="Times New Roman"/>
            </a:endParaRPr>
          </a:p>
          <a:p>
            <a:pPr marL="577850" lvl="1" indent="-120650">
              <a:spcBef>
                <a:spcPts val="100"/>
              </a:spcBef>
              <a:buFont typeface="Arial" panose="020B0604020202020204" pitchFamily="34" charset="0"/>
              <a:buChar char="•"/>
              <a:tabLst>
                <a:tab pos="4533265" algn="l"/>
              </a:tabLst>
            </a:pPr>
            <a:r>
              <a:rPr lang="en-US" sz="1600" dirty="0">
                <a:solidFill>
                  <a:schemeClr val="tx1"/>
                </a:solidFill>
                <a:latin typeface="Times New Roman"/>
                <a:cs typeface="Times New Roman"/>
              </a:rPr>
              <a:t>O</a:t>
            </a:r>
            <a:r>
              <a:rPr sz="1600" dirty="0" smtClean="0">
                <a:solidFill>
                  <a:schemeClr val="tx1"/>
                </a:solidFill>
                <a:latin typeface="Times New Roman"/>
                <a:cs typeface="Times New Roman"/>
              </a:rPr>
              <a:t>wner</a:t>
            </a:r>
            <a:r>
              <a:rPr sz="1600" spc="70" dirty="0" smtClean="0">
                <a:solidFill>
                  <a:schemeClr val="tx1"/>
                </a:solidFill>
                <a:latin typeface="Times New Roman"/>
                <a:cs typeface="Times New Roman"/>
              </a:rPr>
              <a:t> </a:t>
            </a:r>
            <a:r>
              <a:rPr sz="1600" dirty="0" smtClean="0">
                <a:solidFill>
                  <a:schemeClr val="tx1"/>
                </a:solidFill>
                <a:latin typeface="Times New Roman"/>
                <a:cs typeface="Times New Roman"/>
              </a:rPr>
              <a:t>can</a:t>
            </a:r>
            <a:r>
              <a:rPr sz="1600" spc="165" dirty="0" smtClean="0">
                <a:solidFill>
                  <a:schemeClr val="tx1"/>
                </a:solidFill>
                <a:latin typeface="Times New Roman"/>
                <a:cs typeface="Times New Roman"/>
              </a:rPr>
              <a:t> </a:t>
            </a:r>
            <a:r>
              <a:rPr sz="1600" b="1" dirty="0" smtClean="0">
                <a:solidFill>
                  <a:srgbClr val="FF0000"/>
                </a:solidFill>
                <a:latin typeface="Times New Roman"/>
                <a:cs typeface="Times New Roman"/>
              </a:rPr>
              <a:t>re</a:t>
            </a:r>
            <a:r>
              <a:rPr lang="en-US" sz="1600" b="1" dirty="0" smtClean="0">
                <a:solidFill>
                  <a:srgbClr val="FF0000"/>
                </a:solidFill>
                <a:latin typeface="Times New Roman"/>
                <a:cs typeface="Times New Roman"/>
              </a:rPr>
              <a:t>a</a:t>
            </a:r>
            <a:r>
              <a:rPr sz="1600" b="1" dirty="0" smtClean="0">
                <a:solidFill>
                  <a:srgbClr val="FF0000"/>
                </a:solidFill>
                <a:latin typeface="Times New Roman"/>
                <a:cs typeface="Times New Roman"/>
              </a:rPr>
              <a:t>d</a:t>
            </a:r>
            <a:r>
              <a:rPr sz="1600" dirty="0" smtClean="0">
                <a:solidFill>
                  <a:schemeClr val="tx1"/>
                </a:solidFill>
                <a:latin typeface="Times New Roman"/>
                <a:cs typeface="Times New Roman"/>
              </a:rPr>
              <a:t>,</a:t>
            </a:r>
            <a:r>
              <a:rPr sz="1600" spc="114" dirty="0" smtClean="0">
                <a:solidFill>
                  <a:schemeClr val="tx1"/>
                </a:solidFill>
                <a:latin typeface="Times New Roman"/>
                <a:cs typeface="Times New Roman"/>
              </a:rPr>
              <a:t> </a:t>
            </a:r>
            <a:r>
              <a:rPr sz="1600" b="1" dirty="0" smtClean="0">
                <a:solidFill>
                  <a:srgbClr val="FF0000"/>
                </a:solidFill>
                <a:latin typeface="Times New Roman"/>
                <a:cs typeface="Times New Roman"/>
              </a:rPr>
              <a:t>write</a:t>
            </a:r>
            <a:r>
              <a:rPr sz="1600" dirty="0" smtClean="0">
                <a:solidFill>
                  <a:schemeClr val="tx1"/>
                </a:solidFill>
                <a:latin typeface="Times New Roman"/>
                <a:cs typeface="Times New Roman"/>
              </a:rPr>
              <a:t>,</a:t>
            </a:r>
            <a:r>
              <a:rPr sz="1600" spc="50" dirty="0" smtClean="0">
                <a:solidFill>
                  <a:schemeClr val="tx1"/>
                </a:solidFill>
                <a:latin typeface="Times New Roman"/>
                <a:cs typeface="Times New Roman"/>
              </a:rPr>
              <a:t> </a:t>
            </a:r>
            <a:r>
              <a:rPr sz="1600" dirty="0" smtClean="0">
                <a:solidFill>
                  <a:schemeClr val="tx1"/>
                </a:solidFill>
                <a:latin typeface="Times New Roman"/>
                <a:cs typeface="Times New Roman"/>
              </a:rPr>
              <a:t>and</a:t>
            </a:r>
            <a:r>
              <a:rPr sz="1600" spc="210" dirty="0" smtClean="0">
                <a:solidFill>
                  <a:schemeClr val="tx1"/>
                </a:solidFill>
                <a:latin typeface="Times New Roman"/>
                <a:cs typeface="Times New Roman"/>
              </a:rPr>
              <a:t> </a:t>
            </a:r>
            <a:r>
              <a:rPr sz="1600" b="1" dirty="0" smtClean="0">
                <a:solidFill>
                  <a:srgbClr val="FF0000"/>
                </a:solidFill>
                <a:latin typeface="Times New Roman"/>
                <a:cs typeface="Times New Roman"/>
              </a:rPr>
              <a:t>execute</a:t>
            </a:r>
            <a:r>
              <a:rPr sz="1600" spc="165" dirty="0" smtClean="0">
                <a:solidFill>
                  <a:schemeClr val="tx1"/>
                </a:solidFill>
                <a:latin typeface="Times New Roman"/>
                <a:cs typeface="Times New Roman"/>
              </a:rPr>
              <a:t> </a:t>
            </a:r>
            <a:r>
              <a:rPr sz="1600" dirty="0" smtClean="0">
                <a:solidFill>
                  <a:schemeClr val="tx1"/>
                </a:solidFill>
                <a:latin typeface="Times New Roman"/>
                <a:cs typeface="Times New Roman"/>
              </a:rPr>
              <a:t>the</a:t>
            </a:r>
            <a:r>
              <a:rPr sz="1600" spc="235" dirty="0" smtClean="0">
                <a:solidFill>
                  <a:schemeClr val="tx1"/>
                </a:solidFill>
                <a:latin typeface="Times New Roman"/>
                <a:cs typeface="Times New Roman"/>
              </a:rPr>
              <a:t> </a:t>
            </a:r>
            <a:r>
              <a:rPr sz="1600" spc="-20" dirty="0" smtClean="0">
                <a:solidFill>
                  <a:schemeClr val="tx1"/>
                </a:solidFill>
                <a:latin typeface="Times New Roman"/>
                <a:cs typeface="Times New Roman"/>
              </a:rPr>
              <a:t>file</a:t>
            </a:r>
            <a:r>
              <a:rPr sz="1600" spc="85" dirty="0" smtClean="0">
                <a:solidFill>
                  <a:schemeClr val="tx1"/>
                </a:solidFill>
                <a:latin typeface="Times New Roman"/>
                <a:cs typeface="Times New Roman"/>
              </a:rPr>
              <a:t> </a:t>
            </a:r>
            <a:r>
              <a:rPr sz="1600" dirty="0" smtClean="0">
                <a:solidFill>
                  <a:schemeClr val="tx1"/>
                </a:solidFill>
                <a:latin typeface="Times New Roman"/>
                <a:cs typeface="Times New Roman"/>
              </a:rPr>
              <a:t>or</a:t>
            </a:r>
            <a:r>
              <a:rPr sz="1600" spc="310" dirty="0" smtClean="0">
                <a:solidFill>
                  <a:schemeClr val="tx1"/>
                </a:solidFill>
                <a:latin typeface="Times New Roman"/>
                <a:cs typeface="Times New Roman"/>
              </a:rPr>
              <a:t> </a:t>
            </a:r>
            <a:r>
              <a:rPr sz="1600" spc="70" dirty="0" smtClean="0">
                <a:solidFill>
                  <a:schemeClr val="tx1"/>
                </a:solidFill>
                <a:latin typeface="Times New Roman"/>
                <a:cs typeface="Times New Roman"/>
              </a:rPr>
              <a:t>di</a:t>
            </a:r>
            <a:r>
              <a:rPr lang="en-US" sz="1600" spc="70" dirty="0" smtClean="0">
                <a:solidFill>
                  <a:schemeClr val="tx1"/>
                </a:solidFill>
                <a:latin typeface="Times New Roman"/>
                <a:cs typeface="Times New Roman"/>
              </a:rPr>
              <a:t>r</a:t>
            </a:r>
            <a:r>
              <a:rPr sz="1600" spc="70" dirty="0" smtClean="0">
                <a:solidFill>
                  <a:schemeClr val="tx1"/>
                </a:solidFill>
                <a:latin typeface="Times New Roman"/>
                <a:cs typeface="Times New Roman"/>
              </a:rPr>
              <a:t>ecto</a:t>
            </a:r>
            <a:r>
              <a:rPr lang="en-US" sz="1600" spc="70" dirty="0" smtClean="0">
                <a:solidFill>
                  <a:schemeClr val="tx1"/>
                </a:solidFill>
                <a:latin typeface="Times New Roman"/>
                <a:cs typeface="Times New Roman"/>
              </a:rPr>
              <a:t>ry</a:t>
            </a:r>
            <a:r>
              <a:rPr sz="1600" spc="70" dirty="0" smtClean="0">
                <a:solidFill>
                  <a:schemeClr val="tx1"/>
                </a:solidFill>
                <a:latin typeface="Times New Roman"/>
                <a:cs typeface="Times New Roman"/>
              </a:rPr>
              <a:t>;</a:t>
            </a:r>
            <a:r>
              <a:rPr sz="1600" spc="50" dirty="0" smtClean="0">
                <a:solidFill>
                  <a:schemeClr val="tx1"/>
                </a:solidFill>
                <a:latin typeface="Times New Roman"/>
                <a:cs typeface="Times New Roman"/>
              </a:rPr>
              <a:t> </a:t>
            </a:r>
            <a:r>
              <a:rPr sz="1600" dirty="0" smtClean="0">
                <a:solidFill>
                  <a:schemeClr val="tx1"/>
                </a:solidFill>
                <a:latin typeface="Times New Roman"/>
                <a:cs typeface="Times New Roman"/>
              </a:rPr>
              <a:t>and</a:t>
            </a:r>
            <a:r>
              <a:rPr sz="1600" spc="215" dirty="0" smtClean="0">
                <a:solidFill>
                  <a:schemeClr val="tx1"/>
                </a:solidFill>
                <a:latin typeface="Times New Roman"/>
                <a:cs typeface="Times New Roman"/>
              </a:rPr>
              <a:t> </a:t>
            </a:r>
            <a:r>
              <a:rPr sz="1600" b="1" dirty="0" smtClean="0">
                <a:solidFill>
                  <a:schemeClr val="tx1"/>
                </a:solidFill>
                <a:latin typeface="Times New Roman"/>
                <a:cs typeface="Times New Roman"/>
              </a:rPr>
              <a:t>can</a:t>
            </a:r>
            <a:r>
              <a:rPr lang="en-US" sz="1600" b="1" dirty="0" smtClean="0">
                <a:solidFill>
                  <a:schemeClr val="tx1"/>
                </a:solidFill>
                <a:latin typeface="Times New Roman"/>
                <a:cs typeface="Times New Roman"/>
              </a:rPr>
              <a:t> </a:t>
            </a:r>
            <a:r>
              <a:rPr lang="en-US" sz="1600" b="1" spc="-20" dirty="0" smtClean="0">
                <a:solidFill>
                  <a:schemeClr val="tx1"/>
                </a:solidFill>
                <a:latin typeface="Times New Roman"/>
                <a:cs typeface="Times New Roman"/>
              </a:rPr>
              <a:t>a</a:t>
            </a:r>
            <a:r>
              <a:rPr sz="1600" b="1" spc="-20" dirty="0" smtClean="0">
                <a:solidFill>
                  <a:schemeClr val="tx1"/>
                </a:solidFill>
                <a:latin typeface="Times New Roman"/>
                <a:cs typeface="Times New Roman"/>
              </a:rPr>
              <a:t>lso </a:t>
            </a:r>
            <a:r>
              <a:rPr sz="1600" b="1" dirty="0" smtClean="0">
                <a:solidFill>
                  <a:schemeClr val="tx1"/>
                </a:solidFill>
                <a:latin typeface="Times New Roman"/>
                <a:cs typeface="Times New Roman"/>
              </a:rPr>
              <a:t>change</a:t>
            </a:r>
            <a:r>
              <a:rPr sz="1600" b="1" spc="140" dirty="0" smtClean="0">
                <a:solidFill>
                  <a:schemeClr val="tx1"/>
                </a:solidFill>
                <a:latin typeface="Times New Roman"/>
                <a:cs typeface="Times New Roman"/>
              </a:rPr>
              <a:t> </a:t>
            </a:r>
            <a:r>
              <a:rPr sz="1600" b="1" dirty="0" smtClean="0">
                <a:solidFill>
                  <a:schemeClr val="tx1"/>
                </a:solidFill>
                <a:latin typeface="Times New Roman"/>
                <a:cs typeface="Times New Roman"/>
              </a:rPr>
              <a:t>its</a:t>
            </a:r>
            <a:r>
              <a:rPr sz="1600" b="1" spc="130" dirty="0" smtClean="0">
                <a:solidFill>
                  <a:schemeClr val="tx1"/>
                </a:solidFill>
                <a:latin typeface="Times New Roman"/>
                <a:cs typeface="Times New Roman"/>
              </a:rPr>
              <a:t> </a:t>
            </a:r>
            <a:r>
              <a:rPr sz="1600" b="1" spc="-10" dirty="0" smtClean="0">
                <a:solidFill>
                  <a:schemeClr val="tx1"/>
                </a:solidFill>
                <a:latin typeface="Times New Roman"/>
                <a:cs typeface="Times New Roman"/>
              </a:rPr>
              <a:t>permissions</a:t>
            </a:r>
            <a:r>
              <a:rPr sz="1600" spc="-10" dirty="0" smtClean="0">
                <a:solidFill>
                  <a:schemeClr val="tx1"/>
                </a:solidFill>
                <a:latin typeface="Times New Roman"/>
                <a:cs typeface="Times New Roman"/>
              </a:rPr>
              <a:t>.</a:t>
            </a:r>
            <a:endParaRPr sz="1600" dirty="0" smtClean="0">
              <a:solidFill>
                <a:schemeClr val="tx1"/>
              </a:solidFill>
              <a:latin typeface="Times New Roman"/>
              <a:cs typeface="Times New Roman"/>
            </a:endParaRPr>
          </a:p>
          <a:p>
            <a:pPr marL="120650">
              <a:lnSpc>
                <a:spcPct val="100000"/>
              </a:lnSpc>
              <a:spcBef>
                <a:spcPts val="855"/>
              </a:spcBef>
              <a:tabLst>
                <a:tab pos="322580" algn="l"/>
              </a:tabLst>
            </a:pPr>
            <a:r>
              <a:rPr lang="en-US" sz="1600" dirty="0" smtClean="0">
                <a:solidFill>
                  <a:schemeClr val="tx1"/>
                </a:solidFill>
                <a:latin typeface="Times New Roman"/>
                <a:cs typeface="Times New Roman"/>
              </a:rPr>
              <a:t>2. </a:t>
            </a:r>
            <a:r>
              <a:rPr lang="en-US" sz="1600" b="1" dirty="0" smtClean="0">
                <a:solidFill>
                  <a:srgbClr val="FF0000"/>
                </a:solidFill>
                <a:latin typeface="Times New Roman"/>
                <a:cs typeface="Times New Roman"/>
              </a:rPr>
              <a:t>G</a:t>
            </a:r>
            <a:r>
              <a:rPr sz="1600" b="1" dirty="0" smtClean="0">
                <a:solidFill>
                  <a:srgbClr val="FF0000"/>
                </a:solidFill>
                <a:latin typeface="Times New Roman"/>
                <a:cs typeface="Times New Roman"/>
              </a:rPr>
              <a:t>r</a:t>
            </a:r>
            <a:r>
              <a:rPr lang="en-US" sz="1600" b="1" dirty="0" smtClean="0">
                <a:solidFill>
                  <a:srgbClr val="FF0000"/>
                </a:solidFill>
                <a:latin typeface="Times New Roman"/>
                <a:cs typeface="Times New Roman"/>
              </a:rPr>
              <a:t>o</a:t>
            </a:r>
            <a:r>
              <a:rPr sz="1600" b="1" dirty="0" smtClean="0">
                <a:solidFill>
                  <a:srgbClr val="FF0000"/>
                </a:solidFill>
                <a:latin typeface="Times New Roman"/>
                <a:cs typeface="Times New Roman"/>
              </a:rPr>
              <a:t>up</a:t>
            </a:r>
            <a:r>
              <a:rPr sz="1600" dirty="0">
                <a:solidFill>
                  <a:schemeClr val="tx1"/>
                </a:solidFill>
                <a:latin typeface="Times New Roman"/>
                <a:cs typeface="Times New Roman"/>
              </a:rPr>
              <a:t>:</a:t>
            </a:r>
            <a:r>
              <a:rPr sz="1600" spc="425" dirty="0">
                <a:solidFill>
                  <a:schemeClr val="tx1"/>
                </a:solidFill>
                <a:latin typeface="Times New Roman"/>
                <a:cs typeface="Times New Roman"/>
              </a:rPr>
              <a:t> </a:t>
            </a:r>
            <a:r>
              <a:rPr sz="1600" dirty="0">
                <a:solidFill>
                  <a:schemeClr val="tx1"/>
                </a:solidFill>
                <a:latin typeface="Times New Roman"/>
                <a:cs typeface="Times New Roman"/>
              </a:rPr>
              <a:t>apply</a:t>
            </a:r>
            <a:r>
              <a:rPr sz="1600" spc="-10" dirty="0">
                <a:solidFill>
                  <a:schemeClr val="tx1"/>
                </a:solidFill>
                <a:latin typeface="Times New Roman"/>
                <a:cs typeface="Times New Roman"/>
              </a:rPr>
              <a:t> </a:t>
            </a:r>
            <a:r>
              <a:rPr sz="1600" dirty="0">
                <a:solidFill>
                  <a:schemeClr val="tx1"/>
                </a:solidFill>
                <a:latin typeface="Times New Roman"/>
                <a:cs typeface="Times New Roman"/>
              </a:rPr>
              <a:t>only</a:t>
            </a:r>
            <a:r>
              <a:rPr sz="1600" spc="155" dirty="0">
                <a:solidFill>
                  <a:schemeClr val="tx1"/>
                </a:solidFill>
                <a:latin typeface="Times New Roman"/>
                <a:cs typeface="Times New Roman"/>
              </a:rPr>
              <a:t> </a:t>
            </a:r>
            <a:r>
              <a:rPr sz="1600" dirty="0">
                <a:solidFill>
                  <a:schemeClr val="tx1"/>
                </a:solidFill>
                <a:latin typeface="Times New Roman"/>
                <a:cs typeface="Times New Roman"/>
              </a:rPr>
              <a:t>to</a:t>
            </a:r>
            <a:r>
              <a:rPr sz="1600" spc="90" dirty="0">
                <a:solidFill>
                  <a:schemeClr val="tx1"/>
                </a:solidFill>
                <a:latin typeface="Times New Roman"/>
                <a:cs typeface="Times New Roman"/>
              </a:rPr>
              <a:t> </a:t>
            </a:r>
            <a:r>
              <a:rPr sz="1600" dirty="0">
                <a:solidFill>
                  <a:schemeClr val="tx1"/>
                </a:solidFill>
                <a:latin typeface="Times New Roman"/>
                <a:cs typeface="Times New Roman"/>
              </a:rPr>
              <a:t>the group</a:t>
            </a:r>
            <a:r>
              <a:rPr sz="1600" spc="85" dirty="0">
                <a:solidFill>
                  <a:schemeClr val="tx1"/>
                </a:solidFill>
                <a:latin typeface="Times New Roman"/>
                <a:cs typeface="Times New Roman"/>
              </a:rPr>
              <a:t> </a:t>
            </a:r>
            <a:r>
              <a:rPr sz="1600" dirty="0">
                <a:solidFill>
                  <a:schemeClr val="tx1"/>
                </a:solidFill>
                <a:latin typeface="Times New Roman"/>
                <a:cs typeface="Times New Roman"/>
              </a:rPr>
              <a:t>assigned</a:t>
            </a:r>
            <a:r>
              <a:rPr sz="1600" spc="135" dirty="0">
                <a:solidFill>
                  <a:schemeClr val="tx1"/>
                </a:solidFill>
                <a:latin typeface="Times New Roman"/>
                <a:cs typeface="Times New Roman"/>
              </a:rPr>
              <a:t> </a:t>
            </a:r>
            <a:r>
              <a:rPr sz="1600" dirty="0">
                <a:solidFill>
                  <a:schemeClr val="tx1"/>
                </a:solidFill>
                <a:latin typeface="Times New Roman"/>
                <a:cs typeface="Times New Roman"/>
              </a:rPr>
              <a:t>to</a:t>
            </a:r>
            <a:r>
              <a:rPr sz="1600" spc="85" dirty="0">
                <a:solidFill>
                  <a:schemeClr val="tx1"/>
                </a:solidFill>
                <a:latin typeface="Times New Roman"/>
                <a:cs typeface="Times New Roman"/>
              </a:rPr>
              <a:t> </a:t>
            </a:r>
            <a:r>
              <a:rPr sz="1600" dirty="0">
                <a:solidFill>
                  <a:schemeClr val="tx1"/>
                </a:solidFill>
                <a:latin typeface="Times New Roman"/>
                <a:cs typeface="Times New Roman"/>
              </a:rPr>
              <a:t>the</a:t>
            </a:r>
            <a:r>
              <a:rPr sz="1600" spc="150" dirty="0">
                <a:solidFill>
                  <a:schemeClr val="tx1"/>
                </a:solidFill>
                <a:latin typeface="Times New Roman"/>
                <a:cs typeface="Times New Roman"/>
              </a:rPr>
              <a:t> </a:t>
            </a:r>
            <a:r>
              <a:rPr sz="1600" spc="-20" dirty="0">
                <a:solidFill>
                  <a:schemeClr val="tx1"/>
                </a:solidFill>
                <a:latin typeface="Times New Roman"/>
                <a:cs typeface="Times New Roman"/>
              </a:rPr>
              <a:t>file</a:t>
            </a:r>
            <a:r>
              <a:rPr sz="1600" spc="15" dirty="0">
                <a:solidFill>
                  <a:schemeClr val="tx1"/>
                </a:solidFill>
                <a:latin typeface="Times New Roman"/>
                <a:cs typeface="Times New Roman"/>
              </a:rPr>
              <a:t> </a:t>
            </a:r>
            <a:r>
              <a:rPr sz="1600" spc="55" dirty="0">
                <a:solidFill>
                  <a:schemeClr val="tx1"/>
                </a:solidFill>
                <a:latin typeface="Times New Roman"/>
                <a:cs typeface="Times New Roman"/>
              </a:rPr>
              <a:t>or</a:t>
            </a:r>
            <a:r>
              <a:rPr sz="1600" spc="-35" dirty="0">
                <a:solidFill>
                  <a:schemeClr val="tx1"/>
                </a:solidFill>
                <a:latin typeface="Times New Roman"/>
                <a:cs typeface="Times New Roman"/>
              </a:rPr>
              <a:t> </a:t>
            </a:r>
            <a:r>
              <a:rPr sz="1600" spc="-10" dirty="0">
                <a:solidFill>
                  <a:schemeClr val="tx1"/>
                </a:solidFill>
                <a:latin typeface="Times New Roman"/>
                <a:cs typeface="Times New Roman"/>
              </a:rPr>
              <a:t>directory</a:t>
            </a:r>
            <a:endParaRPr sz="1600" dirty="0">
              <a:solidFill>
                <a:schemeClr val="tx1"/>
              </a:solidFill>
              <a:latin typeface="Times New Roman"/>
              <a:cs typeface="Times New Roman"/>
            </a:endParaRPr>
          </a:p>
          <a:p>
            <a:pPr marL="577850" indent="-120650">
              <a:lnSpc>
                <a:spcPct val="100000"/>
              </a:lnSpc>
              <a:spcBef>
                <a:spcPts val="1050"/>
              </a:spcBef>
              <a:buFont typeface="Arial" panose="020B0604020202020204" pitchFamily="34" charset="0"/>
              <a:buChar char="•"/>
              <a:tabLst>
                <a:tab pos="577850" algn="l"/>
              </a:tabLst>
            </a:pPr>
            <a:r>
              <a:rPr lang="en-US" sz="1600" dirty="0" smtClean="0">
                <a:solidFill>
                  <a:schemeClr val="tx1"/>
                </a:solidFill>
                <a:latin typeface="Times New Roman"/>
                <a:cs typeface="Times New Roman"/>
              </a:rPr>
              <a:t>Group </a:t>
            </a:r>
            <a:r>
              <a:rPr sz="1600" dirty="0" smtClean="0">
                <a:solidFill>
                  <a:schemeClr val="tx1"/>
                </a:solidFill>
                <a:latin typeface="Times New Roman"/>
                <a:cs typeface="Times New Roman"/>
              </a:rPr>
              <a:t>can</a:t>
            </a:r>
            <a:r>
              <a:rPr sz="1600" spc="150" dirty="0" smtClean="0">
                <a:solidFill>
                  <a:schemeClr val="tx1"/>
                </a:solidFill>
                <a:latin typeface="Times New Roman"/>
                <a:cs typeface="Times New Roman"/>
              </a:rPr>
              <a:t> </a:t>
            </a:r>
            <a:r>
              <a:rPr sz="1600" dirty="0">
                <a:solidFill>
                  <a:schemeClr val="tx1"/>
                </a:solidFill>
                <a:latin typeface="Times New Roman"/>
                <a:cs typeface="Times New Roman"/>
              </a:rPr>
              <a:t>read,</a:t>
            </a:r>
            <a:r>
              <a:rPr sz="1600" spc="-55" dirty="0">
                <a:solidFill>
                  <a:schemeClr val="tx1"/>
                </a:solidFill>
                <a:latin typeface="Times New Roman"/>
                <a:cs typeface="Times New Roman"/>
              </a:rPr>
              <a:t> </a:t>
            </a:r>
            <a:r>
              <a:rPr sz="1600" dirty="0">
                <a:solidFill>
                  <a:schemeClr val="tx1"/>
                </a:solidFill>
                <a:latin typeface="Times New Roman"/>
                <a:cs typeface="Times New Roman"/>
              </a:rPr>
              <a:t>write,</a:t>
            </a:r>
            <a:r>
              <a:rPr sz="1600" spc="70" dirty="0">
                <a:solidFill>
                  <a:schemeClr val="tx1"/>
                </a:solidFill>
                <a:latin typeface="Times New Roman"/>
                <a:cs typeface="Times New Roman"/>
              </a:rPr>
              <a:t> </a:t>
            </a:r>
            <a:r>
              <a:rPr sz="1600" dirty="0">
                <a:solidFill>
                  <a:schemeClr val="tx1"/>
                </a:solidFill>
                <a:latin typeface="Times New Roman"/>
                <a:cs typeface="Times New Roman"/>
              </a:rPr>
              <a:t>and</a:t>
            </a:r>
            <a:r>
              <a:rPr sz="1600" spc="120" dirty="0">
                <a:solidFill>
                  <a:schemeClr val="tx1"/>
                </a:solidFill>
                <a:latin typeface="Times New Roman"/>
                <a:cs typeface="Times New Roman"/>
              </a:rPr>
              <a:t> </a:t>
            </a:r>
            <a:r>
              <a:rPr sz="1600" dirty="0">
                <a:solidFill>
                  <a:schemeClr val="tx1"/>
                </a:solidFill>
                <a:latin typeface="Times New Roman"/>
                <a:cs typeface="Times New Roman"/>
              </a:rPr>
              <a:t>execute</a:t>
            </a:r>
            <a:r>
              <a:rPr sz="1600" spc="90" dirty="0">
                <a:solidFill>
                  <a:schemeClr val="tx1"/>
                </a:solidFill>
                <a:latin typeface="Times New Roman"/>
                <a:cs typeface="Times New Roman"/>
              </a:rPr>
              <a:t> </a:t>
            </a:r>
            <a:r>
              <a:rPr sz="1600" dirty="0">
                <a:solidFill>
                  <a:schemeClr val="tx1"/>
                </a:solidFill>
                <a:latin typeface="Times New Roman"/>
                <a:cs typeface="Times New Roman"/>
              </a:rPr>
              <a:t>the</a:t>
            </a:r>
            <a:r>
              <a:rPr sz="1600" spc="50" dirty="0">
                <a:solidFill>
                  <a:schemeClr val="tx1"/>
                </a:solidFill>
                <a:latin typeface="Times New Roman"/>
                <a:cs typeface="Times New Roman"/>
              </a:rPr>
              <a:t> </a:t>
            </a:r>
            <a:r>
              <a:rPr sz="1600" spc="-20" dirty="0">
                <a:solidFill>
                  <a:schemeClr val="tx1"/>
                </a:solidFill>
                <a:latin typeface="Times New Roman"/>
                <a:cs typeface="Times New Roman"/>
              </a:rPr>
              <a:t>file</a:t>
            </a:r>
            <a:r>
              <a:rPr sz="1600" dirty="0">
                <a:solidFill>
                  <a:schemeClr val="tx1"/>
                </a:solidFill>
                <a:latin typeface="Times New Roman"/>
                <a:cs typeface="Times New Roman"/>
              </a:rPr>
              <a:t> </a:t>
            </a:r>
            <a:r>
              <a:rPr lang="en-US" sz="1600" dirty="0" smtClean="0">
                <a:solidFill>
                  <a:schemeClr val="tx1"/>
                </a:solidFill>
                <a:latin typeface="Times New Roman"/>
                <a:cs typeface="Times New Roman"/>
              </a:rPr>
              <a:t>or</a:t>
            </a:r>
            <a:r>
              <a:rPr sz="1600" spc="335" dirty="0" smtClean="0">
                <a:solidFill>
                  <a:schemeClr val="tx1"/>
                </a:solidFill>
                <a:latin typeface="Times New Roman"/>
                <a:cs typeface="Times New Roman"/>
              </a:rPr>
              <a:t> </a:t>
            </a:r>
            <a:r>
              <a:rPr lang="en-US" sz="1600" spc="-25" dirty="0" smtClean="0">
                <a:solidFill>
                  <a:schemeClr val="tx1"/>
                </a:solidFill>
                <a:latin typeface="Times New Roman"/>
                <a:cs typeface="Times New Roman"/>
              </a:rPr>
              <a:t>d</a:t>
            </a:r>
            <a:r>
              <a:rPr sz="1600" spc="-25" dirty="0" smtClean="0">
                <a:solidFill>
                  <a:schemeClr val="tx1"/>
                </a:solidFill>
                <a:latin typeface="Times New Roman"/>
                <a:cs typeface="Times New Roman"/>
              </a:rPr>
              <a:t>irectory</a:t>
            </a:r>
            <a:r>
              <a:rPr sz="1600" spc="150" dirty="0" smtClean="0">
                <a:solidFill>
                  <a:schemeClr val="tx1"/>
                </a:solidFill>
                <a:latin typeface="Times New Roman"/>
                <a:cs typeface="Times New Roman"/>
              </a:rPr>
              <a:t> </a:t>
            </a:r>
            <a:r>
              <a:rPr sz="1600" dirty="0">
                <a:solidFill>
                  <a:schemeClr val="tx1"/>
                </a:solidFill>
                <a:latin typeface="Times New Roman"/>
                <a:cs typeface="Times New Roman"/>
              </a:rPr>
              <a:t>but</a:t>
            </a:r>
            <a:r>
              <a:rPr sz="1600" spc="-25" dirty="0">
                <a:solidFill>
                  <a:schemeClr val="tx1"/>
                </a:solidFill>
                <a:latin typeface="Times New Roman"/>
                <a:cs typeface="Times New Roman"/>
              </a:rPr>
              <a:t> </a:t>
            </a:r>
            <a:r>
              <a:rPr sz="1600" spc="-10" dirty="0" smtClean="0">
                <a:solidFill>
                  <a:schemeClr val="tx1"/>
                </a:solidFill>
                <a:latin typeface="Times New Roman"/>
                <a:cs typeface="Times New Roman"/>
              </a:rPr>
              <a:t>other</a:t>
            </a:r>
            <a:r>
              <a:rPr lang="en-US" sz="1600" spc="-10" dirty="0" smtClean="0">
                <a:solidFill>
                  <a:schemeClr val="tx1"/>
                </a:solidFill>
                <a:latin typeface="Times New Roman"/>
                <a:cs typeface="Times New Roman"/>
              </a:rPr>
              <a:t> </a:t>
            </a:r>
            <a:r>
              <a:rPr sz="1600" dirty="0" smtClean="0">
                <a:solidFill>
                  <a:schemeClr val="tx1"/>
                </a:solidFill>
                <a:latin typeface="Times New Roman"/>
                <a:cs typeface="Times New Roman"/>
              </a:rPr>
              <a:t>us</a:t>
            </a:r>
            <a:r>
              <a:rPr lang="en-US" sz="1600" dirty="0" smtClean="0">
                <a:solidFill>
                  <a:schemeClr val="tx1"/>
                </a:solidFill>
                <a:latin typeface="Times New Roman"/>
                <a:cs typeface="Times New Roman"/>
              </a:rPr>
              <a:t>e</a:t>
            </a:r>
            <a:r>
              <a:rPr sz="1600" dirty="0" smtClean="0">
                <a:solidFill>
                  <a:schemeClr val="tx1"/>
                </a:solidFill>
                <a:latin typeface="Times New Roman"/>
                <a:cs typeface="Times New Roman"/>
              </a:rPr>
              <a:t>rs</a:t>
            </a:r>
            <a:r>
              <a:rPr sz="1600" spc="135" dirty="0" smtClean="0">
                <a:solidFill>
                  <a:schemeClr val="tx1"/>
                </a:solidFill>
                <a:latin typeface="Times New Roman"/>
                <a:cs typeface="Times New Roman"/>
              </a:rPr>
              <a:t> </a:t>
            </a:r>
            <a:r>
              <a:rPr sz="1600" spc="55" dirty="0" smtClean="0">
                <a:solidFill>
                  <a:schemeClr val="tx1"/>
                </a:solidFill>
                <a:latin typeface="Times New Roman"/>
                <a:cs typeface="Times New Roman"/>
              </a:rPr>
              <a:t>wh</a:t>
            </a:r>
            <a:r>
              <a:rPr lang="en-US" sz="1600" spc="55" dirty="0" smtClean="0">
                <a:solidFill>
                  <a:schemeClr val="tx1"/>
                </a:solidFill>
                <a:latin typeface="Times New Roman"/>
                <a:cs typeface="Times New Roman"/>
              </a:rPr>
              <a:t>o</a:t>
            </a:r>
            <a:r>
              <a:rPr sz="1600" spc="195" dirty="0" smtClean="0">
                <a:solidFill>
                  <a:schemeClr val="tx1"/>
                </a:solidFill>
                <a:latin typeface="Times New Roman"/>
                <a:cs typeface="Times New Roman"/>
              </a:rPr>
              <a:t> </a:t>
            </a:r>
            <a:r>
              <a:rPr sz="1600" dirty="0">
                <a:solidFill>
                  <a:schemeClr val="tx1"/>
                </a:solidFill>
                <a:latin typeface="Times New Roman"/>
                <a:cs typeface="Times New Roman"/>
              </a:rPr>
              <a:t>are</a:t>
            </a:r>
            <a:r>
              <a:rPr sz="1600" spc="114" dirty="0">
                <a:solidFill>
                  <a:schemeClr val="tx1"/>
                </a:solidFill>
                <a:latin typeface="Times New Roman"/>
                <a:cs typeface="Times New Roman"/>
              </a:rPr>
              <a:t> </a:t>
            </a:r>
            <a:r>
              <a:rPr sz="1600" spc="50" dirty="0" smtClean="0">
                <a:solidFill>
                  <a:schemeClr val="tx1"/>
                </a:solidFill>
                <a:latin typeface="Times New Roman"/>
                <a:cs typeface="Times New Roman"/>
              </a:rPr>
              <a:t>n</a:t>
            </a:r>
            <a:r>
              <a:rPr lang="en-US" sz="1600" spc="50" dirty="0" smtClean="0">
                <a:solidFill>
                  <a:schemeClr val="tx1"/>
                </a:solidFill>
                <a:latin typeface="Times New Roman"/>
                <a:cs typeface="Times New Roman"/>
              </a:rPr>
              <a:t>o</a:t>
            </a:r>
            <a:r>
              <a:rPr sz="1600" spc="50" dirty="0" smtClean="0">
                <a:solidFill>
                  <a:schemeClr val="tx1"/>
                </a:solidFill>
                <a:latin typeface="Times New Roman"/>
                <a:cs typeface="Times New Roman"/>
              </a:rPr>
              <a:t>t</a:t>
            </a:r>
            <a:r>
              <a:rPr sz="1600" spc="229" dirty="0" smtClean="0">
                <a:solidFill>
                  <a:schemeClr val="tx1"/>
                </a:solidFill>
                <a:latin typeface="Times New Roman"/>
                <a:cs typeface="Times New Roman"/>
              </a:rPr>
              <a:t> </a:t>
            </a:r>
            <a:r>
              <a:rPr sz="1600" spc="55" dirty="0">
                <a:solidFill>
                  <a:schemeClr val="tx1"/>
                </a:solidFill>
                <a:latin typeface="Times New Roman"/>
                <a:cs typeface="Times New Roman"/>
              </a:rPr>
              <a:t>part</a:t>
            </a:r>
            <a:r>
              <a:rPr sz="1600" spc="70" dirty="0">
                <a:solidFill>
                  <a:schemeClr val="tx1"/>
                </a:solidFill>
                <a:latin typeface="Times New Roman"/>
                <a:cs typeface="Times New Roman"/>
              </a:rPr>
              <a:t> </a:t>
            </a:r>
            <a:r>
              <a:rPr sz="1600" spc="60" dirty="0">
                <a:solidFill>
                  <a:schemeClr val="tx1"/>
                </a:solidFill>
                <a:latin typeface="Times New Roman"/>
                <a:cs typeface="Times New Roman"/>
              </a:rPr>
              <a:t>of</a:t>
            </a:r>
            <a:r>
              <a:rPr sz="1600" spc="470" dirty="0">
                <a:solidFill>
                  <a:schemeClr val="tx1"/>
                </a:solidFill>
                <a:latin typeface="Times New Roman"/>
                <a:cs typeface="Times New Roman"/>
              </a:rPr>
              <a:t> </a:t>
            </a:r>
            <a:r>
              <a:rPr sz="1600" dirty="0">
                <a:solidFill>
                  <a:schemeClr val="tx1"/>
                </a:solidFill>
                <a:latin typeface="Times New Roman"/>
                <a:cs typeface="Times New Roman"/>
              </a:rPr>
              <a:t>the</a:t>
            </a:r>
            <a:r>
              <a:rPr sz="1600" spc="70" dirty="0">
                <a:solidFill>
                  <a:schemeClr val="tx1"/>
                </a:solidFill>
                <a:latin typeface="Times New Roman"/>
                <a:cs typeface="Times New Roman"/>
              </a:rPr>
              <a:t> </a:t>
            </a:r>
            <a:r>
              <a:rPr sz="1600" spc="90" dirty="0">
                <a:solidFill>
                  <a:schemeClr val="tx1"/>
                </a:solidFill>
                <a:latin typeface="Times New Roman"/>
                <a:cs typeface="Times New Roman"/>
              </a:rPr>
              <a:t>group</a:t>
            </a:r>
            <a:r>
              <a:rPr sz="1600" spc="80" dirty="0">
                <a:solidFill>
                  <a:schemeClr val="tx1"/>
                </a:solidFill>
                <a:latin typeface="Times New Roman"/>
                <a:cs typeface="Times New Roman"/>
              </a:rPr>
              <a:t> </a:t>
            </a:r>
            <a:r>
              <a:rPr sz="1600" spc="40" dirty="0">
                <a:solidFill>
                  <a:schemeClr val="tx1"/>
                </a:solidFill>
                <a:latin typeface="Times New Roman"/>
                <a:cs typeface="Times New Roman"/>
              </a:rPr>
              <a:t>cannot</a:t>
            </a:r>
            <a:endParaRPr sz="1600" dirty="0">
              <a:solidFill>
                <a:schemeClr val="tx1"/>
              </a:solidFill>
              <a:latin typeface="Times New Roman"/>
              <a:cs typeface="Times New Roman"/>
            </a:endParaRPr>
          </a:p>
          <a:p>
            <a:pPr marL="1196975" indent="-1076325">
              <a:lnSpc>
                <a:spcPct val="100000"/>
              </a:lnSpc>
              <a:spcBef>
                <a:spcPts val="1170"/>
              </a:spcBef>
            </a:pPr>
            <a:r>
              <a:rPr lang="en-US" sz="1600" spc="-95" dirty="0" smtClean="0">
                <a:solidFill>
                  <a:schemeClr val="tx1"/>
                </a:solidFill>
                <a:latin typeface="Times New Roman"/>
                <a:cs typeface="Times New Roman"/>
              </a:rPr>
              <a:t>3. </a:t>
            </a:r>
            <a:r>
              <a:rPr lang="en-US" sz="1600" b="1" spc="-95" dirty="0" smtClean="0">
                <a:solidFill>
                  <a:srgbClr val="FF0000"/>
                </a:solidFill>
                <a:latin typeface="Times New Roman"/>
                <a:cs typeface="Times New Roman"/>
              </a:rPr>
              <a:t>All</a:t>
            </a:r>
            <a:r>
              <a:rPr sz="1600" b="1" spc="325" dirty="0" smtClean="0">
                <a:solidFill>
                  <a:srgbClr val="FF0000"/>
                </a:solidFill>
                <a:latin typeface="Times New Roman"/>
                <a:cs typeface="Times New Roman"/>
              </a:rPr>
              <a:t> </a:t>
            </a:r>
            <a:r>
              <a:rPr sz="1600" b="1" dirty="0" smtClean="0">
                <a:solidFill>
                  <a:srgbClr val="FF0000"/>
                </a:solidFill>
                <a:latin typeface="Times New Roman"/>
                <a:cs typeface="Times New Roman"/>
              </a:rPr>
              <a:t>us</a:t>
            </a:r>
            <a:r>
              <a:rPr lang="en-US" sz="1600" b="1" dirty="0" smtClean="0">
                <a:solidFill>
                  <a:srgbClr val="FF0000"/>
                </a:solidFill>
                <a:latin typeface="Times New Roman"/>
                <a:cs typeface="Times New Roman"/>
              </a:rPr>
              <a:t>e</a:t>
            </a:r>
            <a:r>
              <a:rPr sz="1600" b="1" dirty="0" smtClean="0">
                <a:solidFill>
                  <a:srgbClr val="FF0000"/>
                </a:solidFill>
                <a:latin typeface="Times New Roman"/>
                <a:cs typeface="Times New Roman"/>
              </a:rPr>
              <a:t>rs</a:t>
            </a:r>
            <a:r>
              <a:rPr sz="1600" dirty="0" smtClean="0">
                <a:solidFill>
                  <a:schemeClr val="tx1"/>
                </a:solidFill>
                <a:latin typeface="Times New Roman"/>
                <a:cs typeface="Times New Roman"/>
              </a:rPr>
              <a:t>:</a:t>
            </a:r>
            <a:r>
              <a:rPr lang="en-US" sz="1600" spc="484" dirty="0">
                <a:solidFill>
                  <a:schemeClr val="tx1"/>
                </a:solidFill>
                <a:latin typeface="Times New Roman"/>
                <a:cs typeface="Times New Roman"/>
              </a:rPr>
              <a:t> </a:t>
            </a:r>
            <a:r>
              <a:rPr lang="en-US" sz="1600" spc="50" dirty="0" smtClean="0">
                <a:solidFill>
                  <a:schemeClr val="tx1"/>
                </a:solidFill>
                <a:latin typeface="Times New Roman"/>
                <a:cs typeface="Times New Roman"/>
              </a:rPr>
              <a:t>a</a:t>
            </a:r>
            <a:r>
              <a:rPr sz="1600" spc="50" dirty="0" smtClean="0">
                <a:solidFill>
                  <a:schemeClr val="tx1"/>
                </a:solidFill>
                <a:latin typeface="Times New Roman"/>
                <a:cs typeface="Times New Roman"/>
              </a:rPr>
              <a:t>pply</a:t>
            </a:r>
            <a:r>
              <a:rPr sz="1600" spc="150" dirty="0" smtClean="0">
                <a:solidFill>
                  <a:schemeClr val="tx1"/>
                </a:solidFill>
                <a:latin typeface="Times New Roman"/>
                <a:cs typeface="Times New Roman"/>
              </a:rPr>
              <a:t> </a:t>
            </a:r>
            <a:r>
              <a:rPr sz="1600" spc="50" dirty="0">
                <a:solidFill>
                  <a:schemeClr val="tx1"/>
                </a:solidFill>
                <a:latin typeface="Times New Roman"/>
                <a:cs typeface="Times New Roman"/>
              </a:rPr>
              <a:t>to</a:t>
            </a:r>
            <a:r>
              <a:rPr sz="1600" spc="75" dirty="0">
                <a:solidFill>
                  <a:schemeClr val="tx1"/>
                </a:solidFill>
                <a:latin typeface="Times New Roman"/>
                <a:cs typeface="Times New Roman"/>
              </a:rPr>
              <a:t> </a:t>
            </a:r>
            <a:r>
              <a:rPr lang="en-US" sz="1600" dirty="0" smtClean="0">
                <a:solidFill>
                  <a:schemeClr val="tx1"/>
                </a:solidFill>
                <a:latin typeface="Times New Roman"/>
                <a:cs typeface="Times New Roman"/>
              </a:rPr>
              <a:t>a</a:t>
            </a:r>
            <a:r>
              <a:rPr sz="1600" dirty="0" smtClean="0">
                <a:solidFill>
                  <a:schemeClr val="tx1"/>
                </a:solidFill>
                <a:latin typeface="Times New Roman"/>
                <a:cs typeface="Times New Roman"/>
              </a:rPr>
              <a:t>ll</a:t>
            </a:r>
            <a:r>
              <a:rPr sz="1600" spc="75" dirty="0" smtClean="0">
                <a:solidFill>
                  <a:schemeClr val="tx1"/>
                </a:solidFill>
                <a:latin typeface="Times New Roman"/>
                <a:cs typeface="Times New Roman"/>
              </a:rPr>
              <a:t> </a:t>
            </a:r>
            <a:r>
              <a:rPr sz="1600" spc="65" dirty="0">
                <a:solidFill>
                  <a:schemeClr val="tx1"/>
                </a:solidFill>
                <a:latin typeface="Times New Roman"/>
                <a:cs typeface="Times New Roman"/>
              </a:rPr>
              <a:t>other</a:t>
            </a:r>
            <a:r>
              <a:rPr sz="1600" spc="185" dirty="0">
                <a:solidFill>
                  <a:schemeClr val="tx1"/>
                </a:solidFill>
                <a:latin typeface="Times New Roman"/>
                <a:cs typeface="Times New Roman"/>
              </a:rPr>
              <a:t> </a:t>
            </a:r>
            <a:r>
              <a:rPr sz="1600" dirty="0" smtClean="0">
                <a:solidFill>
                  <a:schemeClr val="tx1"/>
                </a:solidFill>
                <a:latin typeface="Times New Roman"/>
                <a:cs typeface="Times New Roman"/>
              </a:rPr>
              <a:t>us</a:t>
            </a:r>
            <a:r>
              <a:rPr lang="en-US" sz="1600" dirty="0" smtClean="0">
                <a:solidFill>
                  <a:schemeClr val="tx1"/>
                </a:solidFill>
                <a:latin typeface="Times New Roman"/>
                <a:cs typeface="Times New Roman"/>
              </a:rPr>
              <a:t>e</a:t>
            </a:r>
            <a:r>
              <a:rPr sz="1600" dirty="0" smtClean="0">
                <a:solidFill>
                  <a:schemeClr val="tx1"/>
                </a:solidFill>
                <a:latin typeface="Times New Roman"/>
                <a:cs typeface="Times New Roman"/>
              </a:rPr>
              <a:t>rs</a:t>
            </a:r>
            <a:r>
              <a:rPr sz="1600" spc="85" dirty="0" smtClean="0">
                <a:solidFill>
                  <a:schemeClr val="tx1"/>
                </a:solidFill>
                <a:latin typeface="Times New Roman"/>
                <a:cs typeface="Times New Roman"/>
              </a:rPr>
              <a:t> </a:t>
            </a:r>
            <a:r>
              <a:rPr sz="1600" dirty="0">
                <a:solidFill>
                  <a:schemeClr val="tx1"/>
                </a:solidFill>
                <a:latin typeface="Times New Roman"/>
                <a:cs typeface="Times New Roman"/>
              </a:rPr>
              <a:t>on</a:t>
            </a:r>
            <a:r>
              <a:rPr sz="1600" spc="335" dirty="0">
                <a:solidFill>
                  <a:schemeClr val="tx1"/>
                </a:solidFill>
                <a:latin typeface="Times New Roman"/>
                <a:cs typeface="Times New Roman"/>
              </a:rPr>
              <a:t> </a:t>
            </a:r>
            <a:r>
              <a:rPr sz="1600" dirty="0">
                <a:solidFill>
                  <a:schemeClr val="tx1"/>
                </a:solidFill>
                <a:latin typeface="Times New Roman"/>
                <a:cs typeface="Times New Roman"/>
              </a:rPr>
              <a:t>the</a:t>
            </a:r>
            <a:r>
              <a:rPr sz="1600" spc="125" dirty="0">
                <a:solidFill>
                  <a:schemeClr val="tx1"/>
                </a:solidFill>
                <a:latin typeface="Times New Roman"/>
                <a:cs typeface="Times New Roman"/>
              </a:rPr>
              <a:t> </a:t>
            </a:r>
            <a:r>
              <a:rPr sz="1600" dirty="0">
                <a:solidFill>
                  <a:schemeClr val="tx1"/>
                </a:solidFill>
                <a:latin typeface="Times New Roman"/>
                <a:cs typeface="Times New Roman"/>
              </a:rPr>
              <a:t>system</a:t>
            </a:r>
            <a:r>
              <a:rPr sz="1600" spc="210" dirty="0">
                <a:solidFill>
                  <a:schemeClr val="tx1"/>
                </a:solidFill>
                <a:latin typeface="Times New Roman"/>
                <a:cs typeface="Times New Roman"/>
              </a:rPr>
              <a:t> </a:t>
            </a:r>
            <a:r>
              <a:rPr sz="1600" spc="70" dirty="0">
                <a:solidFill>
                  <a:schemeClr val="tx1"/>
                </a:solidFill>
                <a:latin typeface="Times New Roman"/>
                <a:cs typeface="Times New Roman"/>
              </a:rPr>
              <a:t>who</a:t>
            </a:r>
            <a:r>
              <a:rPr sz="1600" spc="140" dirty="0">
                <a:solidFill>
                  <a:schemeClr val="tx1"/>
                </a:solidFill>
                <a:latin typeface="Times New Roman"/>
                <a:cs typeface="Times New Roman"/>
              </a:rPr>
              <a:t> </a:t>
            </a:r>
            <a:r>
              <a:rPr sz="1600" dirty="0">
                <a:solidFill>
                  <a:schemeClr val="tx1"/>
                </a:solidFill>
                <a:latin typeface="Times New Roman"/>
                <a:cs typeface="Times New Roman"/>
              </a:rPr>
              <a:t>are</a:t>
            </a:r>
            <a:r>
              <a:rPr sz="1600" spc="185" dirty="0">
                <a:solidFill>
                  <a:schemeClr val="tx1"/>
                </a:solidFill>
                <a:latin typeface="Times New Roman"/>
                <a:cs typeface="Times New Roman"/>
              </a:rPr>
              <a:t> </a:t>
            </a:r>
            <a:r>
              <a:rPr sz="1600" dirty="0">
                <a:solidFill>
                  <a:schemeClr val="tx1"/>
                </a:solidFill>
                <a:latin typeface="Times New Roman"/>
                <a:cs typeface="Times New Roman"/>
              </a:rPr>
              <a:t>not</a:t>
            </a:r>
            <a:r>
              <a:rPr sz="1600" spc="254" dirty="0">
                <a:solidFill>
                  <a:schemeClr val="tx1"/>
                </a:solidFill>
                <a:latin typeface="Times New Roman"/>
                <a:cs typeface="Times New Roman"/>
              </a:rPr>
              <a:t> </a:t>
            </a:r>
            <a:r>
              <a:rPr sz="1600" spc="55" dirty="0">
                <a:solidFill>
                  <a:schemeClr val="tx1"/>
                </a:solidFill>
                <a:latin typeface="Times New Roman"/>
                <a:cs typeface="Times New Roman"/>
              </a:rPr>
              <a:t>owner</a:t>
            </a:r>
            <a:r>
              <a:rPr sz="1600" spc="145" dirty="0">
                <a:solidFill>
                  <a:schemeClr val="tx1"/>
                </a:solidFill>
                <a:latin typeface="Times New Roman"/>
                <a:cs typeface="Times New Roman"/>
              </a:rPr>
              <a:t> </a:t>
            </a:r>
            <a:r>
              <a:rPr sz="1600" spc="25" dirty="0" smtClean="0">
                <a:solidFill>
                  <a:schemeClr val="tx1"/>
                </a:solidFill>
                <a:latin typeface="Times New Roman"/>
                <a:cs typeface="Times New Roman"/>
              </a:rPr>
              <a:t>or</a:t>
            </a:r>
            <a:r>
              <a:rPr lang="en-US" sz="1600" spc="25" dirty="0" smtClean="0">
                <a:solidFill>
                  <a:schemeClr val="tx1"/>
                </a:solidFill>
                <a:latin typeface="Times New Roman"/>
                <a:cs typeface="Times New Roman"/>
              </a:rPr>
              <a:t> </a:t>
            </a:r>
            <a:r>
              <a:rPr sz="1600" spc="-65" dirty="0" smtClean="0">
                <a:solidFill>
                  <a:schemeClr val="tx1"/>
                </a:solidFill>
                <a:latin typeface="Times New Roman"/>
                <a:cs typeface="Times New Roman"/>
              </a:rPr>
              <a:t>p</a:t>
            </a:r>
            <a:r>
              <a:rPr lang="en-US" sz="1600" spc="-65" dirty="0" smtClean="0">
                <a:solidFill>
                  <a:schemeClr val="tx1"/>
                </a:solidFill>
                <a:latin typeface="Times New Roman"/>
                <a:cs typeface="Times New Roman"/>
              </a:rPr>
              <a:t>ar</a:t>
            </a:r>
            <a:r>
              <a:rPr sz="1600" spc="-65" dirty="0" smtClean="0">
                <a:solidFill>
                  <a:schemeClr val="tx1"/>
                </a:solidFill>
                <a:latin typeface="Times New Roman"/>
                <a:cs typeface="Times New Roman"/>
              </a:rPr>
              <a:t>t</a:t>
            </a:r>
            <a:r>
              <a:rPr sz="1600" spc="85" dirty="0" smtClean="0">
                <a:solidFill>
                  <a:schemeClr val="tx1"/>
                </a:solidFill>
                <a:latin typeface="Times New Roman"/>
                <a:cs typeface="Times New Roman"/>
              </a:rPr>
              <a:t> </a:t>
            </a:r>
            <a:r>
              <a:rPr sz="1600" dirty="0">
                <a:solidFill>
                  <a:schemeClr val="tx1"/>
                </a:solidFill>
                <a:latin typeface="Times New Roman"/>
                <a:cs typeface="Times New Roman"/>
              </a:rPr>
              <a:t>of</a:t>
            </a:r>
            <a:r>
              <a:rPr sz="1600" spc="310" dirty="0">
                <a:solidFill>
                  <a:schemeClr val="tx1"/>
                </a:solidFill>
                <a:latin typeface="Times New Roman"/>
                <a:cs typeface="Times New Roman"/>
              </a:rPr>
              <a:t> </a:t>
            </a:r>
            <a:r>
              <a:rPr sz="1600" dirty="0">
                <a:solidFill>
                  <a:schemeClr val="tx1"/>
                </a:solidFill>
                <a:latin typeface="Times New Roman"/>
                <a:cs typeface="Times New Roman"/>
              </a:rPr>
              <a:t>the</a:t>
            </a:r>
            <a:r>
              <a:rPr sz="1600" spc="5" dirty="0">
                <a:solidFill>
                  <a:schemeClr val="tx1"/>
                </a:solidFill>
                <a:latin typeface="Times New Roman"/>
                <a:cs typeface="Times New Roman"/>
              </a:rPr>
              <a:t> </a:t>
            </a:r>
            <a:r>
              <a:rPr lang="en-US" sz="1600" spc="185" dirty="0" smtClean="0">
                <a:solidFill>
                  <a:schemeClr val="tx1"/>
                </a:solidFill>
                <a:latin typeface="Times New Roman"/>
                <a:cs typeface="Times New Roman"/>
              </a:rPr>
              <a:t>gr</a:t>
            </a:r>
            <a:r>
              <a:rPr sz="1600" spc="185" dirty="0" smtClean="0">
                <a:solidFill>
                  <a:schemeClr val="tx1"/>
                </a:solidFill>
                <a:latin typeface="Times New Roman"/>
                <a:cs typeface="Times New Roman"/>
              </a:rPr>
              <a:t>oup</a:t>
            </a:r>
            <a:r>
              <a:rPr sz="1600" spc="-10" dirty="0" smtClean="0">
                <a:solidFill>
                  <a:schemeClr val="tx1"/>
                </a:solidFill>
                <a:latin typeface="Times New Roman"/>
                <a:cs typeface="Times New Roman"/>
              </a:rPr>
              <a:t> </a:t>
            </a:r>
            <a:r>
              <a:rPr sz="1600" dirty="0">
                <a:solidFill>
                  <a:schemeClr val="tx1"/>
                </a:solidFill>
                <a:latin typeface="Times New Roman"/>
                <a:cs typeface="Times New Roman"/>
              </a:rPr>
              <a:t>assigned</a:t>
            </a:r>
            <a:r>
              <a:rPr sz="1600" spc="220" dirty="0">
                <a:solidFill>
                  <a:schemeClr val="tx1"/>
                </a:solidFill>
                <a:latin typeface="Times New Roman"/>
                <a:cs typeface="Times New Roman"/>
              </a:rPr>
              <a:t> </a:t>
            </a:r>
            <a:r>
              <a:rPr sz="1600" dirty="0">
                <a:solidFill>
                  <a:schemeClr val="tx1"/>
                </a:solidFill>
                <a:latin typeface="Times New Roman"/>
                <a:cs typeface="Times New Roman"/>
              </a:rPr>
              <a:t>to</a:t>
            </a:r>
            <a:r>
              <a:rPr sz="1600" spc="20" dirty="0">
                <a:solidFill>
                  <a:schemeClr val="tx1"/>
                </a:solidFill>
                <a:latin typeface="Times New Roman"/>
                <a:cs typeface="Times New Roman"/>
              </a:rPr>
              <a:t> </a:t>
            </a:r>
            <a:r>
              <a:rPr sz="1600" dirty="0">
                <a:solidFill>
                  <a:schemeClr val="tx1"/>
                </a:solidFill>
                <a:latin typeface="Times New Roman"/>
                <a:cs typeface="Times New Roman"/>
              </a:rPr>
              <a:t>the</a:t>
            </a:r>
            <a:r>
              <a:rPr sz="1600" spc="70" dirty="0">
                <a:solidFill>
                  <a:schemeClr val="tx1"/>
                </a:solidFill>
                <a:latin typeface="Times New Roman"/>
                <a:cs typeface="Times New Roman"/>
              </a:rPr>
              <a:t> </a:t>
            </a:r>
            <a:r>
              <a:rPr sz="1600" spc="-20" dirty="0">
                <a:solidFill>
                  <a:schemeClr val="tx1"/>
                </a:solidFill>
                <a:latin typeface="Times New Roman"/>
                <a:cs typeface="Times New Roman"/>
              </a:rPr>
              <a:t>file</a:t>
            </a:r>
            <a:r>
              <a:rPr sz="1600" spc="20" dirty="0">
                <a:solidFill>
                  <a:schemeClr val="tx1"/>
                </a:solidFill>
                <a:latin typeface="Times New Roman"/>
                <a:cs typeface="Times New Roman"/>
              </a:rPr>
              <a:t> </a:t>
            </a:r>
            <a:r>
              <a:rPr sz="1600" spc="55" dirty="0">
                <a:solidFill>
                  <a:schemeClr val="tx1"/>
                </a:solidFill>
                <a:latin typeface="Times New Roman"/>
                <a:cs typeface="Times New Roman"/>
              </a:rPr>
              <a:t>or</a:t>
            </a:r>
            <a:r>
              <a:rPr sz="1600" spc="-25" dirty="0">
                <a:solidFill>
                  <a:schemeClr val="tx1"/>
                </a:solidFill>
                <a:latin typeface="Times New Roman"/>
                <a:cs typeface="Times New Roman"/>
              </a:rPr>
              <a:t> </a:t>
            </a:r>
            <a:r>
              <a:rPr sz="1600" spc="-10" dirty="0">
                <a:solidFill>
                  <a:schemeClr val="tx1"/>
                </a:solidFill>
                <a:latin typeface="Times New Roman"/>
                <a:cs typeface="Times New Roman"/>
              </a:rPr>
              <a:t>directory</a:t>
            </a:r>
            <a:endParaRPr sz="1600" dirty="0">
              <a:solidFill>
                <a:schemeClr val="tx1"/>
              </a:solidFill>
              <a:latin typeface="Times New Roman"/>
              <a:cs typeface="Times New Roman"/>
            </a:endParaRPr>
          </a:p>
          <a:p>
            <a:pPr marL="577850" indent="-120650">
              <a:lnSpc>
                <a:spcPct val="100000"/>
              </a:lnSpc>
              <a:spcBef>
                <a:spcPts val="1100"/>
              </a:spcBef>
              <a:buFont typeface="Arial" panose="020B0604020202020204" pitchFamily="34" charset="0"/>
              <a:buChar char="•"/>
            </a:pPr>
            <a:r>
              <a:rPr lang="en-US" sz="1600" dirty="0" smtClean="0">
                <a:solidFill>
                  <a:schemeClr val="tx1"/>
                </a:solidFill>
                <a:latin typeface="Times New Roman"/>
                <a:cs typeface="Times New Roman"/>
              </a:rPr>
              <a:t>These</a:t>
            </a:r>
            <a:r>
              <a:rPr sz="1600" spc="200" dirty="0" smtClean="0">
                <a:solidFill>
                  <a:schemeClr val="tx1"/>
                </a:solidFill>
                <a:latin typeface="Times New Roman"/>
                <a:cs typeface="Times New Roman"/>
              </a:rPr>
              <a:t> </a:t>
            </a:r>
            <a:r>
              <a:rPr sz="1600" dirty="0">
                <a:solidFill>
                  <a:schemeClr val="tx1"/>
                </a:solidFill>
                <a:latin typeface="Times New Roman"/>
                <a:cs typeface="Times New Roman"/>
              </a:rPr>
              <a:t>users</a:t>
            </a:r>
            <a:r>
              <a:rPr sz="1600" spc="125" dirty="0">
                <a:solidFill>
                  <a:schemeClr val="tx1"/>
                </a:solidFill>
                <a:latin typeface="Times New Roman"/>
                <a:cs typeface="Times New Roman"/>
              </a:rPr>
              <a:t> </a:t>
            </a:r>
            <a:r>
              <a:rPr sz="1600" dirty="0">
                <a:solidFill>
                  <a:schemeClr val="tx1"/>
                </a:solidFill>
                <a:latin typeface="Times New Roman"/>
                <a:cs typeface="Times New Roman"/>
              </a:rPr>
              <a:t>can</a:t>
            </a:r>
            <a:r>
              <a:rPr sz="1600" spc="110" dirty="0">
                <a:solidFill>
                  <a:schemeClr val="tx1"/>
                </a:solidFill>
                <a:latin typeface="Times New Roman"/>
                <a:cs typeface="Times New Roman"/>
              </a:rPr>
              <a:t> </a:t>
            </a:r>
            <a:r>
              <a:rPr lang="en-US" sz="1600" dirty="0" smtClean="0">
                <a:solidFill>
                  <a:schemeClr val="tx1"/>
                </a:solidFill>
                <a:latin typeface="Times New Roman"/>
                <a:cs typeface="Times New Roman"/>
              </a:rPr>
              <a:t>re</a:t>
            </a:r>
            <a:r>
              <a:rPr sz="1600" dirty="0" smtClean="0">
                <a:solidFill>
                  <a:schemeClr val="tx1"/>
                </a:solidFill>
                <a:latin typeface="Times New Roman"/>
                <a:cs typeface="Times New Roman"/>
              </a:rPr>
              <a:t>ad</a:t>
            </a:r>
            <a:r>
              <a:rPr sz="1600" dirty="0">
                <a:solidFill>
                  <a:schemeClr val="tx1"/>
                </a:solidFill>
                <a:latin typeface="Times New Roman"/>
                <a:cs typeface="Times New Roman"/>
              </a:rPr>
              <a:t>,</a:t>
            </a:r>
            <a:r>
              <a:rPr sz="1600" spc="60" dirty="0">
                <a:solidFill>
                  <a:schemeClr val="tx1"/>
                </a:solidFill>
                <a:latin typeface="Times New Roman"/>
                <a:cs typeface="Times New Roman"/>
              </a:rPr>
              <a:t> </a:t>
            </a:r>
            <a:r>
              <a:rPr sz="1600" dirty="0">
                <a:solidFill>
                  <a:schemeClr val="tx1"/>
                </a:solidFill>
                <a:latin typeface="Times New Roman"/>
                <a:cs typeface="Times New Roman"/>
              </a:rPr>
              <a:t>write,</a:t>
            </a:r>
            <a:r>
              <a:rPr sz="1600" spc="105" dirty="0">
                <a:solidFill>
                  <a:schemeClr val="tx1"/>
                </a:solidFill>
                <a:latin typeface="Times New Roman"/>
                <a:cs typeface="Times New Roman"/>
              </a:rPr>
              <a:t> </a:t>
            </a:r>
            <a:r>
              <a:rPr sz="1600" dirty="0">
                <a:solidFill>
                  <a:schemeClr val="tx1"/>
                </a:solidFill>
                <a:latin typeface="Times New Roman"/>
                <a:cs typeface="Times New Roman"/>
              </a:rPr>
              <a:t>and</a:t>
            </a:r>
            <a:r>
              <a:rPr sz="1600" spc="165" dirty="0">
                <a:solidFill>
                  <a:schemeClr val="tx1"/>
                </a:solidFill>
                <a:latin typeface="Times New Roman"/>
                <a:cs typeface="Times New Roman"/>
              </a:rPr>
              <a:t> </a:t>
            </a:r>
            <a:r>
              <a:rPr sz="1600" dirty="0">
                <a:solidFill>
                  <a:schemeClr val="tx1"/>
                </a:solidFill>
                <a:latin typeface="Times New Roman"/>
                <a:cs typeface="Times New Roman"/>
              </a:rPr>
              <a:t>executc</a:t>
            </a:r>
            <a:r>
              <a:rPr sz="1600" spc="210" dirty="0">
                <a:solidFill>
                  <a:schemeClr val="tx1"/>
                </a:solidFill>
                <a:latin typeface="Times New Roman"/>
                <a:cs typeface="Times New Roman"/>
              </a:rPr>
              <a:t> </a:t>
            </a:r>
            <a:r>
              <a:rPr sz="1600" dirty="0">
                <a:solidFill>
                  <a:schemeClr val="tx1"/>
                </a:solidFill>
                <a:latin typeface="Times New Roman"/>
                <a:cs typeface="Times New Roman"/>
              </a:rPr>
              <a:t>the</a:t>
            </a:r>
            <a:r>
              <a:rPr sz="1600" spc="190" dirty="0">
                <a:solidFill>
                  <a:schemeClr val="tx1"/>
                </a:solidFill>
                <a:latin typeface="Times New Roman"/>
                <a:cs typeface="Times New Roman"/>
              </a:rPr>
              <a:t> </a:t>
            </a:r>
            <a:r>
              <a:rPr sz="1600" dirty="0" smtClean="0">
                <a:solidFill>
                  <a:schemeClr val="tx1"/>
                </a:solidFill>
                <a:latin typeface="Times New Roman"/>
                <a:cs typeface="Times New Roman"/>
              </a:rPr>
              <a:t>fil</a:t>
            </a:r>
            <a:r>
              <a:rPr lang="en-US" sz="1600" dirty="0" smtClean="0">
                <a:solidFill>
                  <a:schemeClr val="tx1"/>
                </a:solidFill>
                <a:latin typeface="Times New Roman"/>
                <a:cs typeface="Times New Roman"/>
              </a:rPr>
              <a:t>e</a:t>
            </a:r>
            <a:r>
              <a:rPr sz="1600" spc="185" dirty="0" smtClean="0">
                <a:solidFill>
                  <a:schemeClr val="tx1"/>
                </a:solidFill>
                <a:latin typeface="Times New Roman"/>
                <a:cs typeface="Times New Roman"/>
              </a:rPr>
              <a:t> </a:t>
            </a:r>
            <a:r>
              <a:rPr lang="en-US" sz="1600" dirty="0" smtClean="0">
                <a:solidFill>
                  <a:schemeClr val="tx1"/>
                </a:solidFill>
                <a:latin typeface="Times New Roman"/>
                <a:cs typeface="Times New Roman"/>
              </a:rPr>
              <a:t>o</a:t>
            </a:r>
            <a:r>
              <a:rPr sz="1600" dirty="0" smtClean="0">
                <a:solidFill>
                  <a:schemeClr val="tx1"/>
                </a:solidFill>
                <a:latin typeface="Times New Roman"/>
                <a:cs typeface="Times New Roman"/>
              </a:rPr>
              <a:t>r</a:t>
            </a:r>
            <a:r>
              <a:rPr sz="1600" spc="114" dirty="0" smtClean="0">
                <a:solidFill>
                  <a:schemeClr val="tx1"/>
                </a:solidFill>
                <a:latin typeface="Times New Roman"/>
                <a:cs typeface="Times New Roman"/>
              </a:rPr>
              <a:t> </a:t>
            </a:r>
            <a:r>
              <a:rPr lang="en-US" sz="1600" dirty="0" smtClean="0">
                <a:solidFill>
                  <a:schemeClr val="tx1"/>
                </a:solidFill>
                <a:latin typeface="Times New Roman"/>
                <a:cs typeface="Times New Roman"/>
              </a:rPr>
              <a:t>d</a:t>
            </a:r>
            <a:r>
              <a:rPr sz="1600" dirty="0" smtClean="0">
                <a:solidFill>
                  <a:schemeClr val="tx1"/>
                </a:solidFill>
                <a:latin typeface="Times New Roman"/>
                <a:cs typeface="Times New Roman"/>
              </a:rPr>
              <a:t>irectory</a:t>
            </a:r>
            <a:r>
              <a:rPr sz="1600" spc="175" dirty="0" smtClean="0">
                <a:solidFill>
                  <a:schemeClr val="tx1"/>
                </a:solidFill>
                <a:latin typeface="Times New Roman"/>
                <a:cs typeface="Times New Roman"/>
              </a:rPr>
              <a:t> </a:t>
            </a:r>
            <a:r>
              <a:rPr sz="1600" b="1" dirty="0">
                <a:solidFill>
                  <a:schemeClr val="tx1"/>
                </a:solidFill>
                <a:latin typeface="Times New Roman"/>
                <a:cs typeface="Times New Roman"/>
              </a:rPr>
              <a:t>if</a:t>
            </a:r>
            <a:r>
              <a:rPr sz="1600" b="1" spc="325" dirty="0">
                <a:solidFill>
                  <a:schemeClr val="tx1"/>
                </a:solidFill>
                <a:latin typeface="Times New Roman"/>
                <a:cs typeface="Times New Roman"/>
              </a:rPr>
              <a:t> </a:t>
            </a:r>
            <a:r>
              <a:rPr sz="1600" b="1" spc="-25" dirty="0" smtClean="0">
                <a:solidFill>
                  <a:schemeClr val="tx1"/>
                </a:solidFill>
                <a:latin typeface="Times New Roman"/>
                <a:cs typeface="Times New Roman"/>
              </a:rPr>
              <a:t>th</a:t>
            </a:r>
            <a:r>
              <a:rPr lang="en-US" sz="1600" b="1" spc="-25" dirty="0" smtClean="0">
                <a:solidFill>
                  <a:schemeClr val="tx1"/>
                </a:solidFill>
                <a:latin typeface="Times New Roman"/>
                <a:cs typeface="Times New Roman"/>
              </a:rPr>
              <a:t>e other permissions allow it</a:t>
            </a:r>
            <a:endParaRPr sz="1600" b="1" dirty="0">
              <a:solidFill>
                <a:schemeClr val="tx1"/>
              </a:solidFill>
              <a:latin typeface="Times New Roman"/>
              <a:cs typeface="Times New Roman"/>
            </a:endParaRPr>
          </a:p>
        </p:txBody>
      </p:sp>
      <p:sp>
        <p:nvSpPr>
          <p:cNvPr id="6" name="object 3"/>
          <p:cNvSpPr txBox="1">
            <a:spLocks/>
          </p:cNvSpPr>
          <p:nvPr/>
        </p:nvSpPr>
        <p:spPr>
          <a:xfrm>
            <a:off x="368300" y="142875"/>
            <a:ext cx="4622105" cy="382156"/>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12700">
              <a:spcBef>
                <a:spcPts val="100"/>
              </a:spcBef>
            </a:pPr>
            <a:r>
              <a:rPr lang="en-US" sz="2400" b="1" dirty="0" smtClean="0">
                <a:solidFill>
                  <a:srgbClr val="FF0000"/>
                </a:solidFill>
                <a:latin typeface="Times New Roman" panose="02020603050405020304" pitchFamily="18" charset="0"/>
                <a:cs typeface="Times New Roman" panose="02020603050405020304" pitchFamily="18" charset="0"/>
              </a:rPr>
              <a:t>Permissions</a:t>
            </a:r>
            <a:r>
              <a:rPr lang="en-US" sz="2400" b="1" spc="175" dirty="0" smtClean="0">
                <a:solidFill>
                  <a:srgbClr val="FF0000"/>
                </a:solidFill>
                <a:latin typeface="Times New Roman" panose="02020603050405020304" pitchFamily="18" charset="0"/>
                <a:cs typeface="Times New Roman" panose="02020603050405020304" pitchFamily="18" charset="0"/>
              </a:rPr>
              <a:t> and </a:t>
            </a:r>
            <a:r>
              <a:rPr lang="en-US" sz="2400" b="1" spc="-10" dirty="0" smtClean="0">
                <a:solidFill>
                  <a:srgbClr val="FF0000"/>
                </a:solidFill>
                <a:latin typeface="Times New Roman" panose="02020603050405020304" pitchFamily="18" charset="0"/>
                <a:cs typeface="Times New Roman" panose="02020603050405020304" pitchFamily="18" charset="0"/>
              </a:rPr>
              <a:t>Groups</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16" name="Date Placeholder 15"/>
          <p:cNvSpPr>
            <a:spLocks noGrp="1"/>
          </p:cNvSpPr>
          <p:nvPr>
            <p:ph type="dt" sz="half" idx="6"/>
          </p:nvPr>
        </p:nvSpPr>
        <p:spPr/>
        <p:txBody>
          <a:bodyPr/>
          <a:lstStyle/>
          <a:p>
            <a:fld id="{F7AE54C4-9318-4569-9D6A-EBB4A8C30AF5}"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18676" y="734045"/>
            <a:ext cx="6007100" cy="3218830"/>
          </a:xfrm>
          <a:prstGeom prst="rect">
            <a:avLst/>
          </a:prstGeom>
        </p:spPr>
        <p:txBody>
          <a:bodyPr vert="horz" wrap="square" lIns="0" tIns="12700" rIns="0" bIns="0" rtlCol="0">
            <a:spAutoFit/>
          </a:bodyPr>
          <a:lstStyle/>
          <a:p>
            <a:pPr marL="228600" indent="-228600">
              <a:lnSpc>
                <a:spcPct val="100000"/>
              </a:lnSpc>
              <a:spcBef>
                <a:spcPts val="100"/>
              </a:spcBef>
              <a:buFont typeface="Arial" panose="020B0604020202020204" pitchFamily="34" charset="0"/>
              <a:buChar char="•"/>
              <a:tabLst>
                <a:tab pos="349250" algn="l"/>
              </a:tabLst>
            </a:pPr>
            <a:r>
              <a:rPr lang="en-US" sz="2000" dirty="0" smtClean="0">
                <a:solidFill>
                  <a:schemeClr val="tx1"/>
                </a:solidFill>
                <a:latin typeface="Times New Roman"/>
                <a:cs typeface="Times New Roman"/>
              </a:rPr>
              <a:t>There</a:t>
            </a:r>
            <a:r>
              <a:rPr lang="en-US" sz="2000" spc="-65" dirty="0" smtClean="0">
                <a:solidFill>
                  <a:schemeClr val="tx1"/>
                </a:solidFill>
                <a:latin typeface="Times New Roman"/>
                <a:cs typeface="Times New Roman"/>
              </a:rPr>
              <a:t> </a:t>
            </a:r>
            <a:r>
              <a:rPr lang="en-US" sz="2000" dirty="0" smtClean="0">
                <a:solidFill>
                  <a:schemeClr val="tx1"/>
                </a:solidFill>
                <a:latin typeface="Times New Roman"/>
                <a:cs typeface="Times New Roman"/>
              </a:rPr>
              <a:t>are</a:t>
            </a:r>
            <a:r>
              <a:rPr lang="en-US" sz="2000" spc="-50" dirty="0" smtClean="0">
                <a:solidFill>
                  <a:schemeClr val="tx1"/>
                </a:solidFill>
                <a:latin typeface="Times New Roman"/>
                <a:cs typeface="Times New Roman"/>
              </a:rPr>
              <a:t> </a:t>
            </a:r>
            <a:r>
              <a:rPr lang="en-US" sz="2000" b="1" dirty="0" smtClean="0">
                <a:solidFill>
                  <a:srgbClr val="FF0000"/>
                </a:solidFill>
                <a:latin typeface="Times New Roman"/>
                <a:cs typeface="Times New Roman"/>
              </a:rPr>
              <a:t>three</a:t>
            </a:r>
            <a:r>
              <a:rPr lang="en-US" sz="2000" spc="25" dirty="0" smtClean="0">
                <a:solidFill>
                  <a:schemeClr val="tx1"/>
                </a:solidFill>
                <a:latin typeface="Times New Roman"/>
                <a:cs typeface="Times New Roman"/>
              </a:rPr>
              <a:t> </a:t>
            </a:r>
            <a:r>
              <a:rPr lang="en-US" sz="2000" spc="-70" dirty="0" smtClean="0">
                <a:solidFill>
                  <a:schemeClr val="tx1"/>
                </a:solidFill>
                <a:latin typeface="Times New Roman"/>
                <a:cs typeface="Times New Roman"/>
              </a:rPr>
              <a:t>types</a:t>
            </a:r>
            <a:r>
              <a:rPr lang="en-US" sz="2000" spc="-20" dirty="0" smtClean="0">
                <a:solidFill>
                  <a:schemeClr val="tx1"/>
                </a:solidFill>
                <a:latin typeface="Times New Roman"/>
                <a:cs typeface="Times New Roman"/>
              </a:rPr>
              <a:t> </a:t>
            </a:r>
            <a:r>
              <a:rPr lang="en-US" sz="2000" dirty="0" smtClean="0">
                <a:solidFill>
                  <a:schemeClr val="tx1"/>
                </a:solidFill>
                <a:latin typeface="Times New Roman"/>
                <a:cs typeface="Times New Roman"/>
              </a:rPr>
              <a:t>of</a:t>
            </a:r>
            <a:r>
              <a:rPr lang="en-US" sz="2000" spc="170" dirty="0" smtClean="0">
                <a:solidFill>
                  <a:schemeClr val="tx1"/>
                </a:solidFill>
                <a:latin typeface="Times New Roman"/>
                <a:cs typeface="Times New Roman"/>
              </a:rPr>
              <a:t> </a:t>
            </a:r>
            <a:r>
              <a:rPr lang="en-US" sz="2000" spc="-45" dirty="0" smtClean="0">
                <a:solidFill>
                  <a:schemeClr val="tx1"/>
                </a:solidFill>
                <a:latin typeface="Times New Roman"/>
                <a:cs typeface="Times New Roman"/>
              </a:rPr>
              <a:t>permissions</a:t>
            </a:r>
            <a:r>
              <a:rPr lang="en-US" sz="2000" spc="45" dirty="0" smtClean="0">
                <a:solidFill>
                  <a:schemeClr val="tx1"/>
                </a:solidFill>
                <a:latin typeface="Times New Roman"/>
                <a:cs typeface="Times New Roman"/>
              </a:rPr>
              <a:t> </a:t>
            </a:r>
            <a:r>
              <a:rPr lang="en-US" sz="2000" dirty="0" smtClean="0">
                <a:solidFill>
                  <a:schemeClr val="tx1"/>
                </a:solidFill>
                <a:latin typeface="Times New Roman"/>
                <a:cs typeface="Times New Roman"/>
              </a:rPr>
              <a:t>in</a:t>
            </a:r>
            <a:r>
              <a:rPr lang="en-US" sz="2000" spc="-70" dirty="0" smtClean="0">
                <a:solidFill>
                  <a:schemeClr val="tx1"/>
                </a:solidFill>
                <a:latin typeface="Times New Roman"/>
                <a:cs typeface="Times New Roman"/>
              </a:rPr>
              <a:t> </a:t>
            </a:r>
            <a:r>
              <a:rPr lang="en-US" sz="2000" spc="215" dirty="0" smtClean="0">
                <a:solidFill>
                  <a:schemeClr val="tx1"/>
                </a:solidFill>
                <a:latin typeface="Times New Roman"/>
                <a:cs typeface="Times New Roman"/>
              </a:rPr>
              <a:t>Linux</a:t>
            </a:r>
            <a:endParaRPr lang="en-US" sz="2000" dirty="0" smtClean="0">
              <a:solidFill>
                <a:schemeClr val="tx1"/>
              </a:solidFill>
              <a:latin typeface="Times New Roman"/>
              <a:cs typeface="Times New Roman"/>
            </a:endParaRPr>
          </a:p>
          <a:p>
            <a:pPr marL="228600" indent="-228600">
              <a:lnSpc>
                <a:spcPct val="100000"/>
              </a:lnSpc>
              <a:spcBef>
                <a:spcPts val="100"/>
              </a:spcBef>
              <a:buFont typeface="Arial" panose="020B0604020202020204" pitchFamily="34" charset="0"/>
              <a:buChar char="•"/>
              <a:tabLst>
                <a:tab pos="349250" algn="l"/>
              </a:tabLst>
            </a:pPr>
            <a:r>
              <a:rPr sz="2000" b="1" dirty="0" smtClean="0">
                <a:solidFill>
                  <a:srgbClr val="FF0000"/>
                </a:solidFill>
                <a:latin typeface="Times New Roman"/>
                <a:cs typeface="Times New Roman"/>
              </a:rPr>
              <a:t>Read</a:t>
            </a:r>
            <a:r>
              <a:rPr sz="2000" b="1" spc="260" dirty="0" smtClean="0">
                <a:solidFill>
                  <a:srgbClr val="FF0000"/>
                </a:solidFill>
                <a:latin typeface="Times New Roman"/>
                <a:cs typeface="Times New Roman"/>
              </a:rPr>
              <a:t> </a:t>
            </a:r>
            <a:r>
              <a:rPr sz="2000" b="1" dirty="0">
                <a:solidFill>
                  <a:srgbClr val="FF0000"/>
                </a:solidFill>
                <a:latin typeface="Times New Roman"/>
                <a:cs typeface="Times New Roman"/>
              </a:rPr>
              <a:t>(r)</a:t>
            </a:r>
            <a:r>
              <a:rPr sz="2000" dirty="0">
                <a:solidFill>
                  <a:schemeClr val="tx1"/>
                </a:solidFill>
                <a:latin typeface="Times New Roman"/>
                <a:cs typeface="Times New Roman"/>
              </a:rPr>
              <a:t>:</a:t>
            </a:r>
            <a:r>
              <a:rPr sz="2000" spc="-90" dirty="0">
                <a:solidFill>
                  <a:schemeClr val="tx1"/>
                </a:solidFill>
                <a:latin typeface="Times New Roman"/>
                <a:cs typeface="Times New Roman"/>
              </a:rPr>
              <a:t> </a:t>
            </a:r>
            <a:r>
              <a:rPr sz="2000" dirty="0">
                <a:solidFill>
                  <a:schemeClr val="tx1"/>
                </a:solidFill>
                <a:latin typeface="Times New Roman"/>
                <a:cs typeface="Times New Roman"/>
              </a:rPr>
              <a:t>Allows</a:t>
            </a:r>
            <a:r>
              <a:rPr sz="2000" spc="140" dirty="0">
                <a:solidFill>
                  <a:schemeClr val="tx1"/>
                </a:solidFill>
                <a:latin typeface="Times New Roman"/>
                <a:cs typeface="Times New Roman"/>
              </a:rPr>
              <a:t> </a:t>
            </a:r>
            <a:r>
              <a:rPr sz="2000" dirty="0">
                <a:solidFill>
                  <a:schemeClr val="tx1"/>
                </a:solidFill>
                <a:latin typeface="Times New Roman"/>
                <a:cs typeface="Times New Roman"/>
              </a:rPr>
              <a:t>a</a:t>
            </a:r>
            <a:r>
              <a:rPr sz="2000" spc="190" dirty="0">
                <a:solidFill>
                  <a:schemeClr val="tx1"/>
                </a:solidFill>
                <a:latin typeface="Times New Roman"/>
                <a:cs typeface="Times New Roman"/>
              </a:rPr>
              <a:t> </a:t>
            </a:r>
            <a:r>
              <a:rPr sz="2000" dirty="0">
                <a:solidFill>
                  <a:schemeClr val="tx1"/>
                </a:solidFill>
                <a:latin typeface="Times New Roman"/>
                <a:cs typeface="Times New Roman"/>
              </a:rPr>
              <a:t>user</a:t>
            </a:r>
            <a:r>
              <a:rPr sz="2000" spc="145" dirty="0">
                <a:solidFill>
                  <a:schemeClr val="tx1"/>
                </a:solidFill>
                <a:latin typeface="Times New Roman"/>
                <a:cs typeface="Times New Roman"/>
              </a:rPr>
              <a:t> </a:t>
            </a:r>
            <a:r>
              <a:rPr sz="2000" dirty="0">
                <a:solidFill>
                  <a:schemeClr val="tx1"/>
                </a:solidFill>
                <a:latin typeface="Times New Roman"/>
                <a:cs typeface="Times New Roman"/>
              </a:rPr>
              <a:t>to</a:t>
            </a:r>
            <a:r>
              <a:rPr sz="2000" spc="165" dirty="0">
                <a:solidFill>
                  <a:schemeClr val="tx1"/>
                </a:solidFill>
                <a:latin typeface="Times New Roman"/>
                <a:cs typeface="Times New Roman"/>
              </a:rPr>
              <a:t> </a:t>
            </a:r>
            <a:r>
              <a:rPr lang="en-US" sz="2000" b="1" dirty="0" smtClean="0">
                <a:solidFill>
                  <a:schemeClr val="tx1"/>
                </a:solidFill>
                <a:latin typeface="Times New Roman"/>
                <a:cs typeface="Times New Roman"/>
              </a:rPr>
              <a:t>r</a:t>
            </a:r>
            <a:r>
              <a:rPr sz="2000" b="1" dirty="0" smtClean="0">
                <a:solidFill>
                  <a:schemeClr val="tx1"/>
                </a:solidFill>
                <a:latin typeface="Times New Roman"/>
                <a:cs typeface="Times New Roman"/>
              </a:rPr>
              <a:t>ead</a:t>
            </a:r>
            <a:r>
              <a:rPr sz="2000" b="1" spc="210" dirty="0" smtClean="0">
                <a:solidFill>
                  <a:schemeClr val="tx1"/>
                </a:solidFill>
                <a:latin typeface="Times New Roman"/>
                <a:cs typeface="Times New Roman"/>
              </a:rPr>
              <a:t> </a:t>
            </a:r>
            <a:r>
              <a:rPr sz="2000" dirty="0">
                <a:solidFill>
                  <a:schemeClr val="tx1"/>
                </a:solidFill>
                <a:latin typeface="Times New Roman"/>
                <a:cs typeface="Times New Roman"/>
              </a:rPr>
              <a:t>the</a:t>
            </a:r>
            <a:r>
              <a:rPr sz="2000" spc="40" dirty="0">
                <a:solidFill>
                  <a:schemeClr val="tx1"/>
                </a:solidFill>
                <a:latin typeface="Times New Roman"/>
                <a:cs typeface="Times New Roman"/>
              </a:rPr>
              <a:t> </a:t>
            </a:r>
            <a:r>
              <a:rPr sz="2000" dirty="0">
                <a:solidFill>
                  <a:schemeClr val="tx1"/>
                </a:solidFill>
                <a:latin typeface="Times New Roman"/>
                <a:cs typeface="Times New Roman"/>
              </a:rPr>
              <a:t>contents</a:t>
            </a:r>
            <a:r>
              <a:rPr sz="2000" spc="180" dirty="0">
                <a:solidFill>
                  <a:schemeClr val="tx1"/>
                </a:solidFill>
                <a:latin typeface="Times New Roman"/>
                <a:cs typeface="Times New Roman"/>
              </a:rPr>
              <a:t> </a:t>
            </a:r>
            <a:r>
              <a:rPr sz="2000" dirty="0">
                <a:solidFill>
                  <a:schemeClr val="tx1"/>
                </a:solidFill>
                <a:latin typeface="Times New Roman"/>
                <a:cs typeface="Times New Roman"/>
              </a:rPr>
              <a:t>of</a:t>
            </a:r>
            <a:r>
              <a:rPr sz="2000" spc="225" dirty="0">
                <a:solidFill>
                  <a:schemeClr val="tx1"/>
                </a:solidFill>
                <a:latin typeface="Times New Roman"/>
                <a:cs typeface="Times New Roman"/>
              </a:rPr>
              <a:t> </a:t>
            </a:r>
            <a:r>
              <a:rPr sz="2000" dirty="0">
                <a:solidFill>
                  <a:schemeClr val="tx1"/>
                </a:solidFill>
                <a:latin typeface="Times New Roman"/>
                <a:cs typeface="Times New Roman"/>
              </a:rPr>
              <a:t>a</a:t>
            </a:r>
            <a:r>
              <a:rPr sz="2000" spc="120" dirty="0">
                <a:solidFill>
                  <a:schemeClr val="tx1"/>
                </a:solidFill>
                <a:latin typeface="Times New Roman"/>
                <a:cs typeface="Times New Roman"/>
              </a:rPr>
              <a:t> </a:t>
            </a:r>
            <a:r>
              <a:rPr sz="2000" dirty="0">
                <a:solidFill>
                  <a:schemeClr val="tx1"/>
                </a:solidFill>
                <a:latin typeface="Times New Roman"/>
                <a:cs typeface="Times New Roman"/>
              </a:rPr>
              <a:t>file</a:t>
            </a:r>
            <a:r>
              <a:rPr sz="2000" spc="50" dirty="0">
                <a:solidFill>
                  <a:schemeClr val="tx1"/>
                </a:solidFill>
                <a:latin typeface="Times New Roman"/>
                <a:cs typeface="Times New Roman"/>
              </a:rPr>
              <a:t> </a:t>
            </a:r>
            <a:r>
              <a:rPr sz="2000" dirty="0">
                <a:solidFill>
                  <a:schemeClr val="tx1"/>
                </a:solidFill>
                <a:latin typeface="Times New Roman"/>
                <a:cs typeface="Times New Roman"/>
              </a:rPr>
              <a:t>or</a:t>
            </a:r>
            <a:r>
              <a:rPr sz="2000" spc="220" dirty="0">
                <a:solidFill>
                  <a:schemeClr val="tx1"/>
                </a:solidFill>
                <a:latin typeface="Times New Roman"/>
                <a:cs typeface="Times New Roman"/>
              </a:rPr>
              <a:t> </a:t>
            </a:r>
            <a:r>
              <a:rPr sz="2000" b="1" dirty="0">
                <a:solidFill>
                  <a:schemeClr val="tx1"/>
                </a:solidFill>
                <a:latin typeface="Times New Roman"/>
                <a:cs typeface="Times New Roman"/>
              </a:rPr>
              <a:t>list</a:t>
            </a:r>
            <a:r>
              <a:rPr sz="2000" spc="125" dirty="0">
                <a:solidFill>
                  <a:schemeClr val="tx1"/>
                </a:solidFill>
                <a:latin typeface="Times New Roman"/>
                <a:cs typeface="Times New Roman"/>
              </a:rPr>
              <a:t> </a:t>
            </a:r>
            <a:r>
              <a:rPr sz="2000" spc="-25" dirty="0" smtClean="0">
                <a:solidFill>
                  <a:schemeClr val="tx1"/>
                </a:solidFill>
                <a:latin typeface="Times New Roman"/>
                <a:cs typeface="Times New Roman"/>
              </a:rPr>
              <a:t>the</a:t>
            </a:r>
            <a:r>
              <a:rPr lang="en-US" sz="2000" spc="-25" dirty="0" smtClean="0">
                <a:solidFill>
                  <a:schemeClr val="tx1"/>
                </a:solidFill>
                <a:latin typeface="Times New Roman"/>
                <a:cs typeface="Times New Roman"/>
              </a:rPr>
              <a:t> </a:t>
            </a:r>
            <a:r>
              <a:rPr sz="2000" spc="50" dirty="0" smtClean="0">
                <a:solidFill>
                  <a:schemeClr val="tx1"/>
                </a:solidFill>
                <a:latin typeface="Times New Roman"/>
                <a:cs typeface="Times New Roman"/>
              </a:rPr>
              <a:t>c</a:t>
            </a:r>
            <a:r>
              <a:rPr lang="en-US" sz="2000" spc="50" dirty="0" smtClean="0">
                <a:solidFill>
                  <a:schemeClr val="tx1"/>
                </a:solidFill>
                <a:latin typeface="Times New Roman"/>
                <a:cs typeface="Times New Roman"/>
              </a:rPr>
              <a:t>o</a:t>
            </a:r>
            <a:r>
              <a:rPr sz="2000" spc="50" dirty="0" smtClean="0">
                <a:solidFill>
                  <a:schemeClr val="tx1"/>
                </a:solidFill>
                <a:latin typeface="Times New Roman"/>
                <a:cs typeface="Times New Roman"/>
              </a:rPr>
              <a:t>nt</a:t>
            </a:r>
            <a:r>
              <a:rPr lang="en-US" sz="2000" spc="50" dirty="0" smtClean="0">
                <a:solidFill>
                  <a:schemeClr val="tx1"/>
                </a:solidFill>
                <a:latin typeface="Times New Roman"/>
                <a:cs typeface="Times New Roman"/>
              </a:rPr>
              <a:t>e</a:t>
            </a:r>
            <a:r>
              <a:rPr sz="2000" spc="50" dirty="0" smtClean="0">
                <a:solidFill>
                  <a:schemeClr val="tx1"/>
                </a:solidFill>
                <a:latin typeface="Times New Roman"/>
                <a:cs typeface="Times New Roman"/>
              </a:rPr>
              <a:t>nts</a:t>
            </a:r>
            <a:r>
              <a:rPr sz="2000" spc="110" dirty="0" smtClean="0">
                <a:solidFill>
                  <a:schemeClr val="tx1"/>
                </a:solidFill>
                <a:latin typeface="Times New Roman"/>
                <a:cs typeface="Times New Roman"/>
              </a:rPr>
              <a:t> </a:t>
            </a:r>
            <a:r>
              <a:rPr sz="2000" spc="60" dirty="0">
                <a:solidFill>
                  <a:schemeClr val="tx1"/>
                </a:solidFill>
                <a:latin typeface="Times New Roman"/>
                <a:cs typeface="Times New Roman"/>
              </a:rPr>
              <a:t>of</a:t>
            </a:r>
            <a:r>
              <a:rPr sz="2000" spc="320" dirty="0">
                <a:solidFill>
                  <a:schemeClr val="tx1"/>
                </a:solidFill>
                <a:latin typeface="Times New Roman"/>
                <a:cs typeface="Times New Roman"/>
              </a:rPr>
              <a:t> </a:t>
            </a:r>
            <a:r>
              <a:rPr sz="2000" dirty="0">
                <a:solidFill>
                  <a:schemeClr val="tx1"/>
                </a:solidFill>
                <a:latin typeface="Times New Roman"/>
                <a:cs typeface="Times New Roman"/>
              </a:rPr>
              <a:t>a</a:t>
            </a:r>
            <a:r>
              <a:rPr sz="2000" spc="75" dirty="0">
                <a:solidFill>
                  <a:schemeClr val="tx1"/>
                </a:solidFill>
                <a:latin typeface="Times New Roman"/>
                <a:cs typeface="Times New Roman"/>
              </a:rPr>
              <a:t> </a:t>
            </a:r>
            <a:r>
              <a:rPr sz="2000" spc="-10" dirty="0" smtClean="0">
                <a:solidFill>
                  <a:schemeClr val="tx1"/>
                </a:solidFill>
                <a:latin typeface="Times New Roman"/>
                <a:cs typeface="Times New Roman"/>
              </a:rPr>
              <a:t>direct</a:t>
            </a:r>
            <a:r>
              <a:rPr lang="en-US" sz="2000" spc="-10" dirty="0" smtClean="0">
                <a:solidFill>
                  <a:schemeClr val="tx1"/>
                </a:solidFill>
                <a:latin typeface="Times New Roman"/>
                <a:cs typeface="Times New Roman"/>
              </a:rPr>
              <a:t>o</a:t>
            </a:r>
            <a:r>
              <a:rPr sz="2000" spc="-10" dirty="0" smtClean="0">
                <a:solidFill>
                  <a:schemeClr val="tx1"/>
                </a:solidFill>
                <a:latin typeface="Times New Roman"/>
                <a:cs typeface="Times New Roman"/>
              </a:rPr>
              <a:t>ry</a:t>
            </a:r>
            <a:r>
              <a:rPr sz="2000" spc="-10" dirty="0">
                <a:solidFill>
                  <a:schemeClr val="tx1"/>
                </a:solidFill>
                <a:latin typeface="Times New Roman"/>
                <a:cs typeface="Times New Roman"/>
              </a:rPr>
              <a:t>.</a:t>
            </a:r>
            <a:endParaRPr sz="2000" dirty="0">
              <a:solidFill>
                <a:schemeClr val="tx1"/>
              </a:solidFill>
              <a:latin typeface="Times New Roman"/>
              <a:cs typeface="Times New Roman"/>
            </a:endParaRPr>
          </a:p>
          <a:p>
            <a:pPr marL="228600" indent="-228600">
              <a:lnSpc>
                <a:spcPct val="100000"/>
              </a:lnSpc>
              <a:spcBef>
                <a:spcPts val="1045"/>
              </a:spcBef>
              <a:buFont typeface="Arial" panose="020B0604020202020204" pitchFamily="34" charset="0"/>
              <a:buChar char="•"/>
              <a:tabLst>
                <a:tab pos="349250" algn="l"/>
              </a:tabLst>
            </a:pPr>
            <a:r>
              <a:rPr lang="en-US" sz="2000" b="1" dirty="0" smtClean="0">
                <a:solidFill>
                  <a:srgbClr val="FF0000"/>
                </a:solidFill>
                <a:latin typeface="Times New Roman"/>
                <a:cs typeface="Times New Roman"/>
              </a:rPr>
              <a:t>Write (w</a:t>
            </a:r>
            <a:r>
              <a:rPr sz="2000" b="1" spc="-110" dirty="0" smtClean="0">
                <a:solidFill>
                  <a:srgbClr val="FF0000"/>
                </a:solidFill>
                <a:latin typeface="Times New Roman"/>
                <a:cs typeface="Times New Roman"/>
              </a:rPr>
              <a:t>)</a:t>
            </a:r>
            <a:r>
              <a:rPr sz="2000" spc="-110" dirty="0" smtClean="0">
                <a:solidFill>
                  <a:schemeClr val="tx1"/>
                </a:solidFill>
                <a:latin typeface="Times New Roman"/>
                <a:cs typeface="Times New Roman"/>
              </a:rPr>
              <a:t>:</a:t>
            </a:r>
            <a:r>
              <a:rPr sz="2000" spc="10" dirty="0" smtClean="0">
                <a:solidFill>
                  <a:schemeClr val="tx1"/>
                </a:solidFill>
                <a:latin typeface="Times New Roman"/>
                <a:cs typeface="Times New Roman"/>
              </a:rPr>
              <a:t> </a:t>
            </a:r>
            <a:r>
              <a:rPr sz="2000" spc="-85" dirty="0">
                <a:solidFill>
                  <a:schemeClr val="tx1"/>
                </a:solidFill>
                <a:latin typeface="Times New Roman"/>
                <a:cs typeface="Times New Roman"/>
              </a:rPr>
              <a:t>Allows</a:t>
            </a:r>
            <a:r>
              <a:rPr sz="2000" dirty="0">
                <a:solidFill>
                  <a:schemeClr val="tx1"/>
                </a:solidFill>
                <a:latin typeface="Times New Roman"/>
                <a:cs typeface="Times New Roman"/>
              </a:rPr>
              <a:t> a</a:t>
            </a:r>
            <a:r>
              <a:rPr sz="2000" spc="40" dirty="0">
                <a:solidFill>
                  <a:schemeClr val="tx1"/>
                </a:solidFill>
                <a:latin typeface="Times New Roman"/>
                <a:cs typeface="Times New Roman"/>
              </a:rPr>
              <a:t> </a:t>
            </a:r>
            <a:r>
              <a:rPr sz="2000" spc="-30" dirty="0">
                <a:solidFill>
                  <a:schemeClr val="tx1"/>
                </a:solidFill>
                <a:latin typeface="Times New Roman"/>
                <a:cs typeface="Times New Roman"/>
              </a:rPr>
              <a:t>user</a:t>
            </a:r>
            <a:r>
              <a:rPr sz="2000" spc="-5" dirty="0">
                <a:solidFill>
                  <a:schemeClr val="tx1"/>
                </a:solidFill>
                <a:latin typeface="Times New Roman"/>
                <a:cs typeface="Times New Roman"/>
              </a:rPr>
              <a:t> </a:t>
            </a:r>
            <a:r>
              <a:rPr sz="2000" dirty="0">
                <a:solidFill>
                  <a:schemeClr val="tx1"/>
                </a:solidFill>
                <a:latin typeface="Times New Roman"/>
                <a:cs typeface="Times New Roman"/>
              </a:rPr>
              <a:t>to</a:t>
            </a:r>
            <a:r>
              <a:rPr sz="2000" spc="-10" dirty="0">
                <a:solidFill>
                  <a:schemeClr val="tx1"/>
                </a:solidFill>
                <a:latin typeface="Times New Roman"/>
                <a:cs typeface="Times New Roman"/>
              </a:rPr>
              <a:t> </a:t>
            </a:r>
            <a:r>
              <a:rPr sz="2000" b="1" spc="-55" dirty="0">
                <a:solidFill>
                  <a:schemeClr val="tx1"/>
                </a:solidFill>
                <a:latin typeface="Times New Roman"/>
                <a:cs typeface="Times New Roman"/>
              </a:rPr>
              <a:t>modify</a:t>
            </a:r>
            <a:r>
              <a:rPr sz="2000" spc="15" dirty="0">
                <a:solidFill>
                  <a:schemeClr val="tx1"/>
                </a:solidFill>
                <a:latin typeface="Times New Roman"/>
                <a:cs typeface="Times New Roman"/>
              </a:rPr>
              <a:t> </a:t>
            </a:r>
            <a:r>
              <a:rPr sz="2000" dirty="0">
                <a:solidFill>
                  <a:schemeClr val="tx1"/>
                </a:solidFill>
                <a:latin typeface="Times New Roman"/>
                <a:cs typeface="Times New Roman"/>
              </a:rPr>
              <a:t>the</a:t>
            </a:r>
            <a:r>
              <a:rPr sz="2000" spc="-80" dirty="0">
                <a:solidFill>
                  <a:schemeClr val="tx1"/>
                </a:solidFill>
                <a:latin typeface="Times New Roman"/>
                <a:cs typeface="Times New Roman"/>
              </a:rPr>
              <a:t> </a:t>
            </a:r>
            <a:r>
              <a:rPr sz="2000" spc="-10" dirty="0">
                <a:solidFill>
                  <a:schemeClr val="tx1"/>
                </a:solidFill>
                <a:latin typeface="Times New Roman"/>
                <a:cs typeface="Times New Roman"/>
              </a:rPr>
              <a:t>contents</a:t>
            </a:r>
            <a:r>
              <a:rPr sz="2000" spc="30" dirty="0">
                <a:solidFill>
                  <a:schemeClr val="tx1"/>
                </a:solidFill>
                <a:latin typeface="Times New Roman"/>
                <a:cs typeface="Times New Roman"/>
              </a:rPr>
              <a:t> </a:t>
            </a:r>
            <a:r>
              <a:rPr sz="2000" dirty="0">
                <a:solidFill>
                  <a:schemeClr val="tx1"/>
                </a:solidFill>
                <a:latin typeface="Times New Roman"/>
                <a:cs typeface="Times New Roman"/>
              </a:rPr>
              <a:t>of</a:t>
            </a:r>
            <a:r>
              <a:rPr sz="2000" spc="125" dirty="0">
                <a:solidFill>
                  <a:schemeClr val="tx1"/>
                </a:solidFill>
                <a:latin typeface="Times New Roman"/>
                <a:cs typeface="Times New Roman"/>
              </a:rPr>
              <a:t> </a:t>
            </a:r>
            <a:r>
              <a:rPr sz="2000" dirty="0">
                <a:solidFill>
                  <a:schemeClr val="tx1"/>
                </a:solidFill>
                <a:latin typeface="Times New Roman"/>
                <a:cs typeface="Times New Roman"/>
              </a:rPr>
              <a:t>a</a:t>
            </a:r>
            <a:r>
              <a:rPr sz="2000" spc="-70" dirty="0">
                <a:solidFill>
                  <a:schemeClr val="tx1"/>
                </a:solidFill>
                <a:latin typeface="Times New Roman"/>
                <a:cs typeface="Times New Roman"/>
              </a:rPr>
              <a:t> </a:t>
            </a:r>
            <a:r>
              <a:rPr sz="2000" spc="-50" dirty="0">
                <a:solidFill>
                  <a:schemeClr val="tx1"/>
                </a:solidFill>
                <a:latin typeface="Times New Roman"/>
                <a:cs typeface="Times New Roman"/>
              </a:rPr>
              <a:t>file </a:t>
            </a:r>
            <a:r>
              <a:rPr sz="2000" dirty="0">
                <a:solidFill>
                  <a:schemeClr val="tx1"/>
                </a:solidFill>
                <a:latin typeface="Times New Roman"/>
                <a:cs typeface="Times New Roman"/>
              </a:rPr>
              <a:t>or</a:t>
            </a:r>
            <a:r>
              <a:rPr sz="2000" spc="-50" dirty="0">
                <a:solidFill>
                  <a:schemeClr val="tx1"/>
                </a:solidFill>
                <a:latin typeface="Times New Roman"/>
                <a:cs typeface="Times New Roman"/>
              </a:rPr>
              <a:t> </a:t>
            </a:r>
            <a:r>
              <a:rPr sz="2000" b="1" spc="-10" dirty="0" smtClean="0">
                <a:solidFill>
                  <a:schemeClr val="tx1"/>
                </a:solidFill>
                <a:latin typeface="Times New Roman"/>
                <a:cs typeface="Times New Roman"/>
              </a:rPr>
              <a:t>create</a:t>
            </a:r>
            <a:r>
              <a:rPr sz="2000" spc="-10" dirty="0" smtClean="0">
                <a:solidFill>
                  <a:schemeClr val="tx1"/>
                </a:solidFill>
                <a:latin typeface="Times New Roman"/>
                <a:cs typeface="Times New Roman"/>
              </a:rPr>
              <a:t>,</a:t>
            </a:r>
            <a:r>
              <a:rPr lang="en-US" sz="2000" spc="-10" dirty="0" smtClean="0">
                <a:solidFill>
                  <a:schemeClr val="tx1"/>
                </a:solidFill>
                <a:latin typeface="Times New Roman"/>
                <a:cs typeface="Times New Roman"/>
              </a:rPr>
              <a:t> </a:t>
            </a:r>
            <a:r>
              <a:rPr lang="en-US" sz="2000" b="1" i="1" spc="75" dirty="0" smtClean="0">
                <a:solidFill>
                  <a:schemeClr val="tx1"/>
                </a:solidFill>
                <a:latin typeface="Times New Roman"/>
                <a:cs typeface="Times New Roman"/>
              </a:rPr>
              <a:t>rena</a:t>
            </a:r>
            <a:r>
              <a:rPr sz="2000" b="1" i="1" spc="75" dirty="0" smtClean="0">
                <a:solidFill>
                  <a:schemeClr val="tx1"/>
                </a:solidFill>
                <a:latin typeface="Times New Roman"/>
                <a:cs typeface="Times New Roman"/>
              </a:rPr>
              <a:t>me</a:t>
            </a:r>
            <a:r>
              <a:rPr sz="2000" b="1" i="1" spc="400" dirty="0" smtClean="0">
                <a:solidFill>
                  <a:schemeClr val="tx1"/>
                </a:solidFill>
                <a:latin typeface="Times New Roman"/>
                <a:cs typeface="Times New Roman"/>
              </a:rPr>
              <a:t> </a:t>
            </a:r>
            <a:r>
              <a:rPr sz="2000" spc="65" dirty="0">
                <a:solidFill>
                  <a:schemeClr val="tx1"/>
                </a:solidFill>
                <a:latin typeface="Times New Roman"/>
                <a:cs typeface="Times New Roman"/>
              </a:rPr>
              <a:t>or</a:t>
            </a:r>
            <a:r>
              <a:rPr sz="2000" spc="15" dirty="0">
                <a:solidFill>
                  <a:schemeClr val="tx1"/>
                </a:solidFill>
                <a:latin typeface="Times New Roman"/>
                <a:cs typeface="Times New Roman"/>
              </a:rPr>
              <a:t> </a:t>
            </a:r>
            <a:r>
              <a:rPr sz="2000" b="1" dirty="0">
                <a:solidFill>
                  <a:schemeClr val="tx1"/>
                </a:solidFill>
                <a:latin typeface="Times New Roman"/>
                <a:cs typeface="Times New Roman"/>
              </a:rPr>
              <a:t>delete</a:t>
            </a:r>
            <a:r>
              <a:rPr sz="2000" spc="130" dirty="0">
                <a:solidFill>
                  <a:schemeClr val="tx1"/>
                </a:solidFill>
                <a:latin typeface="Times New Roman"/>
                <a:cs typeface="Times New Roman"/>
              </a:rPr>
              <a:t> </a:t>
            </a:r>
            <a:r>
              <a:rPr sz="2000" dirty="0">
                <a:solidFill>
                  <a:schemeClr val="tx1"/>
                </a:solidFill>
                <a:latin typeface="Times New Roman"/>
                <a:cs typeface="Times New Roman"/>
              </a:rPr>
              <a:t>files</a:t>
            </a:r>
            <a:r>
              <a:rPr sz="2000" spc="60" dirty="0">
                <a:solidFill>
                  <a:schemeClr val="tx1"/>
                </a:solidFill>
                <a:latin typeface="Times New Roman"/>
                <a:cs typeface="Times New Roman"/>
              </a:rPr>
              <a:t> </a:t>
            </a:r>
            <a:r>
              <a:rPr sz="2000" dirty="0">
                <a:solidFill>
                  <a:schemeClr val="tx1"/>
                </a:solidFill>
                <a:latin typeface="Times New Roman"/>
                <a:cs typeface="Times New Roman"/>
              </a:rPr>
              <a:t>in</a:t>
            </a:r>
            <a:r>
              <a:rPr sz="2000" spc="180" dirty="0">
                <a:solidFill>
                  <a:schemeClr val="tx1"/>
                </a:solidFill>
                <a:latin typeface="Times New Roman"/>
                <a:cs typeface="Times New Roman"/>
              </a:rPr>
              <a:t> </a:t>
            </a:r>
            <a:r>
              <a:rPr lang="en-US" sz="2000" spc="-210" dirty="0" smtClean="0">
                <a:solidFill>
                  <a:schemeClr val="tx1"/>
                </a:solidFill>
                <a:latin typeface="Times New Roman"/>
                <a:cs typeface="Times New Roman"/>
              </a:rPr>
              <a:t>a</a:t>
            </a:r>
            <a:r>
              <a:rPr sz="2000" spc="55" dirty="0" smtClean="0">
                <a:solidFill>
                  <a:schemeClr val="tx1"/>
                </a:solidFill>
                <a:latin typeface="Times New Roman"/>
                <a:cs typeface="Times New Roman"/>
              </a:rPr>
              <a:t> </a:t>
            </a:r>
            <a:r>
              <a:rPr sz="2000" spc="-10" dirty="0">
                <a:solidFill>
                  <a:schemeClr val="tx1"/>
                </a:solidFill>
                <a:latin typeface="Times New Roman"/>
                <a:cs typeface="Times New Roman"/>
              </a:rPr>
              <a:t>directory:</a:t>
            </a:r>
            <a:endParaRPr sz="2000" dirty="0">
              <a:solidFill>
                <a:schemeClr val="tx1"/>
              </a:solidFill>
              <a:latin typeface="Times New Roman"/>
              <a:cs typeface="Times New Roman"/>
            </a:endParaRPr>
          </a:p>
          <a:p>
            <a:pPr marL="228600" indent="-228600">
              <a:lnSpc>
                <a:spcPct val="100000"/>
              </a:lnSpc>
              <a:spcBef>
                <a:spcPts val="1160"/>
              </a:spcBef>
              <a:buFont typeface="Arial" panose="020B0604020202020204" pitchFamily="34" charset="0"/>
              <a:buChar char="•"/>
              <a:tabLst>
                <a:tab pos="349250" algn="l"/>
              </a:tabLst>
            </a:pPr>
            <a:r>
              <a:rPr lang="en-US" sz="2000" b="1" dirty="0" smtClean="0">
                <a:solidFill>
                  <a:srgbClr val="FF0000"/>
                </a:solidFill>
                <a:latin typeface="Times New Roman"/>
                <a:cs typeface="Times New Roman"/>
              </a:rPr>
              <a:t>E</a:t>
            </a:r>
            <a:r>
              <a:rPr sz="2000" b="1" dirty="0" smtClean="0">
                <a:solidFill>
                  <a:srgbClr val="FF0000"/>
                </a:solidFill>
                <a:latin typeface="Times New Roman"/>
                <a:cs typeface="Times New Roman"/>
              </a:rPr>
              <a:t>x</a:t>
            </a:r>
            <a:r>
              <a:rPr lang="en-US" sz="2000" b="1" dirty="0" smtClean="0">
                <a:solidFill>
                  <a:srgbClr val="FF0000"/>
                </a:solidFill>
                <a:latin typeface="Times New Roman"/>
                <a:cs typeface="Times New Roman"/>
              </a:rPr>
              <a:t>e</a:t>
            </a:r>
            <a:r>
              <a:rPr sz="2000" b="1" dirty="0" smtClean="0">
                <a:solidFill>
                  <a:srgbClr val="FF0000"/>
                </a:solidFill>
                <a:latin typeface="Times New Roman"/>
                <a:cs typeface="Times New Roman"/>
              </a:rPr>
              <a:t>cut</a:t>
            </a:r>
            <a:r>
              <a:rPr lang="en-US" sz="2000" b="1" dirty="0" smtClean="0">
                <a:solidFill>
                  <a:srgbClr val="FF0000"/>
                </a:solidFill>
                <a:latin typeface="Times New Roman"/>
                <a:cs typeface="Times New Roman"/>
              </a:rPr>
              <a:t>e</a:t>
            </a:r>
            <a:r>
              <a:rPr sz="2000" b="1" spc="165" dirty="0" smtClean="0">
                <a:solidFill>
                  <a:srgbClr val="FF0000"/>
                </a:solidFill>
                <a:latin typeface="Times New Roman"/>
                <a:cs typeface="Times New Roman"/>
              </a:rPr>
              <a:t> </a:t>
            </a:r>
            <a:r>
              <a:rPr sz="2000" b="1" dirty="0">
                <a:solidFill>
                  <a:srgbClr val="FF0000"/>
                </a:solidFill>
                <a:latin typeface="Times New Roman"/>
                <a:cs typeface="Times New Roman"/>
              </a:rPr>
              <a:t>(x)</a:t>
            </a:r>
            <a:r>
              <a:rPr sz="2000" dirty="0">
                <a:solidFill>
                  <a:schemeClr val="tx1"/>
                </a:solidFill>
                <a:latin typeface="Times New Roman"/>
                <a:cs typeface="Times New Roman"/>
              </a:rPr>
              <a:t>.</a:t>
            </a:r>
            <a:r>
              <a:rPr sz="2000" spc="10" dirty="0">
                <a:solidFill>
                  <a:schemeClr val="tx1"/>
                </a:solidFill>
                <a:latin typeface="Times New Roman"/>
                <a:cs typeface="Times New Roman"/>
              </a:rPr>
              <a:t> </a:t>
            </a:r>
            <a:r>
              <a:rPr sz="2000" dirty="0">
                <a:solidFill>
                  <a:schemeClr val="tx1"/>
                </a:solidFill>
                <a:latin typeface="Times New Roman"/>
                <a:cs typeface="Times New Roman"/>
              </a:rPr>
              <a:t>Allows</a:t>
            </a:r>
            <a:r>
              <a:rPr sz="2000" spc="165" dirty="0">
                <a:solidFill>
                  <a:schemeClr val="tx1"/>
                </a:solidFill>
                <a:latin typeface="Times New Roman"/>
                <a:cs typeface="Times New Roman"/>
              </a:rPr>
              <a:t> </a:t>
            </a:r>
            <a:r>
              <a:rPr sz="2000" dirty="0">
                <a:solidFill>
                  <a:schemeClr val="tx1"/>
                </a:solidFill>
                <a:latin typeface="Times New Roman"/>
                <a:cs typeface="Times New Roman"/>
              </a:rPr>
              <a:t>a</a:t>
            </a:r>
            <a:r>
              <a:rPr sz="2000" spc="180" dirty="0">
                <a:solidFill>
                  <a:schemeClr val="tx1"/>
                </a:solidFill>
                <a:latin typeface="Times New Roman"/>
                <a:cs typeface="Times New Roman"/>
              </a:rPr>
              <a:t> </a:t>
            </a:r>
            <a:r>
              <a:rPr sz="2000" dirty="0">
                <a:solidFill>
                  <a:schemeClr val="tx1"/>
                </a:solidFill>
                <a:latin typeface="Times New Roman"/>
                <a:cs typeface="Times New Roman"/>
              </a:rPr>
              <a:t>user</a:t>
            </a:r>
            <a:r>
              <a:rPr sz="2000" spc="204" dirty="0">
                <a:solidFill>
                  <a:schemeClr val="tx1"/>
                </a:solidFill>
                <a:latin typeface="Times New Roman"/>
                <a:cs typeface="Times New Roman"/>
              </a:rPr>
              <a:t> </a:t>
            </a:r>
            <a:r>
              <a:rPr sz="2000" dirty="0">
                <a:solidFill>
                  <a:schemeClr val="tx1"/>
                </a:solidFill>
                <a:latin typeface="Times New Roman"/>
                <a:cs typeface="Times New Roman"/>
              </a:rPr>
              <a:t>to</a:t>
            </a:r>
            <a:r>
              <a:rPr sz="2000" spc="5" dirty="0">
                <a:solidFill>
                  <a:schemeClr val="tx1"/>
                </a:solidFill>
                <a:latin typeface="Times New Roman"/>
                <a:cs typeface="Times New Roman"/>
              </a:rPr>
              <a:t> </a:t>
            </a:r>
            <a:r>
              <a:rPr sz="2000" b="1" spc="-45" dirty="0" smtClean="0">
                <a:solidFill>
                  <a:schemeClr val="tx1"/>
                </a:solidFill>
                <a:latin typeface="Times New Roman"/>
                <a:cs typeface="Times New Roman"/>
              </a:rPr>
              <a:t>e</a:t>
            </a:r>
            <a:r>
              <a:rPr lang="en-US" sz="2000" b="1" spc="-45" dirty="0" smtClean="0">
                <a:solidFill>
                  <a:schemeClr val="tx1"/>
                </a:solidFill>
                <a:latin typeface="Times New Roman"/>
                <a:cs typeface="Times New Roman"/>
              </a:rPr>
              <a:t>xe</a:t>
            </a:r>
            <a:r>
              <a:rPr sz="2000" b="1" spc="-45" dirty="0" smtClean="0">
                <a:solidFill>
                  <a:schemeClr val="tx1"/>
                </a:solidFill>
                <a:latin typeface="Times New Roman"/>
                <a:cs typeface="Times New Roman"/>
              </a:rPr>
              <a:t>cute</a:t>
            </a:r>
            <a:r>
              <a:rPr sz="2000" b="1" spc="120" dirty="0" smtClean="0">
                <a:solidFill>
                  <a:schemeClr val="tx1"/>
                </a:solidFill>
                <a:latin typeface="Times New Roman"/>
                <a:cs typeface="Times New Roman"/>
              </a:rPr>
              <a:t> </a:t>
            </a:r>
            <a:r>
              <a:rPr sz="2000" b="1" dirty="0">
                <a:solidFill>
                  <a:schemeClr val="tx1"/>
                </a:solidFill>
                <a:latin typeface="Times New Roman"/>
                <a:cs typeface="Times New Roman"/>
              </a:rPr>
              <a:t>a</a:t>
            </a:r>
            <a:r>
              <a:rPr sz="2000" b="1" spc="125" dirty="0">
                <a:solidFill>
                  <a:schemeClr val="tx1"/>
                </a:solidFill>
                <a:latin typeface="Times New Roman"/>
                <a:cs typeface="Times New Roman"/>
              </a:rPr>
              <a:t> </a:t>
            </a:r>
            <a:r>
              <a:rPr sz="2000" b="1" spc="-70" dirty="0" smtClean="0">
                <a:solidFill>
                  <a:schemeClr val="tx1"/>
                </a:solidFill>
                <a:latin typeface="Times New Roman"/>
                <a:cs typeface="Times New Roman"/>
              </a:rPr>
              <a:t>fil</a:t>
            </a:r>
            <a:r>
              <a:rPr lang="en-US" sz="2000" b="1" spc="-70" dirty="0" smtClean="0">
                <a:solidFill>
                  <a:schemeClr val="tx1"/>
                </a:solidFill>
                <a:latin typeface="Times New Roman"/>
                <a:cs typeface="Times New Roman"/>
              </a:rPr>
              <a:t>e</a:t>
            </a:r>
            <a:r>
              <a:rPr sz="2000" b="1" spc="114" dirty="0" smtClean="0">
                <a:solidFill>
                  <a:schemeClr val="tx1"/>
                </a:solidFill>
                <a:latin typeface="Times New Roman"/>
                <a:cs typeface="Times New Roman"/>
              </a:rPr>
              <a:t> </a:t>
            </a:r>
            <a:r>
              <a:rPr sz="2000" dirty="0">
                <a:solidFill>
                  <a:schemeClr val="tx1"/>
                </a:solidFill>
                <a:latin typeface="Times New Roman"/>
                <a:cs typeface="Times New Roman"/>
              </a:rPr>
              <a:t>or</a:t>
            </a:r>
            <a:r>
              <a:rPr sz="2000" spc="405" dirty="0">
                <a:solidFill>
                  <a:schemeClr val="tx1"/>
                </a:solidFill>
                <a:latin typeface="Times New Roman"/>
                <a:cs typeface="Times New Roman"/>
              </a:rPr>
              <a:t> </a:t>
            </a:r>
            <a:r>
              <a:rPr sz="2000" b="1" spc="50" dirty="0">
                <a:solidFill>
                  <a:schemeClr val="tx1"/>
                </a:solidFill>
                <a:latin typeface="Times New Roman"/>
                <a:cs typeface="Times New Roman"/>
              </a:rPr>
              <a:t>enter</a:t>
            </a:r>
            <a:r>
              <a:rPr sz="2000" b="1" spc="90" dirty="0">
                <a:solidFill>
                  <a:schemeClr val="tx1"/>
                </a:solidFill>
                <a:latin typeface="Times New Roman"/>
                <a:cs typeface="Times New Roman"/>
              </a:rPr>
              <a:t> </a:t>
            </a:r>
            <a:r>
              <a:rPr sz="2000" b="1" dirty="0">
                <a:solidFill>
                  <a:schemeClr val="tx1"/>
                </a:solidFill>
                <a:latin typeface="Times New Roman"/>
                <a:cs typeface="Times New Roman"/>
              </a:rPr>
              <a:t>a</a:t>
            </a:r>
            <a:r>
              <a:rPr sz="2000" b="1" spc="55" dirty="0">
                <a:solidFill>
                  <a:schemeClr val="tx1"/>
                </a:solidFill>
                <a:latin typeface="Times New Roman"/>
                <a:cs typeface="Times New Roman"/>
              </a:rPr>
              <a:t> </a:t>
            </a:r>
            <a:r>
              <a:rPr sz="2000" b="1" spc="-10" dirty="0">
                <a:solidFill>
                  <a:schemeClr val="tx1"/>
                </a:solidFill>
                <a:latin typeface="Times New Roman"/>
                <a:cs typeface="Times New Roman"/>
              </a:rPr>
              <a:t>directnry</a:t>
            </a:r>
            <a:endParaRPr sz="2000" b="1" dirty="0">
              <a:solidFill>
                <a:schemeClr val="tx1"/>
              </a:solidFill>
              <a:latin typeface="Times New Roman"/>
              <a:cs typeface="Times New Roman"/>
            </a:endParaRPr>
          </a:p>
          <a:p>
            <a:pPr marL="228600" indent="-228600">
              <a:lnSpc>
                <a:spcPct val="100000"/>
              </a:lnSpc>
              <a:spcBef>
                <a:spcPts val="1070"/>
              </a:spcBef>
              <a:buFont typeface="Arial" panose="020B0604020202020204" pitchFamily="34" charset="0"/>
              <a:buChar char="•"/>
              <a:tabLst>
                <a:tab pos="349250" algn="l"/>
              </a:tabLst>
            </a:pPr>
            <a:r>
              <a:rPr sz="2000" b="1" spc="60" dirty="0" smtClean="0">
                <a:solidFill>
                  <a:srgbClr val="FF0000"/>
                </a:solidFill>
                <a:latin typeface="Times New Roman"/>
                <a:cs typeface="Times New Roman"/>
              </a:rPr>
              <a:t>No </a:t>
            </a:r>
            <a:r>
              <a:rPr sz="2000" b="1" spc="75" dirty="0">
                <a:solidFill>
                  <a:srgbClr val="FF0000"/>
                </a:solidFill>
                <a:latin typeface="Times New Roman"/>
                <a:cs typeface="Times New Roman"/>
              </a:rPr>
              <a:t>permission</a:t>
            </a:r>
            <a:r>
              <a:rPr sz="2000" b="1" spc="160" dirty="0">
                <a:solidFill>
                  <a:srgbClr val="FF0000"/>
                </a:solidFill>
                <a:latin typeface="Times New Roman"/>
                <a:cs typeface="Times New Roman"/>
              </a:rPr>
              <a:t> </a:t>
            </a:r>
            <a:r>
              <a:rPr sz="2000" b="1" spc="50" dirty="0">
                <a:solidFill>
                  <a:srgbClr val="FF0000"/>
                </a:solidFill>
                <a:latin typeface="Times New Roman"/>
                <a:cs typeface="Times New Roman"/>
              </a:rPr>
              <a:t>(-</a:t>
            </a:r>
            <a:r>
              <a:rPr sz="2000" b="1" dirty="0">
                <a:solidFill>
                  <a:srgbClr val="FF0000"/>
                </a:solidFill>
                <a:latin typeface="Times New Roman"/>
                <a:cs typeface="Times New Roman"/>
              </a:rPr>
              <a:t>)</a:t>
            </a:r>
            <a:r>
              <a:rPr sz="2000" dirty="0">
                <a:solidFill>
                  <a:schemeClr val="tx1"/>
                </a:solidFill>
                <a:latin typeface="Times New Roman"/>
                <a:cs typeface="Times New Roman"/>
              </a:rPr>
              <a:t>:</a:t>
            </a:r>
            <a:r>
              <a:rPr sz="2000" spc="-5" dirty="0">
                <a:solidFill>
                  <a:schemeClr val="tx1"/>
                </a:solidFill>
                <a:latin typeface="Times New Roman"/>
                <a:cs typeface="Times New Roman"/>
              </a:rPr>
              <a:t> </a:t>
            </a:r>
            <a:r>
              <a:rPr sz="2000" dirty="0">
                <a:solidFill>
                  <a:schemeClr val="tx1"/>
                </a:solidFill>
                <a:latin typeface="Times New Roman"/>
                <a:cs typeface="Times New Roman"/>
              </a:rPr>
              <a:t>user</a:t>
            </a:r>
            <a:r>
              <a:rPr sz="2000" spc="75" dirty="0">
                <a:solidFill>
                  <a:schemeClr val="tx1"/>
                </a:solidFill>
                <a:latin typeface="Times New Roman"/>
                <a:cs typeface="Times New Roman"/>
              </a:rPr>
              <a:t> </a:t>
            </a:r>
            <a:r>
              <a:rPr sz="2000" dirty="0">
                <a:solidFill>
                  <a:schemeClr val="tx1"/>
                </a:solidFill>
                <a:latin typeface="Times New Roman"/>
                <a:cs typeface="Times New Roman"/>
              </a:rPr>
              <a:t>may</a:t>
            </a:r>
            <a:r>
              <a:rPr sz="2000" spc="60" dirty="0">
                <a:solidFill>
                  <a:schemeClr val="tx1"/>
                </a:solidFill>
                <a:latin typeface="Times New Roman"/>
                <a:cs typeface="Times New Roman"/>
              </a:rPr>
              <a:t> </a:t>
            </a:r>
            <a:r>
              <a:rPr sz="2000" dirty="0">
                <a:solidFill>
                  <a:schemeClr val="tx1"/>
                </a:solidFill>
                <a:latin typeface="Times New Roman"/>
                <a:cs typeface="Times New Roman"/>
              </a:rPr>
              <a:t>not</a:t>
            </a:r>
            <a:r>
              <a:rPr sz="2000" spc="130" dirty="0">
                <a:solidFill>
                  <a:schemeClr val="tx1"/>
                </a:solidFill>
                <a:latin typeface="Times New Roman"/>
                <a:cs typeface="Times New Roman"/>
              </a:rPr>
              <a:t> </a:t>
            </a:r>
            <a:r>
              <a:rPr sz="2000" dirty="0">
                <a:solidFill>
                  <a:schemeClr val="tx1"/>
                </a:solidFill>
                <a:latin typeface="Times New Roman"/>
                <a:cs typeface="Times New Roman"/>
              </a:rPr>
              <a:t>have</a:t>
            </a:r>
            <a:r>
              <a:rPr sz="2000" spc="75" dirty="0">
                <a:solidFill>
                  <a:schemeClr val="tx1"/>
                </a:solidFill>
                <a:latin typeface="Times New Roman"/>
                <a:cs typeface="Times New Roman"/>
              </a:rPr>
              <a:t> </a:t>
            </a:r>
            <a:r>
              <a:rPr sz="2000" dirty="0">
                <a:solidFill>
                  <a:schemeClr val="tx1"/>
                </a:solidFill>
                <a:latin typeface="Times New Roman"/>
                <a:cs typeface="Times New Roman"/>
              </a:rPr>
              <a:t>any</a:t>
            </a:r>
            <a:r>
              <a:rPr sz="2000" spc="75" dirty="0">
                <a:solidFill>
                  <a:schemeClr val="tx1"/>
                </a:solidFill>
                <a:latin typeface="Times New Roman"/>
                <a:cs typeface="Times New Roman"/>
              </a:rPr>
              <a:t> </a:t>
            </a:r>
            <a:r>
              <a:rPr sz="2000" spc="-10" dirty="0" smtClean="0">
                <a:solidFill>
                  <a:schemeClr val="tx1"/>
                </a:solidFill>
                <a:latin typeface="Times New Roman"/>
                <a:cs typeface="Times New Roman"/>
              </a:rPr>
              <a:t>permissi</a:t>
            </a:r>
            <a:r>
              <a:rPr lang="en-US" sz="2000" spc="-10" dirty="0" smtClean="0">
                <a:solidFill>
                  <a:schemeClr val="tx1"/>
                </a:solidFill>
                <a:latin typeface="Times New Roman"/>
                <a:cs typeface="Times New Roman"/>
              </a:rPr>
              <a:t>o</a:t>
            </a:r>
            <a:r>
              <a:rPr sz="2000" spc="-10" dirty="0" smtClean="0">
                <a:solidFill>
                  <a:schemeClr val="tx1"/>
                </a:solidFill>
                <a:latin typeface="Times New Roman"/>
                <a:cs typeface="Times New Roman"/>
              </a:rPr>
              <a:t>n</a:t>
            </a:r>
            <a:r>
              <a:rPr sz="2000" spc="145" dirty="0" smtClean="0">
                <a:solidFill>
                  <a:schemeClr val="tx1"/>
                </a:solidFill>
                <a:latin typeface="Times New Roman"/>
                <a:cs typeface="Times New Roman"/>
              </a:rPr>
              <a:t> </a:t>
            </a:r>
            <a:r>
              <a:rPr sz="2000" dirty="0">
                <a:solidFill>
                  <a:schemeClr val="tx1"/>
                </a:solidFill>
                <a:latin typeface="Times New Roman"/>
                <a:cs typeface="Times New Roman"/>
              </a:rPr>
              <a:t>for</a:t>
            </a:r>
            <a:r>
              <a:rPr sz="2000" spc="-10" dirty="0">
                <a:solidFill>
                  <a:schemeClr val="tx1"/>
                </a:solidFill>
                <a:latin typeface="Times New Roman"/>
                <a:cs typeface="Times New Roman"/>
              </a:rPr>
              <a:t> </a:t>
            </a:r>
            <a:r>
              <a:rPr sz="2000" spc="-10" dirty="0" smtClean="0">
                <a:solidFill>
                  <a:schemeClr val="tx1"/>
                </a:solidFill>
                <a:latin typeface="Times New Roman"/>
                <a:cs typeface="Times New Roman"/>
              </a:rPr>
              <a:t>reading</a:t>
            </a:r>
            <a:r>
              <a:rPr lang="en-US" sz="2000" spc="-10" dirty="0" smtClean="0">
                <a:solidFill>
                  <a:schemeClr val="tx1"/>
                </a:solidFill>
                <a:latin typeface="Times New Roman"/>
                <a:cs typeface="Times New Roman"/>
              </a:rPr>
              <a:t>, w</a:t>
            </a:r>
            <a:r>
              <a:rPr sz="2000" dirty="0" smtClean="0">
                <a:solidFill>
                  <a:schemeClr val="tx1"/>
                </a:solidFill>
                <a:latin typeface="Times New Roman"/>
                <a:cs typeface="Times New Roman"/>
              </a:rPr>
              <a:t>riting</a:t>
            </a:r>
            <a:r>
              <a:rPr sz="2000" spc="-40" dirty="0" smtClean="0">
                <a:solidFill>
                  <a:schemeClr val="tx1"/>
                </a:solidFill>
                <a:latin typeface="Times New Roman"/>
                <a:cs typeface="Times New Roman"/>
              </a:rPr>
              <a:t> </a:t>
            </a:r>
            <a:r>
              <a:rPr lang="en-US" sz="2000" spc="-10" dirty="0" smtClean="0">
                <a:solidFill>
                  <a:schemeClr val="tx1"/>
                </a:solidFill>
                <a:latin typeface="Times New Roman"/>
                <a:cs typeface="Times New Roman"/>
              </a:rPr>
              <a:t>or</a:t>
            </a:r>
            <a:r>
              <a:rPr sz="2000" spc="-75" dirty="0" smtClean="0">
                <a:solidFill>
                  <a:schemeClr val="tx1"/>
                </a:solidFill>
                <a:latin typeface="Times New Roman"/>
                <a:cs typeface="Times New Roman"/>
              </a:rPr>
              <a:t> </a:t>
            </a:r>
            <a:r>
              <a:rPr sz="2000" spc="-10" dirty="0">
                <a:solidFill>
                  <a:schemeClr val="tx1"/>
                </a:solidFill>
                <a:latin typeface="Times New Roman"/>
                <a:cs typeface="Times New Roman"/>
              </a:rPr>
              <a:t>execution</a:t>
            </a:r>
            <a:endParaRPr sz="2000" dirty="0">
              <a:solidFill>
                <a:schemeClr val="tx1"/>
              </a:solidFill>
              <a:latin typeface="Times New Roman"/>
              <a:cs typeface="Times New Roman"/>
            </a:endParaRPr>
          </a:p>
        </p:txBody>
      </p:sp>
      <p:sp>
        <p:nvSpPr>
          <p:cNvPr id="6" name="object 3"/>
          <p:cNvSpPr txBox="1">
            <a:spLocks/>
          </p:cNvSpPr>
          <p:nvPr/>
        </p:nvSpPr>
        <p:spPr>
          <a:xfrm>
            <a:off x="368300" y="142875"/>
            <a:ext cx="4622105" cy="382156"/>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12700">
              <a:spcBef>
                <a:spcPts val="100"/>
              </a:spcBef>
            </a:pPr>
            <a:r>
              <a:rPr lang="en-US" sz="2400" b="1" dirty="0" smtClean="0">
                <a:solidFill>
                  <a:srgbClr val="FF0000"/>
                </a:solidFill>
                <a:latin typeface="Times New Roman" panose="02020603050405020304" pitchFamily="18" charset="0"/>
                <a:cs typeface="Times New Roman" panose="02020603050405020304" pitchFamily="18" charset="0"/>
              </a:rPr>
              <a:t>Permission</a:t>
            </a:r>
            <a:r>
              <a:rPr lang="en-US" sz="2400" b="1" spc="320" dirty="0" smtClean="0">
                <a:solidFill>
                  <a:srgbClr val="FF0000"/>
                </a:solidFill>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Types</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16" name="Date Placeholder 15"/>
          <p:cNvSpPr>
            <a:spLocks noGrp="1"/>
          </p:cNvSpPr>
          <p:nvPr>
            <p:ph type="dt" sz="half" idx="6"/>
          </p:nvPr>
        </p:nvSpPr>
        <p:spPr/>
        <p:txBody>
          <a:bodyPr/>
          <a:lstStyle/>
          <a:p>
            <a:fld id="{D72CCC73-EF76-46E2-814E-F7CD766E58FA}"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139700" y="676275"/>
            <a:ext cx="5930900" cy="3138039"/>
          </a:xfrm>
          <a:prstGeom prst="rect">
            <a:avLst/>
          </a:prstGeom>
        </p:spPr>
        <p:txBody>
          <a:bodyPr vert="horz" wrap="square" lIns="0" tIns="143510" rIns="0" bIns="0" rtlCol="0">
            <a:spAutoFit/>
          </a:bodyPr>
          <a:lstStyle/>
          <a:p>
            <a:pPr marL="302895" indent="-285750">
              <a:spcBef>
                <a:spcPts val="1130"/>
              </a:spcBef>
              <a:buFont typeface="Arial" panose="020B0604020202020204" pitchFamily="34" charset="0"/>
              <a:buChar char="•"/>
            </a:pPr>
            <a:r>
              <a:rPr lang="en-US" dirty="0" smtClean="0">
                <a:solidFill>
                  <a:schemeClr val="tx1"/>
                </a:solidFill>
                <a:latin typeface="Times New Roman"/>
                <a:cs typeface="Times New Roman"/>
              </a:rPr>
              <a:t>In</a:t>
            </a:r>
            <a:r>
              <a:rPr lang="en-US" spc="265" dirty="0" smtClean="0">
                <a:solidFill>
                  <a:schemeClr val="tx1"/>
                </a:solidFill>
                <a:latin typeface="Times New Roman"/>
                <a:cs typeface="Times New Roman"/>
              </a:rPr>
              <a:t> </a:t>
            </a:r>
            <a:r>
              <a:rPr lang="en-US" dirty="0" smtClean="0">
                <a:solidFill>
                  <a:schemeClr val="tx1"/>
                </a:solidFill>
                <a:latin typeface="Times New Roman"/>
                <a:cs typeface="Times New Roman"/>
              </a:rPr>
              <a:t>general,</a:t>
            </a:r>
            <a:r>
              <a:rPr lang="en-US" spc="120" dirty="0" smtClean="0">
                <a:solidFill>
                  <a:schemeClr val="tx1"/>
                </a:solidFill>
                <a:latin typeface="Times New Roman"/>
                <a:cs typeface="Times New Roman"/>
              </a:rPr>
              <a:t> </a:t>
            </a:r>
            <a:r>
              <a:rPr lang="en-US" dirty="0" smtClean="0">
                <a:solidFill>
                  <a:schemeClr val="tx1"/>
                </a:solidFill>
                <a:latin typeface="Times New Roman"/>
                <a:cs typeface="Times New Roman"/>
              </a:rPr>
              <a:t>access</a:t>
            </a:r>
            <a:r>
              <a:rPr lang="en-US" spc="185" dirty="0" smtClean="0">
                <a:solidFill>
                  <a:schemeClr val="tx1"/>
                </a:solidFill>
                <a:latin typeface="Times New Roman"/>
                <a:cs typeface="Times New Roman"/>
              </a:rPr>
              <a:t> </a:t>
            </a:r>
            <a:r>
              <a:rPr lang="en-US" dirty="0" smtClean="0">
                <a:solidFill>
                  <a:schemeClr val="tx1"/>
                </a:solidFill>
                <a:latin typeface="Times New Roman"/>
                <a:cs typeface="Times New Roman"/>
              </a:rPr>
              <a:t>permissions</a:t>
            </a:r>
            <a:r>
              <a:rPr lang="en-US" spc="235" dirty="0" smtClean="0">
                <a:solidFill>
                  <a:schemeClr val="tx1"/>
                </a:solidFill>
                <a:latin typeface="Times New Roman"/>
                <a:cs typeface="Times New Roman"/>
              </a:rPr>
              <a:t> </a:t>
            </a:r>
            <a:r>
              <a:rPr lang="en-US" dirty="0" smtClean="0">
                <a:solidFill>
                  <a:schemeClr val="tx1"/>
                </a:solidFill>
                <a:latin typeface="Times New Roman"/>
                <a:cs typeface="Times New Roman"/>
              </a:rPr>
              <a:t>specify</a:t>
            </a:r>
            <a:r>
              <a:rPr lang="en-US" spc="150" dirty="0" smtClean="0">
                <a:solidFill>
                  <a:schemeClr val="tx1"/>
                </a:solidFill>
                <a:latin typeface="Times New Roman"/>
                <a:cs typeface="Times New Roman"/>
              </a:rPr>
              <a:t> </a:t>
            </a:r>
            <a:r>
              <a:rPr lang="en-US" spc="65" dirty="0" smtClean="0">
                <a:solidFill>
                  <a:schemeClr val="tx1"/>
                </a:solidFill>
                <a:latin typeface="Times New Roman"/>
                <a:cs typeface="Times New Roman"/>
              </a:rPr>
              <a:t>who</a:t>
            </a:r>
            <a:r>
              <a:rPr lang="en-US" spc="80" dirty="0" smtClean="0">
                <a:solidFill>
                  <a:schemeClr val="tx1"/>
                </a:solidFill>
                <a:latin typeface="Times New Roman"/>
                <a:cs typeface="Times New Roman"/>
              </a:rPr>
              <a:t> </a:t>
            </a:r>
            <a:r>
              <a:rPr lang="en-US" spc="75" dirty="0" smtClean="0">
                <a:solidFill>
                  <a:schemeClr val="tx1"/>
                </a:solidFill>
                <a:latin typeface="Times New Roman"/>
                <a:cs typeface="Times New Roman"/>
              </a:rPr>
              <a:t>can</a:t>
            </a:r>
            <a:r>
              <a:rPr lang="en-US" spc="340" dirty="0" smtClean="0">
                <a:solidFill>
                  <a:schemeClr val="tx1"/>
                </a:solidFill>
                <a:latin typeface="Times New Roman"/>
                <a:cs typeface="Times New Roman"/>
              </a:rPr>
              <a:t> </a:t>
            </a:r>
            <a:r>
              <a:rPr lang="en-US" dirty="0" smtClean="0">
                <a:solidFill>
                  <a:schemeClr val="tx1"/>
                </a:solidFill>
                <a:latin typeface="Times New Roman"/>
                <a:cs typeface="Times New Roman"/>
              </a:rPr>
              <a:t>access</a:t>
            </a:r>
            <a:r>
              <a:rPr lang="en-US" spc="120" dirty="0" smtClean="0">
                <a:solidFill>
                  <a:schemeClr val="tx1"/>
                </a:solidFill>
                <a:latin typeface="Times New Roman"/>
                <a:cs typeface="Times New Roman"/>
              </a:rPr>
              <a:t> </a:t>
            </a:r>
            <a:r>
              <a:rPr lang="en-US" dirty="0" smtClean="0">
                <a:solidFill>
                  <a:schemeClr val="tx1"/>
                </a:solidFill>
                <a:latin typeface="Times New Roman"/>
                <a:cs typeface="Times New Roman"/>
              </a:rPr>
              <a:t>a</a:t>
            </a:r>
            <a:r>
              <a:rPr lang="en-US" spc="165" dirty="0" smtClean="0">
                <a:solidFill>
                  <a:schemeClr val="tx1"/>
                </a:solidFill>
                <a:latin typeface="Times New Roman"/>
                <a:cs typeface="Times New Roman"/>
              </a:rPr>
              <a:t> </a:t>
            </a:r>
            <a:r>
              <a:rPr lang="en-US" dirty="0" smtClean="0">
                <a:solidFill>
                  <a:schemeClr val="tx1"/>
                </a:solidFill>
                <a:latin typeface="Times New Roman"/>
                <a:cs typeface="Times New Roman"/>
              </a:rPr>
              <a:t>particular</a:t>
            </a:r>
            <a:r>
              <a:rPr lang="en-US" spc="229" dirty="0" smtClean="0">
                <a:solidFill>
                  <a:schemeClr val="tx1"/>
                </a:solidFill>
                <a:latin typeface="Times New Roman"/>
                <a:cs typeface="Times New Roman"/>
              </a:rPr>
              <a:t> </a:t>
            </a:r>
            <a:r>
              <a:rPr lang="en-US" spc="-25" dirty="0" smtClean="0">
                <a:solidFill>
                  <a:schemeClr val="tx1"/>
                </a:solidFill>
                <a:latin typeface="Times New Roman"/>
                <a:cs typeface="Times New Roman"/>
              </a:rPr>
              <a:t>file or resource and what actions they can perform on it such as reading, writing or executing</a:t>
            </a:r>
            <a:endParaRPr lang="en-US" dirty="0" smtClean="0">
              <a:solidFill>
                <a:schemeClr val="tx1"/>
              </a:solidFill>
              <a:latin typeface="Times New Roman"/>
              <a:cs typeface="Times New Roman"/>
            </a:endParaRPr>
          </a:p>
          <a:p>
            <a:pPr marL="298450" indent="-285750">
              <a:lnSpc>
                <a:spcPct val="100000"/>
              </a:lnSpc>
              <a:spcBef>
                <a:spcPts val="969"/>
              </a:spcBef>
              <a:buFont typeface="Arial" panose="020B0604020202020204" pitchFamily="34" charset="0"/>
              <a:buChar char="•"/>
            </a:pPr>
            <a:r>
              <a:rPr dirty="0" smtClean="0">
                <a:solidFill>
                  <a:schemeClr val="tx1"/>
                </a:solidFill>
                <a:latin typeface="Times New Roman"/>
                <a:cs typeface="Times New Roman"/>
              </a:rPr>
              <a:t>To</a:t>
            </a:r>
            <a:r>
              <a:rPr spc="-50" dirty="0" smtClean="0">
                <a:solidFill>
                  <a:schemeClr val="tx1"/>
                </a:solidFill>
                <a:latin typeface="Times New Roman"/>
                <a:cs typeface="Times New Roman"/>
              </a:rPr>
              <a:t> </a:t>
            </a:r>
            <a:r>
              <a:rPr dirty="0">
                <a:solidFill>
                  <a:schemeClr val="tx1"/>
                </a:solidFill>
                <a:latin typeface="Times New Roman"/>
                <a:cs typeface="Times New Roman"/>
              </a:rPr>
              <a:t>change</a:t>
            </a:r>
            <a:r>
              <a:rPr spc="65" dirty="0">
                <a:solidFill>
                  <a:schemeClr val="tx1"/>
                </a:solidFill>
                <a:latin typeface="Times New Roman"/>
                <a:cs typeface="Times New Roman"/>
              </a:rPr>
              <a:t> </a:t>
            </a:r>
            <a:r>
              <a:rPr spc="-10" dirty="0">
                <a:solidFill>
                  <a:schemeClr val="tx1"/>
                </a:solidFill>
                <a:latin typeface="Times New Roman"/>
                <a:cs typeface="Times New Roman"/>
              </a:rPr>
              <a:t>permissions</a:t>
            </a:r>
            <a:r>
              <a:rPr spc="65" dirty="0">
                <a:solidFill>
                  <a:schemeClr val="tx1"/>
                </a:solidFill>
                <a:latin typeface="Times New Roman"/>
                <a:cs typeface="Times New Roman"/>
              </a:rPr>
              <a:t> </a:t>
            </a:r>
            <a:r>
              <a:rPr dirty="0">
                <a:solidFill>
                  <a:schemeClr val="tx1"/>
                </a:solidFill>
                <a:latin typeface="Times New Roman"/>
                <a:cs typeface="Times New Roman"/>
              </a:rPr>
              <a:t>in</a:t>
            </a:r>
            <a:r>
              <a:rPr spc="10" dirty="0">
                <a:solidFill>
                  <a:schemeClr val="tx1"/>
                </a:solidFill>
                <a:latin typeface="Times New Roman"/>
                <a:cs typeface="Times New Roman"/>
              </a:rPr>
              <a:t> </a:t>
            </a:r>
            <a:r>
              <a:rPr spc="-20" dirty="0">
                <a:solidFill>
                  <a:schemeClr val="tx1"/>
                </a:solidFill>
                <a:latin typeface="Times New Roman"/>
                <a:cs typeface="Times New Roman"/>
              </a:rPr>
              <a:t>Linux,</a:t>
            </a:r>
            <a:r>
              <a:rPr spc="-25" dirty="0">
                <a:solidFill>
                  <a:schemeClr val="tx1"/>
                </a:solidFill>
                <a:latin typeface="Times New Roman"/>
                <a:cs typeface="Times New Roman"/>
              </a:rPr>
              <a:t> </a:t>
            </a:r>
            <a:r>
              <a:rPr lang="en-US" spc="-25" dirty="0" smtClean="0">
                <a:solidFill>
                  <a:schemeClr val="tx1"/>
                </a:solidFill>
                <a:latin typeface="Times New Roman"/>
                <a:cs typeface="Times New Roman"/>
              </a:rPr>
              <a:t>we </a:t>
            </a:r>
            <a:r>
              <a:rPr dirty="0" smtClean="0">
                <a:solidFill>
                  <a:schemeClr val="tx1"/>
                </a:solidFill>
                <a:latin typeface="Times New Roman"/>
                <a:cs typeface="Times New Roman"/>
              </a:rPr>
              <a:t>can</a:t>
            </a:r>
            <a:r>
              <a:rPr spc="45" dirty="0" smtClean="0">
                <a:solidFill>
                  <a:schemeClr val="tx1"/>
                </a:solidFill>
                <a:latin typeface="Times New Roman"/>
                <a:cs typeface="Times New Roman"/>
              </a:rPr>
              <a:t> </a:t>
            </a:r>
            <a:r>
              <a:rPr dirty="0">
                <a:solidFill>
                  <a:schemeClr val="tx1"/>
                </a:solidFill>
                <a:latin typeface="Times New Roman"/>
                <a:cs typeface="Times New Roman"/>
              </a:rPr>
              <a:t>use</a:t>
            </a:r>
            <a:r>
              <a:rPr spc="315" dirty="0">
                <a:solidFill>
                  <a:schemeClr val="tx1"/>
                </a:solidFill>
                <a:latin typeface="Times New Roman"/>
                <a:cs typeface="Times New Roman"/>
              </a:rPr>
              <a:t> </a:t>
            </a:r>
            <a:r>
              <a:rPr b="1" dirty="0" err="1" smtClean="0">
                <a:solidFill>
                  <a:srgbClr val="FF0000"/>
                </a:solidFill>
                <a:latin typeface="Times New Roman"/>
                <a:cs typeface="Times New Roman"/>
              </a:rPr>
              <a:t>chm</a:t>
            </a:r>
            <a:r>
              <a:rPr lang="en-US" b="1" dirty="0" err="1" smtClean="0">
                <a:solidFill>
                  <a:srgbClr val="FF0000"/>
                </a:solidFill>
                <a:latin typeface="Times New Roman"/>
                <a:cs typeface="Times New Roman"/>
              </a:rPr>
              <a:t>od</a:t>
            </a:r>
            <a:r>
              <a:rPr b="1" spc="85" dirty="0" smtClean="0">
                <a:solidFill>
                  <a:srgbClr val="FF0000"/>
                </a:solidFill>
                <a:latin typeface="Times New Roman"/>
                <a:cs typeface="Times New Roman"/>
              </a:rPr>
              <a:t> </a:t>
            </a:r>
            <a:r>
              <a:rPr spc="-10" dirty="0">
                <a:solidFill>
                  <a:schemeClr val="tx1"/>
                </a:solidFill>
                <a:latin typeface="Times New Roman"/>
                <a:cs typeface="Times New Roman"/>
              </a:rPr>
              <a:t>command</a:t>
            </a:r>
            <a:endParaRPr dirty="0">
              <a:solidFill>
                <a:schemeClr val="tx1"/>
              </a:solidFill>
              <a:latin typeface="Times New Roman"/>
              <a:cs typeface="Times New Roman"/>
            </a:endParaRPr>
          </a:p>
          <a:p>
            <a:pPr marL="304800" indent="-285750">
              <a:lnSpc>
                <a:spcPct val="100000"/>
              </a:lnSpc>
              <a:spcBef>
                <a:spcPts val="1090"/>
              </a:spcBef>
              <a:buFont typeface="Arial" panose="020B0604020202020204" pitchFamily="34" charset="0"/>
              <a:buChar char="•"/>
            </a:pPr>
            <a:r>
              <a:rPr dirty="0">
                <a:solidFill>
                  <a:schemeClr val="tx1"/>
                </a:solidFill>
                <a:latin typeface="Times New Roman"/>
                <a:cs typeface="Times New Roman"/>
              </a:rPr>
              <a:t>syntax</a:t>
            </a:r>
            <a:r>
              <a:rPr spc="185" dirty="0">
                <a:solidFill>
                  <a:schemeClr val="tx1"/>
                </a:solidFill>
                <a:latin typeface="Times New Roman"/>
                <a:cs typeface="Times New Roman"/>
              </a:rPr>
              <a:t> </a:t>
            </a:r>
            <a:r>
              <a:rPr dirty="0">
                <a:solidFill>
                  <a:schemeClr val="tx1"/>
                </a:solidFill>
                <a:latin typeface="Times New Roman"/>
                <a:cs typeface="Times New Roman"/>
              </a:rPr>
              <a:t>for</a:t>
            </a:r>
            <a:r>
              <a:rPr spc="260" dirty="0">
                <a:solidFill>
                  <a:schemeClr val="tx1"/>
                </a:solidFill>
                <a:latin typeface="Times New Roman"/>
                <a:cs typeface="Times New Roman"/>
              </a:rPr>
              <a:t> </a:t>
            </a:r>
            <a:r>
              <a:rPr dirty="0">
                <a:solidFill>
                  <a:schemeClr val="tx1"/>
                </a:solidFill>
                <a:latin typeface="Times New Roman"/>
                <a:cs typeface="Times New Roman"/>
              </a:rPr>
              <a:t>the</a:t>
            </a:r>
            <a:r>
              <a:rPr spc="140" dirty="0">
                <a:solidFill>
                  <a:schemeClr val="tx1"/>
                </a:solidFill>
                <a:latin typeface="Times New Roman"/>
                <a:cs typeface="Times New Roman"/>
              </a:rPr>
              <a:t> </a:t>
            </a:r>
            <a:r>
              <a:rPr b="1" dirty="0">
                <a:solidFill>
                  <a:srgbClr val="FF0000"/>
                </a:solidFill>
                <a:latin typeface="Times New Roman"/>
                <a:cs typeface="Times New Roman"/>
              </a:rPr>
              <a:t>chmod</a:t>
            </a:r>
            <a:r>
              <a:rPr spc="330" dirty="0">
                <a:solidFill>
                  <a:schemeClr val="tx1"/>
                </a:solidFill>
                <a:latin typeface="Times New Roman"/>
                <a:cs typeface="Times New Roman"/>
              </a:rPr>
              <a:t> </a:t>
            </a:r>
            <a:r>
              <a:rPr spc="-10" dirty="0">
                <a:solidFill>
                  <a:schemeClr val="tx1"/>
                </a:solidFill>
                <a:latin typeface="Times New Roman"/>
                <a:cs typeface="Times New Roman"/>
              </a:rPr>
              <a:t>command:</a:t>
            </a:r>
            <a:endParaRPr dirty="0">
              <a:solidFill>
                <a:schemeClr val="tx1"/>
              </a:solidFill>
              <a:latin typeface="Times New Roman"/>
              <a:cs typeface="Times New Roman"/>
            </a:endParaRPr>
          </a:p>
          <a:p>
            <a:pPr marL="298450" indent="-285750">
              <a:lnSpc>
                <a:spcPct val="100000"/>
              </a:lnSpc>
              <a:spcBef>
                <a:spcPts val="1185"/>
              </a:spcBef>
              <a:buFont typeface="Arial" panose="020B0604020202020204" pitchFamily="34" charset="0"/>
              <a:buChar char="•"/>
            </a:pPr>
            <a:r>
              <a:rPr b="1" dirty="0" err="1" smtClean="0">
                <a:solidFill>
                  <a:srgbClr val="FF0000"/>
                </a:solidFill>
                <a:latin typeface="Times New Roman"/>
                <a:cs typeface="Times New Roman"/>
              </a:rPr>
              <a:t>chm</a:t>
            </a:r>
            <a:r>
              <a:rPr lang="en-US" b="1" dirty="0" err="1" smtClean="0">
                <a:solidFill>
                  <a:srgbClr val="FF0000"/>
                </a:solidFill>
                <a:latin typeface="Times New Roman"/>
                <a:cs typeface="Times New Roman"/>
              </a:rPr>
              <a:t>o</a:t>
            </a:r>
            <a:r>
              <a:rPr b="1" dirty="0" err="1" smtClean="0">
                <a:solidFill>
                  <a:srgbClr val="FF0000"/>
                </a:solidFill>
                <a:latin typeface="Times New Roman"/>
                <a:cs typeface="Times New Roman"/>
              </a:rPr>
              <a:t>d</a:t>
            </a:r>
            <a:r>
              <a:rPr b="1" spc="170" dirty="0" smtClean="0">
                <a:solidFill>
                  <a:srgbClr val="FF0000"/>
                </a:solidFill>
                <a:latin typeface="Times New Roman"/>
                <a:cs typeface="Times New Roman"/>
              </a:rPr>
              <a:t> </a:t>
            </a:r>
            <a:r>
              <a:rPr lang="en-US" b="1" spc="170" dirty="0" smtClean="0">
                <a:solidFill>
                  <a:srgbClr val="FF0000"/>
                </a:solidFill>
                <a:latin typeface="Times New Roman"/>
                <a:cs typeface="Times New Roman"/>
              </a:rPr>
              <a:t>[</a:t>
            </a:r>
            <a:r>
              <a:rPr lang="en-US" b="1" spc="-25" dirty="0" smtClean="0">
                <a:solidFill>
                  <a:srgbClr val="FF0000"/>
                </a:solidFill>
                <a:latin typeface="Times New Roman"/>
                <a:cs typeface="Times New Roman"/>
              </a:rPr>
              <a:t>permissions</a:t>
            </a:r>
            <a:r>
              <a:rPr b="1" spc="-25" dirty="0" smtClean="0">
                <a:solidFill>
                  <a:srgbClr val="FF0000"/>
                </a:solidFill>
                <a:latin typeface="Times New Roman"/>
                <a:cs typeface="Times New Roman"/>
              </a:rPr>
              <a:t>]</a:t>
            </a:r>
            <a:r>
              <a:rPr b="1" spc="120" dirty="0" smtClean="0">
                <a:solidFill>
                  <a:srgbClr val="FF0000"/>
                </a:solidFill>
                <a:latin typeface="Times New Roman"/>
                <a:cs typeface="Times New Roman"/>
              </a:rPr>
              <a:t> </a:t>
            </a:r>
            <a:r>
              <a:rPr lang="en-US" b="1" spc="-10" dirty="0" smtClean="0">
                <a:solidFill>
                  <a:srgbClr val="FF0000"/>
                </a:solidFill>
                <a:latin typeface="Times New Roman"/>
                <a:cs typeface="Times New Roman"/>
              </a:rPr>
              <a:t>[file</a:t>
            </a:r>
            <a:r>
              <a:rPr lang="en-US" b="1" spc="-10" dirty="0">
                <a:solidFill>
                  <a:srgbClr val="FF0000"/>
                </a:solidFill>
                <a:latin typeface="Times New Roman"/>
                <a:cs typeface="Times New Roman"/>
              </a:rPr>
              <a:t>/</a:t>
            </a:r>
            <a:r>
              <a:rPr lang="en-US" b="1" spc="-10" dirty="0" smtClean="0">
                <a:solidFill>
                  <a:srgbClr val="FF0000"/>
                </a:solidFill>
                <a:latin typeface="Times New Roman"/>
                <a:cs typeface="Times New Roman"/>
              </a:rPr>
              <a:t>directory</a:t>
            </a:r>
            <a:r>
              <a:rPr b="1" spc="-10" dirty="0" smtClean="0">
                <a:solidFill>
                  <a:srgbClr val="FF0000"/>
                </a:solidFill>
                <a:latin typeface="Times New Roman"/>
                <a:cs typeface="Times New Roman"/>
              </a:rPr>
              <a:t>]</a:t>
            </a:r>
            <a:endParaRPr b="1" dirty="0">
              <a:solidFill>
                <a:srgbClr val="FF0000"/>
              </a:solidFill>
              <a:latin typeface="Times New Roman"/>
              <a:cs typeface="Times New Roman"/>
            </a:endParaRPr>
          </a:p>
          <a:p>
            <a:pPr>
              <a:lnSpc>
                <a:spcPct val="100000"/>
              </a:lnSpc>
              <a:spcBef>
                <a:spcPts val="625"/>
              </a:spcBef>
            </a:pPr>
            <a:r>
              <a:rPr lang="en-US" dirty="0" smtClean="0">
                <a:solidFill>
                  <a:schemeClr val="tx1"/>
                </a:solidFill>
                <a:latin typeface="Times New Roman"/>
                <a:cs typeface="Times New Roman"/>
              </a:rPr>
              <a:t>                    or</a:t>
            </a:r>
            <a:endParaRPr dirty="0">
              <a:solidFill>
                <a:schemeClr val="tx1"/>
              </a:solidFill>
              <a:latin typeface="Times New Roman"/>
              <a:cs typeface="Times New Roman"/>
            </a:endParaRPr>
          </a:p>
          <a:p>
            <a:pPr marL="298450" indent="-285750">
              <a:lnSpc>
                <a:spcPct val="100000"/>
              </a:lnSpc>
              <a:buFont typeface="Arial" panose="020B0604020202020204" pitchFamily="34" charset="0"/>
              <a:buChar char="•"/>
            </a:pPr>
            <a:r>
              <a:rPr b="1" dirty="0" err="1">
                <a:solidFill>
                  <a:srgbClr val="FF0000"/>
                </a:solidFill>
                <a:latin typeface="Times New Roman"/>
                <a:cs typeface="Times New Roman"/>
              </a:rPr>
              <a:t>chmod</a:t>
            </a:r>
            <a:r>
              <a:rPr b="1" spc="135" dirty="0">
                <a:solidFill>
                  <a:srgbClr val="FF0000"/>
                </a:solidFill>
                <a:latin typeface="Times New Roman"/>
                <a:cs typeface="Times New Roman"/>
              </a:rPr>
              <a:t>  </a:t>
            </a:r>
            <a:r>
              <a:rPr lang="en-US" b="1" spc="-35" dirty="0">
                <a:solidFill>
                  <a:srgbClr val="FF0000"/>
                </a:solidFill>
                <a:latin typeface="Times New Roman"/>
                <a:cs typeface="Times New Roman"/>
              </a:rPr>
              <a:t>[</a:t>
            </a:r>
            <a:r>
              <a:rPr b="1" spc="-35" dirty="0" smtClean="0">
                <a:solidFill>
                  <a:srgbClr val="FF0000"/>
                </a:solidFill>
                <a:latin typeface="Times New Roman"/>
                <a:cs typeface="Times New Roman"/>
              </a:rPr>
              <a:t>user</a:t>
            </a:r>
            <a:r>
              <a:rPr b="1" spc="-35" dirty="0">
                <a:solidFill>
                  <a:srgbClr val="FF0000"/>
                </a:solidFill>
                <a:latin typeface="Times New Roman"/>
                <a:cs typeface="Times New Roman"/>
              </a:rPr>
              <a:t>]</a:t>
            </a:r>
            <a:r>
              <a:rPr b="1" spc="-114" dirty="0">
                <a:solidFill>
                  <a:srgbClr val="FF0000"/>
                </a:solidFill>
                <a:latin typeface="Times New Roman"/>
                <a:cs typeface="Times New Roman"/>
              </a:rPr>
              <a:t> </a:t>
            </a:r>
            <a:r>
              <a:rPr lang="en-US" b="1" dirty="0" smtClean="0">
                <a:solidFill>
                  <a:srgbClr val="FF0000"/>
                </a:solidFill>
                <a:latin typeface="Times New Roman"/>
                <a:cs typeface="Times New Roman"/>
              </a:rPr>
              <a:t>[o</a:t>
            </a:r>
            <a:r>
              <a:rPr b="1" dirty="0" smtClean="0">
                <a:solidFill>
                  <a:srgbClr val="FF0000"/>
                </a:solidFill>
                <a:latin typeface="Times New Roman"/>
                <a:cs typeface="Times New Roman"/>
              </a:rPr>
              <a:t>p</a:t>
            </a:r>
            <a:r>
              <a:rPr lang="en-US" b="1" dirty="0" smtClean="0">
                <a:solidFill>
                  <a:srgbClr val="FF0000"/>
                </a:solidFill>
                <a:latin typeface="Times New Roman"/>
                <a:cs typeface="Times New Roman"/>
              </a:rPr>
              <a:t>e</a:t>
            </a:r>
            <a:r>
              <a:rPr b="1" dirty="0" smtClean="0">
                <a:solidFill>
                  <a:srgbClr val="FF0000"/>
                </a:solidFill>
                <a:latin typeface="Times New Roman"/>
                <a:cs typeface="Times New Roman"/>
              </a:rPr>
              <a:t>ration]</a:t>
            </a:r>
            <a:r>
              <a:rPr lang="en-US" b="1" dirty="0" smtClean="0">
                <a:solidFill>
                  <a:srgbClr val="FF0000"/>
                </a:solidFill>
                <a:latin typeface="Times New Roman"/>
                <a:cs typeface="Times New Roman"/>
              </a:rPr>
              <a:t>[</a:t>
            </a:r>
            <a:r>
              <a:rPr b="1" dirty="0" smtClean="0">
                <a:solidFill>
                  <a:srgbClr val="FF0000"/>
                </a:solidFill>
                <a:latin typeface="Times New Roman"/>
                <a:cs typeface="Times New Roman"/>
              </a:rPr>
              <a:t>p</a:t>
            </a:r>
            <a:r>
              <a:rPr lang="en-US" b="1" dirty="0" smtClean="0">
                <a:solidFill>
                  <a:srgbClr val="FF0000"/>
                </a:solidFill>
                <a:latin typeface="Times New Roman"/>
                <a:cs typeface="Times New Roman"/>
              </a:rPr>
              <a:t>e</a:t>
            </a:r>
            <a:r>
              <a:rPr b="1" dirty="0" smtClean="0">
                <a:solidFill>
                  <a:srgbClr val="FF0000"/>
                </a:solidFill>
                <a:latin typeface="Times New Roman"/>
                <a:cs typeface="Times New Roman"/>
              </a:rPr>
              <a:t>rmissi</a:t>
            </a:r>
            <a:r>
              <a:rPr lang="en-US" b="1" dirty="0" smtClean="0">
                <a:solidFill>
                  <a:srgbClr val="FF0000"/>
                </a:solidFill>
                <a:latin typeface="Times New Roman"/>
                <a:cs typeface="Times New Roman"/>
              </a:rPr>
              <a:t>o</a:t>
            </a:r>
            <a:r>
              <a:rPr b="1" dirty="0" smtClean="0">
                <a:solidFill>
                  <a:srgbClr val="FF0000"/>
                </a:solidFill>
                <a:latin typeface="Times New Roman"/>
                <a:cs typeface="Times New Roman"/>
              </a:rPr>
              <a:t>ns</a:t>
            </a:r>
            <a:r>
              <a:rPr b="1" dirty="0">
                <a:solidFill>
                  <a:srgbClr val="FF0000"/>
                </a:solidFill>
                <a:latin typeface="Times New Roman"/>
                <a:cs typeface="Times New Roman"/>
              </a:rPr>
              <a:t>]</a:t>
            </a:r>
            <a:r>
              <a:rPr b="1" spc="254" dirty="0">
                <a:solidFill>
                  <a:srgbClr val="FF0000"/>
                </a:solidFill>
                <a:latin typeface="Times New Roman"/>
                <a:cs typeface="Times New Roman"/>
              </a:rPr>
              <a:t> </a:t>
            </a:r>
            <a:r>
              <a:rPr b="1" spc="-10" dirty="0" smtClean="0">
                <a:solidFill>
                  <a:srgbClr val="FF0000"/>
                </a:solidFill>
                <a:latin typeface="Times New Roman"/>
                <a:cs typeface="Times New Roman"/>
              </a:rPr>
              <a:t>[</a:t>
            </a:r>
            <a:r>
              <a:rPr lang="en-US" b="1" spc="-10" dirty="0" smtClean="0">
                <a:solidFill>
                  <a:srgbClr val="FF0000"/>
                </a:solidFill>
                <a:latin typeface="Times New Roman"/>
                <a:cs typeface="Times New Roman"/>
              </a:rPr>
              <a:t>f</a:t>
            </a:r>
            <a:r>
              <a:rPr b="1" spc="-10" dirty="0" smtClean="0">
                <a:solidFill>
                  <a:srgbClr val="FF0000"/>
                </a:solidFill>
                <a:latin typeface="Times New Roman"/>
                <a:cs typeface="Times New Roman"/>
              </a:rPr>
              <a:t>ile/</a:t>
            </a:r>
            <a:r>
              <a:rPr lang="en-US" b="1" spc="-10" dirty="0" smtClean="0">
                <a:solidFill>
                  <a:srgbClr val="FF0000"/>
                </a:solidFill>
                <a:latin typeface="Times New Roman"/>
                <a:cs typeface="Times New Roman"/>
              </a:rPr>
              <a:t>d</a:t>
            </a:r>
            <a:r>
              <a:rPr b="1" spc="-10" dirty="0" smtClean="0">
                <a:solidFill>
                  <a:srgbClr val="FF0000"/>
                </a:solidFill>
                <a:latin typeface="Times New Roman"/>
                <a:cs typeface="Times New Roman"/>
              </a:rPr>
              <a:t>irect</a:t>
            </a:r>
            <a:r>
              <a:rPr lang="en-US" b="1" spc="-10" dirty="0" smtClean="0">
                <a:solidFill>
                  <a:srgbClr val="FF0000"/>
                </a:solidFill>
                <a:latin typeface="Times New Roman"/>
                <a:cs typeface="Times New Roman"/>
              </a:rPr>
              <a:t>o</a:t>
            </a:r>
            <a:r>
              <a:rPr b="1" spc="-10" dirty="0" smtClean="0">
                <a:solidFill>
                  <a:srgbClr val="FF0000"/>
                </a:solidFill>
                <a:latin typeface="Times New Roman"/>
                <a:cs typeface="Times New Roman"/>
              </a:rPr>
              <a:t>ry</a:t>
            </a:r>
            <a:r>
              <a:rPr b="1" spc="-10" dirty="0">
                <a:solidFill>
                  <a:srgbClr val="FF0000"/>
                </a:solidFill>
                <a:latin typeface="Times New Roman"/>
                <a:cs typeface="Times New Roman"/>
              </a:rPr>
              <a:t>]</a:t>
            </a:r>
            <a:endParaRPr b="1" dirty="0">
              <a:solidFill>
                <a:srgbClr val="FF0000"/>
              </a:solidFill>
              <a:latin typeface="Times New Roman"/>
              <a:cs typeface="Times New Roman"/>
            </a:endParaRPr>
          </a:p>
        </p:txBody>
      </p:sp>
      <p:sp>
        <p:nvSpPr>
          <p:cNvPr id="7" name="object 3"/>
          <p:cNvSpPr txBox="1">
            <a:spLocks/>
          </p:cNvSpPr>
          <p:nvPr/>
        </p:nvSpPr>
        <p:spPr>
          <a:xfrm>
            <a:off x="368300" y="142875"/>
            <a:ext cx="4622105" cy="382156"/>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12700">
              <a:spcBef>
                <a:spcPts val="100"/>
              </a:spcBef>
            </a:pPr>
            <a:r>
              <a:rPr lang="en-US" sz="2400" b="1" dirty="0" smtClean="0">
                <a:solidFill>
                  <a:srgbClr val="FF0000"/>
                </a:solidFill>
                <a:latin typeface="Times New Roman" panose="02020603050405020304" pitchFamily="18" charset="0"/>
                <a:cs typeface="Times New Roman" panose="02020603050405020304" pitchFamily="18" charset="0"/>
              </a:rPr>
              <a:t>Permission</a:t>
            </a:r>
            <a:r>
              <a:rPr lang="en-US" sz="2400" b="1" spc="320" dirty="0" smtClean="0">
                <a:solidFill>
                  <a:srgbClr val="FF0000"/>
                </a:solidFill>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Types …</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16" name="Date Placeholder 15"/>
          <p:cNvSpPr>
            <a:spLocks noGrp="1"/>
          </p:cNvSpPr>
          <p:nvPr>
            <p:ph type="dt" sz="half" idx="6"/>
          </p:nvPr>
        </p:nvSpPr>
        <p:spPr/>
        <p:txBody>
          <a:bodyPr/>
          <a:lstStyle/>
          <a:p>
            <a:fld id="{267B145B-DA8A-4A1E-B2AE-B3C6DBCA4454}"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p:nvPr/>
        </p:nvSpPr>
        <p:spPr>
          <a:xfrm>
            <a:off x="139700" y="752475"/>
            <a:ext cx="5772717" cy="3770263"/>
          </a:xfrm>
          <a:prstGeom prst="rect">
            <a:avLst/>
          </a:prstGeom>
        </p:spPr>
        <p:txBody>
          <a:bodyPr vert="horz" wrap="square" lIns="0" tIns="12700" rIns="0" bIns="0" rtlCol="0">
            <a:spAutoFit/>
          </a:bodyPr>
          <a:lstStyle/>
          <a:p>
            <a:pPr marL="25400">
              <a:lnSpc>
                <a:spcPct val="100000"/>
              </a:lnSpc>
              <a:spcBef>
                <a:spcPts val="100"/>
              </a:spcBef>
            </a:pPr>
            <a:r>
              <a:rPr lang="en-US" b="1" spc="-45" dirty="0" smtClean="0">
                <a:solidFill>
                  <a:schemeClr val="tx1"/>
                </a:solidFill>
                <a:latin typeface="Cambria"/>
                <a:cs typeface="Cambria"/>
              </a:rPr>
              <a:t>Example 1:</a:t>
            </a:r>
          </a:p>
          <a:p>
            <a:pPr marL="368300" indent="-342900">
              <a:lnSpc>
                <a:spcPct val="100000"/>
              </a:lnSpc>
              <a:spcBef>
                <a:spcPts val="100"/>
              </a:spcBef>
              <a:buFont typeface="Arial" panose="020B0604020202020204" pitchFamily="34" charset="0"/>
              <a:buChar char="•"/>
            </a:pPr>
            <a:r>
              <a:rPr lang="en-US" spc="-45" dirty="0" smtClean="0">
                <a:solidFill>
                  <a:schemeClr val="tx1"/>
                </a:solidFill>
                <a:latin typeface="Cambria"/>
                <a:cs typeface="Cambria"/>
              </a:rPr>
              <a:t>If you are the owner of a file called </a:t>
            </a:r>
            <a:r>
              <a:rPr lang="en-US" spc="-45" dirty="0" smtClean="0">
                <a:solidFill>
                  <a:srgbClr val="FF0000"/>
                </a:solidFill>
                <a:latin typeface="Cambria"/>
                <a:cs typeface="Cambria"/>
              </a:rPr>
              <a:t>account</a:t>
            </a:r>
            <a:r>
              <a:rPr lang="en-US" spc="-45" dirty="0" smtClean="0">
                <a:solidFill>
                  <a:schemeClr val="tx1"/>
                </a:solidFill>
                <a:latin typeface="Cambria"/>
                <a:cs typeface="Cambria"/>
              </a:rPr>
              <a:t> and want to change the permissions or modes so that:</a:t>
            </a:r>
          </a:p>
          <a:p>
            <a:pPr marL="577850" lvl="1" indent="-228600">
              <a:spcBef>
                <a:spcPts val="100"/>
              </a:spcBef>
              <a:buFont typeface="Arial" panose="020B0604020202020204" pitchFamily="34" charset="0"/>
              <a:buChar char="•"/>
            </a:pPr>
            <a:r>
              <a:rPr lang="en-US" b="1" spc="-45" dirty="0" smtClean="0">
                <a:solidFill>
                  <a:srgbClr val="FF0000"/>
                </a:solidFill>
                <a:latin typeface="Cambria"/>
                <a:cs typeface="Cambria"/>
              </a:rPr>
              <a:t>U</a:t>
            </a:r>
            <a:r>
              <a:rPr b="1" spc="-45" dirty="0" smtClean="0">
                <a:solidFill>
                  <a:srgbClr val="FF0000"/>
                </a:solidFill>
                <a:latin typeface="Cambria"/>
                <a:cs typeface="Cambria"/>
              </a:rPr>
              <a:t>ser</a:t>
            </a:r>
            <a:r>
              <a:rPr b="1" spc="-10" dirty="0" smtClean="0">
                <a:solidFill>
                  <a:srgbClr val="FF0000"/>
                </a:solidFill>
                <a:latin typeface="Cambria"/>
                <a:cs typeface="Cambria"/>
              </a:rPr>
              <a:t> </a:t>
            </a:r>
            <a:r>
              <a:rPr dirty="0">
                <a:solidFill>
                  <a:schemeClr val="tx1"/>
                </a:solidFill>
                <a:latin typeface="Cambria"/>
                <a:cs typeface="Cambria"/>
              </a:rPr>
              <a:t>can</a:t>
            </a:r>
            <a:r>
              <a:rPr spc="30" dirty="0">
                <a:solidFill>
                  <a:schemeClr val="tx1"/>
                </a:solidFill>
                <a:latin typeface="Cambria"/>
                <a:cs typeface="Cambria"/>
              </a:rPr>
              <a:t> </a:t>
            </a:r>
            <a:r>
              <a:rPr spc="-50" dirty="0" smtClean="0">
                <a:solidFill>
                  <a:srgbClr val="FF0000"/>
                </a:solidFill>
                <a:latin typeface="Cambria"/>
                <a:cs typeface="Cambria"/>
              </a:rPr>
              <a:t>re</a:t>
            </a:r>
            <a:r>
              <a:rPr lang="en-US" spc="-50" dirty="0" smtClean="0">
                <a:solidFill>
                  <a:srgbClr val="FF0000"/>
                </a:solidFill>
                <a:latin typeface="Cambria"/>
                <a:cs typeface="Cambria"/>
              </a:rPr>
              <a:t>a</a:t>
            </a:r>
            <a:r>
              <a:rPr spc="-50" dirty="0" smtClean="0">
                <a:solidFill>
                  <a:srgbClr val="FF0000"/>
                </a:solidFill>
                <a:latin typeface="Cambria"/>
                <a:cs typeface="Cambria"/>
              </a:rPr>
              <a:t>d</a:t>
            </a:r>
            <a:r>
              <a:rPr spc="-50" dirty="0">
                <a:solidFill>
                  <a:schemeClr val="tx1"/>
                </a:solidFill>
                <a:latin typeface="Cambria"/>
                <a:cs typeface="Cambria"/>
              </a:rPr>
              <a:t>,</a:t>
            </a:r>
            <a:r>
              <a:rPr spc="-30" dirty="0">
                <a:solidFill>
                  <a:schemeClr val="tx1"/>
                </a:solidFill>
                <a:latin typeface="Cambria"/>
                <a:cs typeface="Cambria"/>
              </a:rPr>
              <a:t> </a:t>
            </a:r>
            <a:r>
              <a:rPr spc="-35" dirty="0">
                <a:solidFill>
                  <a:srgbClr val="FF0000"/>
                </a:solidFill>
                <a:latin typeface="Cambria"/>
                <a:cs typeface="Cambria"/>
              </a:rPr>
              <a:t>write</a:t>
            </a:r>
            <a:r>
              <a:rPr spc="-10" dirty="0">
                <a:solidFill>
                  <a:schemeClr val="tx1"/>
                </a:solidFill>
                <a:latin typeface="Cambria"/>
                <a:cs typeface="Cambria"/>
              </a:rPr>
              <a:t> </a:t>
            </a:r>
            <a:r>
              <a:rPr dirty="0">
                <a:solidFill>
                  <a:schemeClr val="tx1"/>
                </a:solidFill>
                <a:latin typeface="Cambria"/>
                <a:cs typeface="Cambria"/>
              </a:rPr>
              <a:t>and</a:t>
            </a:r>
            <a:r>
              <a:rPr spc="40" dirty="0">
                <a:solidFill>
                  <a:schemeClr val="tx1"/>
                </a:solidFill>
                <a:latin typeface="Cambria"/>
                <a:cs typeface="Cambria"/>
              </a:rPr>
              <a:t> </a:t>
            </a:r>
            <a:r>
              <a:rPr spc="-10" dirty="0" smtClean="0">
                <a:solidFill>
                  <a:srgbClr val="FF0000"/>
                </a:solidFill>
                <a:latin typeface="Cambria"/>
                <a:cs typeface="Cambria"/>
              </a:rPr>
              <a:t>execute</a:t>
            </a:r>
            <a:r>
              <a:rPr spc="-10" dirty="0" smtClean="0">
                <a:solidFill>
                  <a:schemeClr val="tx1"/>
                </a:solidFill>
                <a:latin typeface="Cambria"/>
                <a:cs typeface="Cambria"/>
              </a:rPr>
              <a:t>,</a:t>
            </a:r>
            <a:endParaRPr dirty="0">
              <a:solidFill>
                <a:schemeClr val="tx1"/>
              </a:solidFill>
              <a:latin typeface="Cambria"/>
              <a:cs typeface="Cambria"/>
            </a:endParaRPr>
          </a:p>
          <a:p>
            <a:pPr marL="577850" lvl="1" indent="-228600">
              <a:spcBef>
                <a:spcPts val="1110"/>
              </a:spcBef>
              <a:buFont typeface="Arial" panose="020B0604020202020204" pitchFamily="34" charset="0"/>
              <a:buChar char="•"/>
            </a:pPr>
            <a:r>
              <a:rPr lang="en-US" b="1" spc="-25" dirty="0" smtClean="0">
                <a:solidFill>
                  <a:srgbClr val="FF0000"/>
                </a:solidFill>
                <a:latin typeface="Cambria"/>
                <a:cs typeface="Cambria"/>
              </a:rPr>
              <a:t>Group</a:t>
            </a:r>
            <a:r>
              <a:rPr lang="en-US" i="1" spc="-25" dirty="0" smtClean="0">
                <a:solidFill>
                  <a:schemeClr val="tx1"/>
                </a:solidFill>
                <a:latin typeface="Cambria"/>
                <a:cs typeface="Cambria"/>
              </a:rPr>
              <a:t> </a:t>
            </a:r>
            <a:r>
              <a:rPr dirty="0" smtClean="0">
                <a:solidFill>
                  <a:schemeClr val="tx1"/>
                </a:solidFill>
                <a:latin typeface="Cambria"/>
                <a:cs typeface="Cambria"/>
              </a:rPr>
              <a:t>member</a:t>
            </a:r>
            <a:r>
              <a:rPr lang="en-US" dirty="0" smtClean="0">
                <a:solidFill>
                  <a:schemeClr val="tx1"/>
                </a:solidFill>
                <a:latin typeface="Cambria"/>
                <a:cs typeface="Cambria"/>
              </a:rPr>
              <a:t>s</a:t>
            </a:r>
            <a:r>
              <a:rPr spc="30" dirty="0" smtClean="0">
                <a:solidFill>
                  <a:schemeClr val="tx1"/>
                </a:solidFill>
                <a:latin typeface="Cambria"/>
                <a:cs typeface="Cambria"/>
              </a:rPr>
              <a:t> </a:t>
            </a:r>
            <a:r>
              <a:rPr dirty="0">
                <a:solidFill>
                  <a:schemeClr val="tx1"/>
                </a:solidFill>
                <a:latin typeface="Cambria"/>
                <a:cs typeface="Cambria"/>
              </a:rPr>
              <a:t>can</a:t>
            </a:r>
            <a:r>
              <a:rPr spc="15" dirty="0">
                <a:solidFill>
                  <a:schemeClr val="tx1"/>
                </a:solidFill>
                <a:latin typeface="Cambria"/>
                <a:cs typeface="Cambria"/>
              </a:rPr>
              <a:t> </a:t>
            </a:r>
            <a:r>
              <a:rPr lang="en-US" dirty="0" smtClean="0">
                <a:solidFill>
                  <a:srgbClr val="FF0000"/>
                </a:solidFill>
                <a:latin typeface="Cambria"/>
                <a:cs typeface="Cambria"/>
              </a:rPr>
              <a:t>r</a:t>
            </a:r>
            <a:r>
              <a:rPr dirty="0" smtClean="0">
                <a:solidFill>
                  <a:srgbClr val="FF0000"/>
                </a:solidFill>
                <a:latin typeface="Cambria"/>
                <a:cs typeface="Cambria"/>
              </a:rPr>
              <a:t>e</a:t>
            </a:r>
            <a:r>
              <a:rPr lang="en-US" dirty="0" smtClean="0">
                <a:solidFill>
                  <a:srgbClr val="FF0000"/>
                </a:solidFill>
                <a:latin typeface="Cambria"/>
                <a:cs typeface="Cambria"/>
              </a:rPr>
              <a:t>a</a:t>
            </a:r>
            <a:r>
              <a:rPr dirty="0" smtClean="0">
                <a:solidFill>
                  <a:srgbClr val="FF0000"/>
                </a:solidFill>
                <a:latin typeface="Cambria"/>
                <a:cs typeface="Cambria"/>
              </a:rPr>
              <a:t>d</a:t>
            </a:r>
            <a:r>
              <a:rPr spc="-5" dirty="0" smtClean="0">
                <a:solidFill>
                  <a:schemeClr val="tx1"/>
                </a:solidFill>
                <a:latin typeface="Cambria"/>
                <a:cs typeface="Cambria"/>
              </a:rPr>
              <a:t> </a:t>
            </a:r>
            <a:r>
              <a:rPr dirty="0">
                <a:solidFill>
                  <a:schemeClr val="tx1"/>
                </a:solidFill>
                <a:latin typeface="Cambria"/>
                <a:cs typeface="Cambria"/>
              </a:rPr>
              <a:t>and</a:t>
            </a:r>
            <a:r>
              <a:rPr spc="-20" dirty="0">
                <a:solidFill>
                  <a:schemeClr val="tx1"/>
                </a:solidFill>
                <a:latin typeface="Cambria"/>
                <a:cs typeface="Cambria"/>
              </a:rPr>
              <a:t> </a:t>
            </a:r>
            <a:r>
              <a:rPr spc="-20" dirty="0">
                <a:solidFill>
                  <a:srgbClr val="FF0000"/>
                </a:solidFill>
                <a:latin typeface="Cambria"/>
                <a:cs typeface="Cambria"/>
              </a:rPr>
              <a:t>execute</a:t>
            </a:r>
            <a:r>
              <a:rPr spc="15" dirty="0">
                <a:solidFill>
                  <a:schemeClr val="tx1"/>
                </a:solidFill>
                <a:latin typeface="Cambria"/>
                <a:cs typeface="Cambria"/>
              </a:rPr>
              <a:t> </a:t>
            </a:r>
            <a:r>
              <a:rPr dirty="0">
                <a:solidFill>
                  <a:schemeClr val="tx1"/>
                </a:solidFill>
                <a:latin typeface="Cambria"/>
                <a:cs typeface="Cambria"/>
              </a:rPr>
              <a:t>only</a:t>
            </a:r>
            <a:r>
              <a:rPr spc="-20" dirty="0">
                <a:solidFill>
                  <a:schemeClr val="tx1"/>
                </a:solidFill>
                <a:latin typeface="Cambria"/>
                <a:cs typeface="Cambria"/>
              </a:rPr>
              <a:t> </a:t>
            </a:r>
            <a:r>
              <a:rPr lang="en-US" spc="-20" dirty="0" smtClean="0">
                <a:solidFill>
                  <a:schemeClr val="tx1"/>
                </a:solidFill>
                <a:latin typeface="Cambria"/>
                <a:cs typeface="Cambria"/>
              </a:rPr>
              <a:t>and</a:t>
            </a:r>
            <a:endParaRPr dirty="0">
              <a:solidFill>
                <a:schemeClr val="tx1"/>
              </a:solidFill>
              <a:latin typeface="Cambria"/>
              <a:cs typeface="Cambria"/>
            </a:endParaRPr>
          </a:p>
          <a:p>
            <a:pPr marL="577850" lvl="1" indent="-228600">
              <a:spcBef>
                <a:spcPts val="1135"/>
              </a:spcBef>
              <a:buFont typeface="Arial" panose="020B0604020202020204" pitchFamily="34" charset="0"/>
              <a:buChar char="•"/>
            </a:pPr>
            <a:r>
              <a:rPr lang="en-US" b="1" spc="-60" dirty="0" smtClean="0">
                <a:solidFill>
                  <a:srgbClr val="FF0000"/>
                </a:solidFill>
                <a:latin typeface="Cambria"/>
                <a:cs typeface="Cambria"/>
              </a:rPr>
              <a:t>O</a:t>
            </a:r>
            <a:r>
              <a:rPr b="1" spc="-60" dirty="0" smtClean="0">
                <a:solidFill>
                  <a:srgbClr val="FF0000"/>
                </a:solidFill>
                <a:latin typeface="Cambria"/>
                <a:cs typeface="Cambria"/>
              </a:rPr>
              <a:t>thers</a:t>
            </a:r>
            <a:r>
              <a:rPr lang="en-US" b="1" spc="-60" dirty="0" smtClean="0">
                <a:solidFill>
                  <a:srgbClr val="FF0000"/>
                </a:solidFill>
                <a:latin typeface="Cambria"/>
                <a:cs typeface="Cambria"/>
              </a:rPr>
              <a:t> </a:t>
            </a:r>
            <a:r>
              <a:rPr lang="en-US" spc="-60" dirty="0" smtClean="0">
                <a:solidFill>
                  <a:schemeClr val="tx1"/>
                </a:solidFill>
                <a:latin typeface="Cambria"/>
                <a:cs typeface="Cambria"/>
              </a:rPr>
              <a:t>c</a:t>
            </a:r>
            <a:r>
              <a:rPr spc="-60" dirty="0" smtClean="0">
                <a:solidFill>
                  <a:schemeClr val="tx1"/>
                </a:solidFill>
                <a:latin typeface="Cambria"/>
                <a:cs typeface="Cambria"/>
              </a:rPr>
              <a:t>an</a:t>
            </a:r>
            <a:r>
              <a:rPr dirty="0" smtClean="0">
                <a:solidFill>
                  <a:schemeClr val="tx1"/>
                </a:solidFill>
                <a:latin typeface="Cambria"/>
                <a:cs typeface="Cambria"/>
              </a:rPr>
              <a:t> </a:t>
            </a:r>
            <a:r>
              <a:rPr spc="-10" dirty="0">
                <a:solidFill>
                  <a:schemeClr val="tx1"/>
                </a:solidFill>
                <a:latin typeface="Cambria"/>
                <a:cs typeface="Cambria"/>
              </a:rPr>
              <a:t>only</a:t>
            </a:r>
            <a:r>
              <a:rPr spc="25" dirty="0">
                <a:solidFill>
                  <a:schemeClr val="tx1"/>
                </a:solidFill>
                <a:latin typeface="Cambria"/>
                <a:cs typeface="Cambria"/>
              </a:rPr>
              <a:t> </a:t>
            </a:r>
            <a:r>
              <a:rPr spc="-20" dirty="0" smtClean="0">
                <a:solidFill>
                  <a:srgbClr val="FF0000"/>
                </a:solidFill>
                <a:latin typeface="Cambria"/>
                <a:cs typeface="Cambria"/>
              </a:rPr>
              <a:t>re</a:t>
            </a:r>
            <a:r>
              <a:rPr lang="en-US" spc="-20" dirty="0" smtClean="0">
                <a:solidFill>
                  <a:srgbClr val="FF0000"/>
                </a:solidFill>
                <a:latin typeface="Cambria"/>
                <a:cs typeface="Cambria"/>
              </a:rPr>
              <a:t>a</a:t>
            </a:r>
            <a:r>
              <a:rPr spc="-20" dirty="0" smtClean="0">
                <a:solidFill>
                  <a:srgbClr val="FF0000"/>
                </a:solidFill>
                <a:latin typeface="Cambria"/>
                <a:cs typeface="Cambria"/>
              </a:rPr>
              <a:t>d</a:t>
            </a:r>
            <a:r>
              <a:rPr spc="-20" dirty="0">
                <a:solidFill>
                  <a:schemeClr val="tx1"/>
                </a:solidFill>
                <a:latin typeface="Cambria"/>
                <a:cs typeface="Cambria"/>
              </a:rPr>
              <a:t>,</a:t>
            </a:r>
            <a:r>
              <a:rPr spc="30" dirty="0">
                <a:solidFill>
                  <a:schemeClr val="tx1"/>
                </a:solidFill>
                <a:latin typeface="Cambria"/>
                <a:cs typeface="Cambria"/>
              </a:rPr>
              <a:t> </a:t>
            </a:r>
            <a:r>
              <a:rPr spc="-50" dirty="0">
                <a:solidFill>
                  <a:schemeClr val="tx1"/>
                </a:solidFill>
                <a:latin typeface="Cambria"/>
                <a:cs typeface="Cambria"/>
              </a:rPr>
              <a:t>you</a:t>
            </a:r>
            <a:r>
              <a:rPr spc="-30" dirty="0">
                <a:solidFill>
                  <a:schemeClr val="tx1"/>
                </a:solidFill>
                <a:latin typeface="Cambria"/>
                <a:cs typeface="Cambria"/>
              </a:rPr>
              <a:t> </a:t>
            </a:r>
            <a:r>
              <a:rPr spc="-40" dirty="0">
                <a:solidFill>
                  <a:schemeClr val="tx1"/>
                </a:solidFill>
                <a:latin typeface="Cambria"/>
                <a:cs typeface="Cambria"/>
              </a:rPr>
              <a:t>will</a:t>
            </a:r>
            <a:r>
              <a:rPr spc="-20" dirty="0">
                <a:solidFill>
                  <a:schemeClr val="tx1"/>
                </a:solidFill>
                <a:latin typeface="Cambria"/>
                <a:cs typeface="Cambria"/>
              </a:rPr>
              <a:t> </a:t>
            </a:r>
            <a:r>
              <a:rPr spc="-35" dirty="0" smtClean="0">
                <a:solidFill>
                  <a:schemeClr val="tx1"/>
                </a:solidFill>
                <a:latin typeface="Cambria"/>
                <a:cs typeface="Cambria"/>
              </a:rPr>
              <a:t>run</a:t>
            </a:r>
            <a:r>
              <a:rPr lang="en-US" spc="-35" dirty="0" smtClean="0">
                <a:solidFill>
                  <a:schemeClr val="tx1"/>
                </a:solidFill>
                <a:latin typeface="Cambria"/>
                <a:cs typeface="Cambria"/>
              </a:rPr>
              <a:t> </a:t>
            </a:r>
            <a:r>
              <a:rPr spc="-35" dirty="0" smtClean="0">
                <a:solidFill>
                  <a:schemeClr val="tx1"/>
                </a:solidFill>
                <a:latin typeface="Cambria"/>
                <a:cs typeface="Cambria"/>
              </a:rPr>
              <a:t>the</a:t>
            </a:r>
            <a:r>
              <a:rPr spc="-65" dirty="0" smtClean="0">
                <a:solidFill>
                  <a:schemeClr val="tx1"/>
                </a:solidFill>
                <a:latin typeface="Cambria"/>
                <a:cs typeface="Cambria"/>
              </a:rPr>
              <a:t> </a:t>
            </a:r>
            <a:r>
              <a:rPr lang="en-US" spc="-65" dirty="0" smtClean="0">
                <a:solidFill>
                  <a:schemeClr val="tx1"/>
                </a:solidFill>
                <a:latin typeface="Cambria"/>
                <a:cs typeface="Cambria"/>
              </a:rPr>
              <a:t>commands </a:t>
            </a:r>
            <a:r>
              <a:rPr lang="en-US" spc="-40" dirty="0" smtClean="0">
                <a:solidFill>
                  <a:schemeClr val="tx1"/>
                </a:solidFill>
                <a:latin typeface="Cambria"/>
                <a:cs typeface="Cambria"/>
              </a:rPr>
              <a:t>bellow:</a:t>
            </a:r>
          </a:p>
          <a:p>
            <a:pPr marL="12700">
              <a:lnSpc>
                <a:spcPct val="100000"/>
              </a:lnSpc>
              <a:spcBef>
                <a:spcPts val="100"/>
              </a:spcBef>
              <a:tabLst>
                <a:tab pos="720090" algn="l"/>
                <a:tab pos="1540510" algn="l"/>
              </a:tabLst>
            </a:pPr>
            <a:r>
              <a:rPr lang="en-US" sz="2000" spc="-10" dirty="0" smtClean="0">
                <a:solidFill>
                  <a:schemeClr val="tx1"/>
                </a:solidFill>
                <a:latin typeface="Cambria"/>
                <a:cs typeface="Cambria"/>
              </a:rPr>
              <a:t>  </a:t>
            </a:r>
            <a:r>
              <a:rPr lang="en-US" b="1" i="1" spc="-10" dirty="0" err="1" smtClean="0">
                <a:solidFill>
                  <a:srgbClr val="FF0000"/>
                </a:solidFill>
                <a:latin typeface="Cambria"/>
                <a:cs typeface="Cambria"/>
              </a:rPr>
              <a:t>sudo</a:t>
            </a:r>
            <a:r>
              <a:rPr lang="en-US" b="1" i="1" spc="-10" dirty="0" smtClean="0">
                <a:solidFill>
                  <a:srgbClr val="FF0000"/>
                </a:solidFill>
                <a:latin typeface="Cambria"/>
                <a:cs typeface="Cambria"/>
              </a:rPr>
              <a:t> </a:t>
            </a:r>
            <a:r>
              <a:rPr lang="en-US" b="1" i="1" spc="-10" dirty="0" err="1" smtClean="0">
                <a:solidFill>
                  <a:srgbClr val="FF0000"/>
                </a:solidFill>
                <a:latin typeface="Cambria"/>
                <a:cs typeface="Cambria"/>
              </a:rPr>
              <a:t>chmod</a:t>
            </a:r>
            <a:r>
              <a:rPr lang="en-US" b="1" i="1" spc="-10" dirty="0" smtClean="0">
                <a:solidFill>
                  <a:srgbClr val="FF0000"/>
                </a:solidFill>
                <a:latin typeface="Cambria"/>
                <a:cs typeface="Cambria"/>
              </a:rPr>
              <a:t> u=</a:t>
            </a:r>
            <a:r>
              <a:rPr lang="en-US" b="1" i="1" spc="-10" dirty="0" err="1" smtClean="0">
                <a:solidFill>
                  <a:srgbClr val="FF0000"/>
                </a:solidFill>
                <a:latin typeface="Cambria"/>
                <a:cs typeface="Cambria"/>
              </a:rPr>
              <a:t>rwx</a:t>
            </a:r>
            <a:r>
              <a:rPr lang="en-US" b="1" i="1" spc="-10" dirty="0" smtClean="0">
                <a:solidFill>
                  <a:srgbClr val="FF0000"/>
                </a:solidFill>
                <a:latin typeface="Cambria"/>
                <a:cs typeface="Cambria"/>
              </a:rPr>
              <a:t>, g=</a:t>
            </a:r>
            <a:r>
              <a:rPr lang="en-US" b="1" i="1" spc="-10" dirty="0" err="1" smtClean="0">
                <a:solidFill>
                  <a:srgbClr val="FF0000"/>
                </a:solidFill>
                <a:latin typeface="Cambria"/>
                <a:cs typeface="Cambria"/>
              </a:rPr>
              <a:t>rx</a:t>
            </a:r>
            <a:r>
              <a:rPr lang="en-US" b="1" i="1" spc="-10" dirty="0" smtClean="0">
                <a:solidFill>
                  <a:srgbClr val="FF0000"/>
                </a:solidFill>
                <a:latin typeface="Cambria"/>
                <a:cs typeface="Cambria"/>
              </a:rPr>
              <a:t>, o=r account</a:t>
            </a:r>
          </a:p>
          <a:p>
            <a:pPr marL="12700">
              <a:lnSpc>
                <a:spcPct val="100000"/>
              </a:lnSpc>
              <a:spcBef>
                <a:spcPts val="100"/>
              </a:spcBef>
              <a:tabLst>
                <a:tab pos="720090" algn="l"/>
                <a:tab pos="1540510" algn="l"/>
              </a:tabLst>
            </a:pPr>
            <a:r>
              <a:rPr lang="en-US" sz="1600" b="1" spc="-10" dirty="0" err="1" smtClean="0">
                <a:solidFill>
                  <a:schemeClr val="tx1"/>
                </a:solidFill>
                <a:latin typeface="Cambria"/>
                <a:cs typeface="Cambria"/>
              </a:rPr>
              <a:t>endetx@Ubuntu</a:t>
            </a:r>
            <a:r>
              <a:rPr lang="en-US" sz="1600" b="1" spc="-10" dirty="0" smtClean="0">
                <a:solidFill>
                  <a:schemeClr val="tx1"/>
                </a:solidFill>
                <a:latin typeface="Cambria"/>
                <a:cs typeface="Cambria"/>
              </a:rPr>
              <a:t>:~/Desktop$ </a:t>
            </a:r>
            <a:r>
              <a:rPr lang="en-US" sz="1600" b="1" spc="-10" dirty="0" err="1" smtClean="0">
                <a:solidFill>
                  <a:srgbClr val="FF0000"/>
                </a:solidFill>
                <a:latin typeface="Cambria"/>
                <a:cs typeface="Cambria"/>
              </a:rPr>
              <a:t>chmod</a:t>
            </a:r>
            <a:r>
              <a:rPr lang="en-US" sz="1600" b="1" spc="-10" dirty="0" smtClean="0">
                <a:solidFill>
                  <a:srgbClr val="FF0000"/>
                </a:solidFill>
                <a:latin typeface="Cambria"/>
                <a:cs typeface="Cambria"/>
              </a:rPr>
              <a:t> u=</a:t>
            </a:r>
            <a:r>
              <a:rPr lang="en-US" sz="1600" b="1" spc="-10" dirty="0" err="1" smtClean="0">
                <a:solidFill>
                  <a:srgbClr val="FF0000"/>
                </a:solidFill>
                <a:latin typeface="Cambria"/>
                <a:cs typeface="Cambria"/>
              </a:rPr>
              <a:t>rwx</a:t>
            </a:r>
            <a:r>
              <a:rPr lang="en-US" sz="1600" b="1" spc="-10" dirty="0" smtClean="0">
                <a:solidFill>
                  <a:srgbClr val="FF0000"/>
                </a:solidFill>
                <a:latin typeface="Cambria"/>
                <a:cs typeface="Cambria"/>
              </a:rPr>
              <a:t>, g=</a:t>
            </a:r>
            <a:r>
              <a:rPr lang="en-US" sz="1600" b="1" spc="-10" dirty="0" err="1" smtClean="0">
                <a:solidFill>
                  <a:srgbClr val="FF0000"/>
                </a:solidFill>
                <a:latin typeface="Cambria"/>
                <a:cs typeface="Cambria"/>
              </a:rPr>
              <a:t>rx</a:t>
            </a:r>
            <a:r>
              <a:rPr lang="en-US" sz="1600" b="1" spc="-10" dirty="0" smtClean="0">
                <a:solidFill>
                  <a:srgbClr val="FF0000"/>
                </a:solidFill>
                <a:latin typeface="Cambria"/>
                <a:cs typeface="Cambria"/>
              </a:rPr>
              <a:t>, o=r account</a:t>
            </a:r>
          </a:p>
          <a:p>
            <a:pPr marL="12700">
              <a:lnSpc>
                <a:spcPct val="100000"/>
              </a:lnSpc>
              <a:spcBef>
                <a:spcPts val="100"/>
              </a:spcBef>
              <a:tabLst>
                <a:tab pos="720090" algn="l"/>
                <a:tab pos="1540510" algn="l"/>
              </a:tabLst>
            </a:pPr>
            <a:r>
              <a:rPr lang="en-US" sz="2000" spc="-10" dirty="0" smtClean="0">
                <a:solidFill>
                  <a:schemeClr val="tx1"/>
                </a:solidFill>
                <a:latin typeface="Cambria"/>
                <a:cs typeface="Cambria"/>
              </a:rPr>
              <a:t> </a:t>
            </a:r>
            <a:r>
              <a:rPr lang="en-US" sz="1600" b="1" spc="-10" dirty="0" err="1" smtClean="0">
                <a:solidFill>
                  <a:schemeClr val="tx1"/>
                </a:solidFill>
                <a:latin typeface="Cambria"/>
                <a:cs typeface="Cambria"/>
              </a:rPr>
              <a:t>endetx@Ubuntu</a:t>
            </a:r>
            <a:r>
              <a:rPr lang="en-US" sz="1600" b="1" spc="-10" dirty="0" smtClean="0">
                <a:solidFill>
                  <a:schemeClr val="tx1"/>
                </a:solidFill>
                <a:latin typeface="Cambria"/>
                <a:cs typeface="Cambria"/>
              </a:rPr>
              <a:t>:~/Desktop$ </a:t>
            </a:r>
            <a:r>
              <a:rPr lang="en-US" sz="1600" b="1" spc="-10" dirty="0" smtClean="0">
                <a:solidFill>
                  <a:srgbClr val="FF0000"/>
                </a:solidFill>
                <a:latin typeface="Cambria"/>
                <a:cs typeface="Cambria"/>
              </a:rPr>
              <a:t>ls –l</a:t>
            </a:r>
          </a:p>
          <a:p>
            <a:pPr marL="12700">
              <a:lnSpc>
                <a:spcPct val="100000"/>
              </a:lnSpc>
              <a:spcBef>
                <a:spcPts val="100"/>
              </a:spcBef>
              <a:tabLst>
                <a:tab pos="720090" algn="l"/>
                <a:tab pos="1540510" algn="l"/>
              </a:tabLst>
            </a:pPr>
            <a:r>
              <a:rPr lang="en-US" sz="1600" b="1" spc="-10" dirty="0" err="1" smtClean="0">
                <a:solidFill>
                  <a:srgbClr val="FF0000"/>
                </a:solidFill>
                <a:latin typeface="Cambria"/>
                <a:cs typeface="Cambria"/>
              </a:rPr>
              <a:t>drwxr</a:t>
            </a:r>
            <a:r>
              <a:rPr lang="en-US" sz="1600" b="1" spc="-10" dirty="0" smtClean="0">
                <a:solidFill>
                  <a:srgbClr val="FF0000"/>
                </a:solidFill>
                <a:latin typeface="Cambria"/>
                <a:cs typeface="Cambria"/>
              </a:rPr>
              <a:t>-</a:t>
            </a:r>
            <a:r>
              <a:rPr lang="en-US" sz="1600" b="1" spc="-10" dirty="0" err="1" smtClean="0">
                <a:solidFill>
                  <a:srgbClr val="FF0000"/>
                </a:solidFill>
                <a:latin typeface="Cambria"/>
                <a:cs typeface="Cambria"/>
              </a:rPr>
              <a:t>xr</a:t>
            </a:r>
            <a:r>
              <a:rPr lang="en-US" sz="1600" b="1" spc="-10" dirty="0">
                <a:solidFill>
                  <a:srgbClr val="FF0000"/>
                </a:solidFill>
                <a:latin typeface="Cambria"/>
                <a:cs typeface="Cambria"/>
              </a:rPr>
              <a:t>-</a:t>
            </a:r>
            <a:r>
              <a:rPr lang="en-US" sz="1600" b="1" spc="-10" dirty="0" smtClean="0">
                <a:solidFill>
                  <a:srgbClr val="FF0000"/>
                </a:solidFill>
                <a:latin typeface="Cambria"/>
                <a:cs typeface="Cambria"/>
              </a:rPr>
              <a:t>- </a:t>
            </a:r>
            <a:r>
              <a:rPr lang="en-US" sz="1600" b="1" spc="-10" dirty="0" err="1" smtClean="0">
                <a:solidFill>
                  <a:schemeClr val="tx1"/>
                </a:solidFill>
                <a:latin typeface="Cambria"/>
                <a:cs typeface="Cambria"/>
              </a:rPr>
              <a:t>endex</a:t>
            </a:r>
            <a:r>
              <a:rPr lang="en-US" sz="1600" b="1" spc="-10" dirty="0" smtClean="0">
                <a:solidFill>
                  <a:schemeClr val="tx1"/>
                </a:solidFill>
                <a:latin typeface="Cambria"/>
                <a:cs typeface="Cambria"/>
              </a:rPr>
              <a:t> 4096 Jan 22 06:54 </a:t>
            </a:r>
            <a:r>
              <a:rPr lang="en-US" sz="1600" b="1" spc="-10" dirty="0" smtClean="0">
                <a:solidFill>
                  <a:srgbClr val="FF0000"/>
                </a:solidFill>
                <a:latin typeface="Cambria"/>
                <a:cs typeface="Cambria"/>
              </a:rPr>
              <a:t>account</a:t>
            </a:r>
          </a:p>
          <a:p>
            <a:pPr marL="12700">
              <a:lnSpc>
                <a:spcPct val="100000"/>
              </a:lnSpc>
              <a:spcBef>
                <a:spcPts val="100"/>
              </a:spcBef>
              <a:tabLst>
                <a:tab pos="720090" algn="l"/>
                <a:tab pos="1540510" algn="l"/>
              </a:tabLst>
            </a:pPr>
            <a:r>
              <a:rPr lang="en-US" sz="2000" dirty="0" smtClean="0">
                <a:solidFill>
                  <a:schemeClr val="tx1"/>
                </a:solidFill>
                <a:latin typeface="Cambria"/>
                <a:cs typeface="Cambria"/>
              </a:rPr>
              <a:t>	</a:t>
            </a:r>
            <a:endParaRPr sz="2000" dirty="0">
              <a:solidFill>
                <a:schemeClr val="tx1"/>
              </a:solidFill>
              <a:latin typeface="Cambria"/>
              <a:cs typeface="Cambria"/>
            </a:endParaRPr>
          </a:p>
        </p:txBody>
      </p:sp>
      <p:sp>
        <p:nvSpPr>
          <p:cNvPr id="11" name="object 3"/>
          <p:cNvSpPr txBox="1">
            <a:spLocks/>
          </p:cNvSpPr>
          <p:nvPr/>
        </p:nvSpPr>
        <p:spPr>
          <a:xfrm>
            <a:off x="368300" y="142875"/>
            <a:ext cx="4622105" cy="382156"/>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12700">
              <a:spcBef>
                <a:spcPts val="100"/>
              </a:spcBef>
            </a:pPr>
            <a:r>
              <a:rPr lang="en-US" sz="2400" b="1" dirty="0" smtClean="0">
                <a:solidFill>
                  <a:srgbClr val="FF0000"/>
                </a:solidFill>
                <a:latin typeface="Times New Roman" panose="02020603050405020304" pitchFamily="18" charset="0"/>
                <a:cs typeface="Times New Roman" panose="02020603050405020304" pitchFamily="18" charset="0"/>
              </a:rPr>
              <a:t>Permission</a:t>
            </a:r>
            <a:r>
              <a:rPr lang="en-US" sz="2400" b="1" spc="320" dirty="0" smtClean="0">
                <a:solidFill>
                  <a:srgbClr val="FF0000"/>
                </a:solidFill>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Types …</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16" name="Date Placeholder 15"/>
          <p:cNvSpPr>
            <a:spLocks noGrp="1"/>
          </p:cNvSpPr>
          <p:nvPr>
            <p:ph type="dt" sz="half" idx="6"/>
          </p:nvPr>
        </p:nvSpPr>
        <p:spPr/>
        <p:txBody>
          <a:bodyPr/>
          <a:lstStyle/>
          <a:p>
            <a:fld id="{69FA37EF-D443-4469-AA8F-1B30B2B2CA15}"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20</a:t>
            </a:fld>
            <a:endParaRPr lang="en-US"/>
          </a:p>
        </p:txBody>
      </p:sp>
      <p:sp>
        <p:nvSpPr>
          <p:cNvPr id="2" name="TextBox 1"/>
          <p:cNvSpPr txBox="1"/>
          <p:nvPr/>
        </p:nvSpPr>
        <p:spPr>
          <a:xfrm rot="21060367">
            <a:off x="4350443" y="3850770"/>
            <a:ext cx="1484603" cy="369332"/>
          </a:xfrm>
          <a:prstGeom prst="rect">
            <a:avLst/>
          </a:prstGeom>
          <a:noFill/>
        </p:spPr>
        <p:txBody>
          <a:bodyPr wrap="square" rtlCol="0">
            <a:spAutoFit/>
          </a:bodyPr>
          <a:lstStyle/>
          <a:p>
            <a:r>
              <a:rPr lang="en-US" dirty="0" smtClean="0"/>
              <a:t>d = directory</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139700" y="354702"/>
            <a:ext cx="5930900" cy="3804631"/>
          </a:xfrm>
          <a:prstGeom prst="rect">
            <a:avLst/>
          </a:prstGeom>
        </p:spPr>
        <p:txBody>
          <a:bodyPr vert="horz" wrap="square" lIns="0" tIns="125095" rIns="0" bIns="0" rtlCol="0">
            <a:spAutoFit/>
          </a:bodyPr>
          <a:lstStyle/>
          <a:p>
            <a:pPr marL="57150">
              <a:lnSpc>
                <a:spcPct val="100000"/>
              </a:lnSpc>
              <a:spcBef>
                <a:spcPts val="985"/>
              </a:spcBef>
            </a:pPr>
            <a:r>
              <a:rPr lang="en-US" b="1" spc="-30" dirty="0" smtClean="0">
                <a:solidFill>
                  <a:schemeClr val="tx1"/>
                </a:solidFill>
                <a:latin typeface="Cambria"/>
                <a:cs typeface="Cambria"/>
              </a:rPr>
              <a:t>Ex</a:t>
            </a:r>
            <a:r>
              <a:rPr b="1" spc="-30" dirty="0" smtClean="0">
                <a:solidFill>
                  <a:schemeClr val="tx1"/>
                </a:solidFill>
                <a:latin typeface="Cambria"/>
                <a:cs typeface="Cambria"/>
              </a:rPr>
              <a:t>amples</a:t>
            </a:r>
            <a:r>
              <a:rPr b="1" spc="35" dirty="0" smtClean="0">
                <a:solidFill>
                  <a:schemeClr val="tx1"/>
                </a:solidFill>
                <a:latin typeface="Cambria"/>
                <a:cs typeface="Cambria"/>
              </a:rPr>
              <a:t> </a:t>
            </a:r>
            <a:r>
              <a:rPr b="1" spc="-25" dirty="0">
                <a:solidFill>
                  <a:schemeClr val="tx1"/>
                </a:solidFill>
                <a:latin typeface="Cambria"/>
                <a:cs typeface="Cambria"/>
              </a:rPr>
              <a:t>2:</a:t>
            </a:r>
            <a:endParaRPr b="1" dirty="0">
              <a:solidFill>
                <a:schemeClr val="tx1"/>
              </a:solidFill>
              <a:latin typeface="Cambria"/>
              <a:cs typeface="Cambria"/>
            </a:endParaRPr>
          </a:p>
          <a:p>
            <a:pPr marL="228600" indent="-214313">
              <a:lnSpc>
                <a:spcPct val="100000"/>
              </a:lnSpc>
              <a:spcBef>
                <a:spcPts val="885"/>
              </a:spcBef>
              <a:buFont typeface="Arial" panose="020B0604020202020204" pitchFamily="34" charset="0"/>
              <a:buChar char="•"/>
              <a:tabLst>
                <a:tab pos="171450" algn="l"/>
                <a:tab pos="601663" algn="l"/>
                <a:tab pos="4751388" algn="l"/>
                <a:tab pos="5103813" algn="l"/>
                <a:tab pos="5500688" algn="l"/>
              </a:tabLst>
            </a:pPr>
            <a:r>
              <a:rPr lang="en-US" sz="1600" dirty="0" smtClean="0">
                <a:solidFill>
                  <a:schemeClr val="tx1"/>
                </a:solidFill>
                <a:latin typeface="Cambria"/>
                <a:cs typeface="Cambria"/>
              </a:rPr>
              <a:t>On </a:t>
            </a:r>
            <a:r>
              <a:rPr sz="1600" spc="-40" dirty="0" smtClean="0">
                <a:solidFill>
                  <a:schemeClr val="tx1"/>
                </a:solidFill>
                <a:latin typeface="Cambria"/>
                <a:cs typeface="Cambria"/>
              </a:rPr>
              <a:t>the</a:t>
            </a:r>
            <a:r>
              <a:rPr sz="1600" spc="-45" dirty="0" smtClean="0">
                <a:solidFill>
                  <a:schemeClr val="tx1"/>
                </a:solidFill>
                <a:latin typeface="Cambria"/>
                <a:cs typeface="Cambria"/>
              </a:rPr>
              <a:t> </a:t>
            </a:r>
            <a:r>
              <a:rPr sz="1600" dirty="0">
                <a:solidFill>
                  <a:schemeClr val="tx1"/>
                </a:solidFill>
                <a:latin typeface="Cambria"/>
                <a:cs typeface="Cambria"/>
              </a:rPr>
              <a:t>other</a:t>
            </a:r>
            <a:r>
              <a:rPr sz="1600" spc="50" dirty="0">
                <a:solidFill>
                  <a:schemeClr val="tx1"/>
                </a:solidFill>
                <a:latin typeface="Cambria"/>
                <a:cs typeface="Cambria"/>
              </a:rPr>
              <a:t> </a:t>
            </a:r>
            <a:r>
              <a:rPr sz="1600" spc="-20" dirty="0">
                <a:solidFill>
                  <a:schemeClr val="tx1"/>
                </a:solidFill>
                <a:latin typeface="Cambria"/>
                <a:cs typeface="Cambria"/>
              </a:rPr>
              <a:t>hand</a:t>
            </a:r>
            <a:r>
              <a:rPr sz="1600" spc="-40" dirty="0">
                <a:solidFill>
                  <a:schemeClr val="tx1"/>
                </a:solidFill>
                <a:latin typeface="Cambria"/>
                <a:cs typeface="Cambria"/>
              </a:rPr>
              <a:t> </a:t>
            </a:r>
            <a:r>
              <a:rPr sz="1600" dirty="0">
                <a:solidFill>
                  <a:schemeClr val="tx1"/>
                </a:solidFill>
                <a:latin typeface="Cambria"/>
                <a:cs typeface="Cambria"/>
              </a:rPr>
              <a:t>if</a:t>
            </a:r>
            <a:r>
              <a:rPr sz="1600" spc="300" dirty="0">
                <a:solidFill>
                  <a:schemeClr val="tx1"/>
                </a:solidFill>
                <a:latin typeface="Cambria"/>
                <a:cs typeface="Cambria"/>
              </a:rPr>
              <a:t> </a:t>
            </a:r>
            <a:r>
              <a:rPr sz="1600" dirty="0">
                <a:solidFill>
                  <a:schemeClr val="tx1"/>
                </a:solidFill>
                <a:latin typeface="Cambria"/>
                <a:cs typeface="Cambria"/>
              </a:rPr>
              <a:t>you</a:t>
            </a:r>
            <a:r>
              <a:rPr sz="1600" spc="75" dirty="0">
                <a:solidFill>
                  <a:schemeClr val="tx1"/>
                </a:solidFill>
                <a:latin typeface="Cambria"/>
                <a:cs typeface="Cambria"/>
              </a:rPr>
              <a:t> </a:t>
            </a:r>
            <a:r>
              <a:rPr sz="1600" spc="-25" dirty="0">
                <a:solidFill>
                  <a:schemeClr val="tx1"/>
                </a:solidFill>
                <a:latin typeface="Cambria"/>
                <a:cs typeface="Cambria"/>
              </a:rPr>
              <a:t>permit</a:t>
            </a:r>
            <a:r>
              <a:rPr sz="1600" spc="110" dirty="0">
                <a:solidFill>
                  <a:schemeClr val="tx1"/>
                </a:solidFill>
                <a:latin typeface="Cambria"/>
                <a:cs typeface="Cambria"/>
              </a:rPr>
              <a:t> </a:t>
            </a:r>
            <a:r>
              <a:rPr lang="en-US" sz="1600" spc="-90" dirty="0" smtClean="0">
                <a:solidFill>
                  <a:schemeClr val="tx1"/>
                </a:solidFill>
                <a:latin typeface="Cambria"/>
                <a:cs typeface="Cambria"/>
              </a:rPr>
              <a:t>r</a:t>
            </a:r>
            <a:r>
              <a:rPr sz="1600" spc="-90" dirty="0" smtClean="0">
                <a:solidFill>
                  <a:schemeClr val="tx1"/>
                </a:solidFill>
                <a:latin typeface="Cambria"/>
                <a:cs typeface="Cambria"/>
              </a:rPr>
              <a:t>ead</a:t>
            </a:r>
            <a:r>
              <a:rPr lang="en-US" sz="1600" spc="-90" dirty="0" smtClean="0">
                <a:solidFill>
                  <a:schemeClr val="tx1"/>
                </a:solidFill>
                <a:latin typeface="Cambria"/>
                <a:cs typeface="Cambria"/>
              </a:rPr>
              <a:t>, </a:t>
            </a:r>
            <a:r>
              <a:rPr sz="1600" spc="-10" dirty="0" smtClean="0">
                <a:solidFill>
                  <a:schemeClr val="tx1"/>
                </a:solidFill>
                <a:latin typeface="Cambria"/>
                <a:cs typeface="Cambria"/>
              </a:rPr>
              <a:t>w</a:t>
            </a:r>
            <a:r>
              <a:rPr lang="en-US" sz="1600" spc="-10" dirty="0" smtClean="0">
                <a:solidFill>
                  <a:schemeClr val="tx1"/>
                </a:solidFill>
                <a:latin typeface="Cambria"/>
                <a:cs typeface="Cambria"/>
              </a:rPr>
              <a:t>r</a:t>
            </a:r>
            <a:r>
              <a:rPr sz="1600" spc="-10" dirty="0" smtClean="0">
                <a:solidFill>
                  <a:schemeClr val="tx1"/>
                </a:solidFill>
                <a:latin typeface="Cambria"/>
                <a:cs typeface="Cambria"/>
              </a:rPr>
              <a:t>ite</a:t>
            </a:r>
            <a:r>
              <a:rPr sz="1600" spc="20" dirty="0" smtClean="0">
                <a:solidFill>
                  <a:schemeClr val="tx1"/>
                </a:solidFill>
                <a:latin typeface="Cambria"/>
                <a:cs typeface="Cambria"/>
              </a:rPr>
              <a:t> </a:t>
            </a:r>
            <a:r>
              <a:rPr sz="1600" spc="-10" dirty="0" smtClean="0">
                <a:solidFill>
                  <a:schemeClr val="tx1"/>
                </a:solidFill>
                <a:latin typeface="Cambria"/>
                <a:cs typeface="Cambria"/>
              </a:rPr>
              <a:t>and</a:t>
            </a:r>
            <a:r>
              <a:rPr lang="en-US" sz="1600" spc="-10" dirty="0" smtClean="0">
                <a:solidFill>
                  <a:schemeClr val="tx1"/>
                </a:solidFill>
                <a:latin typeface="Cambria"/>
                <a:cs typeface="Cambria"/>
              </a:rPr>
              <a:t> </a:t>
            </a:r>
            <a:r>
              <a:rPr sz="1600" spc="-10" dirty="0" smtClean="0">
                <a:solidFill>
                  <a:schemeClr val="tx1"/>
                </a:solidFill>
                <a:latin typeface="Cambria"/>
                <a:cs typeface="Cambria"/>
              </a:rPr>
              <a:t>ex</a:t>
            </a:r>
            <a:r>
              <a:rPr lang="en-US" sz="1600" spc="-10" dirty="0" smtClean="0">
                <a:solidFill>
                  <a:schemeClr val="tx1"/>
                </a:solidFill>
                <a:latin typeface="Cambria"/>
                <a:cs typeface="Cambria"/>
              </a:rPr>
              <a:t>e</a:t>
            </a:r>
            <a:r>
              <a:rPr sz="1600" spc="-10" dirty="0" smtClean="0">
                <a:solidFill>
                  <a:schemeClr val="tx1"/>
                </a:solidFill>
                <a:latin typeface="Cambria"/>
                <a:cs typeface="Cambria"/>
              </a:rPr>
              <a:t>cut</a:t>
            </a:r>
            <a:r>
              <a:rPr lang="en-US" sz="1600" spc="-10" dirty="0" smtClean="0">
                <a:solidFill>
                  <a:schemeClr val="tx1"/>
                </a:solidFill>
                <a:latin typeface="Cambria"/>
                <a:cs typeface="Cambria"/>
              </a:rPr>
              <a:t>e </a:t>
            </a:r>
            <a:r>
              <a:rPr sz="1600" spc="-25" dirty="0" smtClean="0">
                <a:solidFill>
                  <a:schemeClr val="tx1"/>
                </a:solidFill>
                <a:latin typeface="Cambria"/>
                <a:cs typeface="Cambria"/>
              </a:rPr>
              <a:t>for</a:t>
            </a:r>
            <a:r>
              <a:rPr lang="en-US" sz="1600" spc="-25" dirty="0" smtClean="0">
                <a:solidFill>
                  <a:schemeClr val="tx1"/>
                </a:solidFill>
                <a:latin typeface="Cambria"/>
                <a:cs typeface="Cambria"/>
              </a:rPr>
              <a:t> type of </a:t>
            </a:r>
            <a:r>
              <a:rPr sz="1600" spc="85" dirty="0" smtClean="0">
                <a:solidFill>
                  <a:schemeClr val="tx1"/>
                </a:solidFill>
                <a:latin typeface="Times New Roman"/>
                <a:cs typeface="Times New Roman"/>
              </a:rPr>
              <a:t>  </a:t>
            </a:r>
            <a:r>
              <a:rPr sz="1600" dirty="0">
                <a:solidFill>
                  <a:schemeClr val="tx1"/>
                </a:solidFill>
                <a:latin typeface="Times New Roman"/>
                <a:cs typeface="Times New Roman"/>
              </a:rPr>
              <a:t>user</a:t>
            </a:r>
            <a:r>
              <a:rPr sz="1600" spc="190" dirty="0">
                <a:solidFill>
                  <a:schemeClr val="tx1"/>
                </a:solidFill>
                <a:latin typeface="Times New Roman"/>
                <a:cs typeface="Times New Roman"/>
              </a:rPr>
              <a:t> </a:t>
            </a:r>
            <a:r>
              <a:rPr sz="1600" dirty="0">
                <a:solidFill>
                  <a:schemeClr val="tx1"/>
                </a:solidFill>
                <a:latin typeface="Times New Roman"/>
                <a:cs typeface="Times New Roman"/>
              </a:rPr>
              <a:t>permissions</a:t>
            </a:r>
            <a:r>
              <a:rPr sz="1600" spc="290" dirty="0">
                <a:solidFill>
                  <a:schemeClr val="tx1"/>
                </a:solidFill>
                <a:latin typeface="Times New Roman"/>
                <a:cs typeface="Times New Roman"/>
              </a:rPr>
              <a:t> </a:t>
            </a:r>
            <a:r>
              <a:rPr lang="en-US" sz="1600" dirty="0" smtClean="0">
                <a:solidFill>
                  <a:schemeClr val="tx1"/>
                </a:solidFill>
                <a:latin typeface="Times New Roman"/>
                <a:cs typeface="Times New Roman"/>
              </a:rPr>
              <a:t>for</a:t>
            </a:r>
            <a:r>
              <a:rPr sz="1600" spc="114" dirty="0" smtClean="0">
                <a:solidFill>
                  <a:schemeClr val="tx1"/>
                </a:solidFill>
                <a:latin typeface="Times New Roman"/>
                <a:cs typeface="Times New Roman"/>
              </a:rPr>
              <a:t> </a:t>
            </a:r>
            <a:r>
              <a:rPr lang="en-US" sz="1600" spc="114" dirty="0" smtClean="0">
                <a:solidFill>
                  <a:schemeClr val="tx1"/>
                </a:solidFill>
                <a:latin typeface="Times New Roman"/>
                <a:cs typeface="Times New Roman"/>
              </a:rPr>
              <a:t>a </a:t>
            </a:r>
            <a:r>
              <a:rPr lang="en-US" sz="1600" dirty="0" smtClean="0">
                <a:solidFill>
                  <a:schemeClr val="tx1"/>
                </a:solidFill>
                <a:latin typeface="Times New Roman"/>
                <a:cs typeface="Times New Roman"/>
              </a:rPr>
              <a:t>file</a:t>
            </a:r>
            <a:r>
              <a:rPr sz="1600" spc="150" dirty="0" smtClean="0">
                <a:solidFill>
                  <a:schemeClr val="tx1"/>
                </a:solidFill>
                <a:latin typeface="Times New Roman"/>
                <a:cs typeface="Times New Roman"/>
              </a:rPr>
              <a:t> </a:t>
            </a:r>
            <a:r>
              <a:rPr lang="en-US" sz="1600" b="1" spc="-10" dirty="0" smtClean="0">
                <a:solidFill>
                  <a:srgbClr val="FF0000"/>
                </a:solidFill>
                <a:latin typeface="Times New Roman"/>
                <a:cs typeface="Times New Roman"/>
              </a:rPr>
              <a:t>a</a:t>
            </a:r>
            <a:r>
              <a:rPr sz="1600" b="1" spc="-10" dirty="0" smtClean="0">
                <a:solidFill>
                  <a:srgbClr val="FF0000"/>
                </a:solidFill>
                <a:latin typeface="Times New Roman"/>
                <a:cs typeface="Times New Roman"/>
              </a:rPr>
              <a:t>ccount</a:t>
            </a:r>
            <a:endParaRPr sz="1600" b="1" dirty="0">
              <a:solidFill>
                <a:srgbClr val="FF0000"/>
              </a:solidFill>
              <a:latin typeface="Times New Roman"/>
              <a:cs typeface="Times New Roman"/>
            </a:endParaRPr>
          </a:p>
          <a:p>
            <a:pPr marL="346710" indent="-285750">
              <a:lnSpc>
                <a:spcPct val="100000"/>
              </a:lnSpc>
              <a:spcBef>
                <a:spcPts val="1085"/>
              </a:spcBef>
              <a:buFont typeface="Arial" panose="020B0604020202020204" pitchFamily="34" charset="0"/>
              <a:buChar char="•"/>
            </a:pPr>
            <a:r>
              <a:rPr sz="1600" b="1" spc="-25" dirty="0" smtClean="0">
                <a:solidFill>
                  <a:srgbClr val="FF0000"/>
                </a:solidFill>
                <a:latin typeface="Times New Roman"/>
                <a:cs typeface="Times New Roman"/>
              </a:rPr>
              <a:t>U</a:t>
            </a:r>
            <a:r>
              <a:rPr lang="en-US" sz="1600" b="1" spc="-25" dirty="0" smtClean="0">
                <a:solidFill>
                  <a:srgbClr val="FF0000"/>
                </a:solidFill>
                <a:latin typeface="Times New Roman"/>
                <a:cs typeface="Times New Roman"/>
              </a:rPr>
              <a:t>s</a:t>
            </a:r>
            <a:r>
              <a:rPr sz="1600" b="1" spc="-25" dirty="0" smtClean="0">
                <a:solidFill>
                  <a:srgbClr val="FF0000"/>
                </a:solidFill>
                <a:latin typeface="Times New Roman"/>
                <a:cs typeface="Times New Roman"/>
              </a:rPr>
              <a:t>er</a:t>
            </a:r>
            <a:r>
              <a:rPr sz="1600" spc="-25" dirty="0" smtClean="0">
                <a:solidFill>
                  <a:schemeClr val="tx1"/>
                </a:solidFill>
                <a:latin typeface="Times New Roman"/>
                <a:cs typeface="Times New Roman"/>
              </a:rPr>
              <a:t>,</a:t>
            </a:r>
            <a:r>
              <a:rPr sz="1600" spc="-165" dirty="0" smtClean="0">
                <a:solidFill>
                  <a:schemeClr val="tx1"/>
                </a:solidFill>
                <a:latin typeface="Times New Roman"/>
                <a:cs typeface="Times New Roman"/>
              </a:rPr>
              <a:t> </a:t>
            </a:r>
            <a:r>
              <a:rPr sz="1600" b="1" spc="70" dirty="0" smtClean="0">
                <a:solidFill>
                  <a:srgbClr val="FF0000"/>
                </a:solidFill>
                <a:latin typeface="Times New Roman"/>
                <a:cs typeface="Times New Roman"/>
              </a:rPr>
              <a:t>gr</a:t>
            </a:r>
            <a:r>
              <a:rPr lang="en-US" sz="1600" b="1" spc="70" dirty="0" smtClean="0">
                <a:solidFill>
                  <a:srgbClr val="FF0000"/>
                </a:solidFill>
                <a:latin typeface="Times New Roman"/>
                <a:cs typeface="Times New Roman"/>
              </a:rPr>
              <a:t>o</a:t>
            </a:r>
            <a:r>
              <a:rPr sz="1600" b="1" spc="70" dirty="0" smtClean="0">
                <a:solidFill>
                  <a:srgbClr val="FF0000"/>
                </a:solidFill>
                <a:latin typeface="Times New Roman"/>
                <a:cs typeface="Times New Roman"/>
              </a:rPr>
              <a:t>up</a:t>
            </a:r>
            <a:r>
              <a:rPr lang="en-US" sz="1600" b="1" spc="70" dirty="0" smtClean="0">
                <a:solidFill>
                  <a:srgbClr val="FF0000"/>
                </a:solidFill>
                <a:latin typeface="Times New Roman"/>
                <a:cs typeface="Times New Roman"/>
              </a:rPr>
              <a:t> </a:t>
            </a:r>
            <a:r>
              <a:rPr sz="1600" spc="70" dirty="0" smtClean="0">
                <a:solidFill>
                  <a:schemeClr val="tx1"/>
                </a:solidFill>
                <a:latin typeface="Times New Roman"/>
                <a:cs typeface="Times New Roman"/>
              </a:rPr>
              <a:t>and</a:t>
            </a:r>
            <a:r>
              <a:rPr sz="1600" spc="-229" dirty="0" smtClean="0">
                <a:solidFill>
                  <a:schemeClr val="tx1"/>
                </a:solidFill>
                <a:latin typeface="Times New Roman"/>
                <a:cs typeface="Times New Roman"/>
              </a:rPr>
              <a:t> </a:t>
            </a:r>
            <a:r>
              <a:rPr sz="1600" b="1" spc="85" dirty="0" smtClean="0">
                <a:solidFill>
                  <a:srgbClr val="FF0000"/>
                </a:solidFill>
                <a:latin typeface="Times New Roman"/>
                <a:cs typeface="Times New Roman"/>
              </a:rPr>
              <a:t>othe</a:t>
            </a:r>
            <a:r>
              <a:rPr lang="en-US" sz="1600" b="1" spc="85" dirty="0" smtClean="0">
                <a:solidFill>
                  <a:srgbClr val="FF0000"/>
                </a:solidFill>
                <a:latin typeface="Times New Roman"/>
                <a:cs typeface="Times New Roman"/>
              </a:rPr>
              <a:t>r users</a:t>
            </a:r>
            <a:r>
              <a:rPr lang="en-US" sz="1600" spc="85" dirty="0" smtClean="0">
                <a:solidFill>
                  <a:schemeClr val="tx1"/>
                </a:solidFill>
                <a:latin typeface="Times New Roman"/>
                <a:cs typeface="Times New Roman"/>
              </a:rPr>
              <a:t> </a:t>
            </a:r>
            <a:r>
              <a:rPr sz="1600" spc="15" dirty="0" smtClean="0">
                <a:solidFill>
                  <a:schemeClr val="tx1"/>
                </a:solidFill>
                <a:latin typeface="Times New Roman"/>
                <a:cs typeface="Times New Roman"/>
              </a:rPr>
              <a:t> </a:t>
            </a:r>
            <a:r>
              <a:rPr sz="1600" dirty="0" smtClean="0">
                <a:solidFill>
                  <a:schemeClr val="tx1"/>
                </a:solidFill>
                <a:latin typeface="Times New Roman"/>
                <a:cs typeface="Times New Roman"/>
              </a:rPr>
              <a:t>c</a:t>
            </a:r>
            <a:r>
              <a:rPr lang="en-US" sz="1600" dirty="0" smtClean="0">
                <a:solidFill>
                  <a:schemeClr val="tx1"/>
                </a:solidFill>
                <a:latin typeface="Times New Roman"/>
                <a:cs typeface="Times New Roman"/>
              </a:rPr>
              <a:t>a</a:t>
            </a:r>
            <a:r>
              <a:rPr sz="1600" dirty="0" smtClean="0">
                <a:solidFill>
                  <a:schemeClr val="tx1"/>
                </a:solidFill>
                <a:latin typeface="Times New Roman"/>
                <a:cs typeface="Times New Roman"/>
              </a:rPr>
              <a:t>n</a:t>
            </a:r>
            <a:r>
              <a:rPr sz="1600" spc="90" dirty="0" smtClean="0">
                <a:solidFill>
                  <a:schemeClr val="tx1"/>
                </a:solidFill>
                <a:latin typeface="Times New Roman"/>
                <a:cs typeface="Times New Roman"/>
              </a:rPr>
              <a:t> </a:t>
            </a:r>
            <a:r>
              <a:rPr sz="1600" spc="-20" dirty="0">
                <a:solidFill>
                  <a:srgbClr val="FF0000"/>
                </a:solidFill>
                <a:latin typeface="Times New Roman"/>
                <a:cs typeface="Times New Roman"/>
              </a:rPr>
              <a:t>rend</a:t>
            </a:r>
            <a:r>
              <a:rPr sz="1600" spc="-20" dirty="0">
                <a:solidFill>
                  <a:schemeClr val="tx1"/>
                </a:solidFill>
                <a:latin typeface="Times New Roman"/>
                <a:cs typeface="Times New Roman"/>
              </a:rPr>
              <a:t>, </a:t>
            </a:r>
            <a:r>
              <a:rPr sz="1600" spc="-10" dirty="0" smtClean="0">
                <a:solidFill>
                  <a:srgbClr val="FF0000"/>
                </a:solidFill>
                <a:latin typeface="Times New Roman"/>
                <a:cs typeface="Times New Roman"/>
              </a:rPr>
              <a:t>writ</a:t>
            </a:r>
            <a:r>
              <a:rPr lang="en-US" sz="1600" spc="-10" dirty="0" smtClean="0">
                <a:solidFill>
                  <a:srgbClr val="FF0000"/>
                </a:solidFill>
                <a:latin typeface="Times New Roman"/>
                <a:cs typeface="Times New Roman"/>
              </a:rPr>
              <a:t>e</a:t>
            </a:r>
            <a:r>
              <a:rPr sz="1600" spc="45" dirty="0" smtClean="0">
                <a:solidFill>
                  <a:srgbClr val="FF0000"/>
                </a:solidFill>
                <a:latin typeface="Times New Roman"/>
                <a:cs typeface="Times New Roman"/>
              </a:rPr>
              <a:t> </a:t>
            </a:r>
            <a:r>
              <a:rPr sz="1600" dirty="0">
                <a:solidFill>
                  <a:schemeClr val="tx1"/>
                </a:solidFill>
                <a:latin typeface="Times New Roman"/>
                <a:cs typeface="Times New Roman"/>
              </a:rPr>
              <a:t>and</a:t>
            </a:r>
            <a:r>
              <a:rPr sz="1600" spc="-15" dirty="0">
                <a:solidFill>
                  <a:srgbClr val="FF0000"/>
                </a:solidFill>
                <a:latin typeface="Times New Roman"/>
                <a:cs typeface="Times New Roman"/>
              </a:rPr>
              <a:t> </a:t>
            </a:r>
            <a:r>
              <a:rPr sz="1600" spc="-10" dirty="0" smtClean="0">
                <a:solidFill>
                  <a:srgbClr val="FF0000"/>
                </a:solidFill>
                <a:latin typeface="Times New Roman"/>
                <a:cs typeface="Times New Roman"/>
              </a:rPr>
              <a:t>ex</a:t>
            </a:r>
            <a:r>
              <a:rPr lang="en-US" sz="1600" spc="-10" dirty="0" smtClean="0">
                <a:solidFill>
                  <a:srgbClr val="FF0000"/>
                </a:solidFill>
                <a:latin typeface="Times New Roman"/>
                <a:cs typeface="Times New Roman"/>
              </a:rPr>
              <a:t>e</a:t>
            </a:r>
            <a:r>
              <a:rPr sz="1600" spc="-10" dirty="0" smtClean="0">
                <a:solidFill>
                  <a:srgbClr val="FF0000"/>
                </a:solidFill>
                <a:latin typeface="Times New Roman"/>
                <a:cs typeface="Times New Roman"/>
              </a:rPr>
              <a:t>cute</a:t>
            </a:r>
            <a:r>
              <a:rPr sz="1600" spc="120" dirty="0" smtClean="0">
                <a:solidFill>
                  <a:srgbClr val="FF0000"/>
                </a:solidFill>
                <a:latin typeface="Times New Roman"/>
                <a:cs typeface="Times New Roman"/>
              </a:rPr>
              <a:t> </a:t>
            </a:r>
            <a:r>
              <a:rPr sz="1600" dirty="0">
                <a:solidFill>
                  <a:schemeClr val="tx1"/>
                </a:solidFill>
                <a:latin typeface="Times New Roman"/>
                <a:cs typeface="Times New Roman"/>
              </a:rPr>
              <a:t>the</a:t>
            </a:r>
            <a:r>
              <a:rPr sz="1600" spc="-40" dirty="0">
                <a:solidFill>
                  <a:srgbClr val="FF0000"/>
                </a:solidFill>
                <a:latin typeface="Times New Roman"/>
                <a:cs typeface="Times New Roman"/>
              </a:rPr>
              <a:t> </a:t>
            </a:r>
            <a:r>
              <a:rPr sz="1600" spc="-25" dirty="0" err="1" smtClean="0">
                <a:solidFill>
                  <a:srgbClr val="FF0000"/>
                </a:solidFill>
                <a:latin typeface="Times New Roman"/>
                <a:cs typeface="Times New Roman"/>
              </a:rPr>
              <a:t>ch</a:t>
            </a:r>
            <a:r>
              <a:rPr lang="en-US" sz="1600" spc="-25" dirty="0" err="1" smtClean="0">
                <a:solidFill>
                  <a:srgbClr val="FF0000"/>
                </a:solidFill>
                <a:latin typeface="Times New Roman"/>
                <a:cs typeface="Times New Roman"/>
              </a:rPr>
              <a:t>mo</a:t>
            </a:r>
            <a:r>
              <a:rPr sz="1600" spc="-25" dirty="0" err="1" smtClean="0">
                <a:solidFill>
                  <a:srgbClr val="FF0000"/>
                </a:solidFill>
                <a:latin typeface="Times New Roman"/>
                <a:cs typeface="Times New Roman"/>
              </a:rPr>
              <a:t>d</a:t>
            </a:r>
            <a:r>
              <a:rPr lang="en-US" sz="1600" spc="-25" dirty="0" smtClean="0">
                <a:solidFill>
                  <a:srgbClr val="FF0000"/>
                </a:solidFill>
                <a:latin typeface="Times New Roman"/>
                <a:cs typeface="Times New Roman"/>
              </a:rPr>
              <a:t> </a:t>
            </a:r>
            <a:r>
              <a:rPr sz="1600" spc="-90" dirty="0" smtClean="0">
                <a:solidFill>
                  <a:schemeClr val="tx1"/>
                </a:solidFill>
                <a:latin typeface="Times New Roman"/>
                <a:cs typeface="Times New Roman"/>
              </a:rPr>
              <a:t>will</a:t>
            </a:r>
            <a:r>
              <a:rPr sz="1600" spc="-10" dirty="0" smtClean="0">
                <a:solidFill>
                  <a:schemeClr val="tx1"/>
                </a:solidFill>
                <a:latin typeface="Times New Roman"/>
                <a:cs typeface="Times New Roman"/>
              </a:rPr>
              <a:t> </a:t>
            </a:r>
            <a:r>
              <a:rPr sz="1600" dirty="0">
                <a:solidFill>
                  <a:schemeClr val="tx1"/>
                </a:solidFill>
                <a:latin typeface="Times New Roman"/>
                <a:cs typeface="Times New Roman"/>
              </a:rPr>
              <a:t>be</a:t>
            </a:r>
            <a:r>
              <a:rPr sz="1600" spc="-15" dirty="0">
                <a:solidFill>
                  <a:schemeClr val="tx1"/>
                </a:solidFill>
                <a:latin typeface="Times New Roman"/>
                <a:cs typeface="Times New Roman"/>
              </a:rPr>
              <a:t> </a:t>
            </a:r>
            <a:r>
              <a:rPr lang="en-US" sz="1600" spc="-10" dirty="0" smtClean="0">
                <a:solidFill>
                  <a:schemeClr val="tx1"/>
                </a:solidFill>
                <a:latin typeface="Times New Roman"/>
                <a:cs typeface="Times New Roman"/>
              </a:rPr>
              <a:t>a</a:t>
            </a:r>
            <a:r>
              <a:rPr sz="1600" spc="-10" dirty="0" smtClean="0">
                <a:solidFill>
                  <a:schemeClr val="tx1"/>
                </a:solidFill>
                <a:latin typeface="Times New Roman"/>
                <a:cs typeface="Times New Roman"/>
              </a:rPr>
              <a:t>s</a:t>
            </a:r>
            <a:r>
              <a:rPr lang="en-US" sz="1600" spc="-10" dirty="0" smtClean="0">
                <a:solidFill>
                  <a:schemeClr val="tx1"/>
                </a:solidFill>
                <a:latin typeface="Times New Roman"/>
                <a:cs typeface="Times New Roman"/>
              </a:rPr>
              <a:t> </a:t>
            </a:r>
            <a:r>
              <a:rPr sz="1600" spc="-10" dirty="0" smtClean="0">
                <a:solidFill>
                  <a:schemeClr val="tx1"/>
                </a:solidFill>
                <a:latin typeface="Times New Roman"/>
                <a:cs typeface="Times New Roman"/>
              </a:rPr>
              <a:t>follows</a:t>
            </a:r>
            <a:r>
              <a:rPr lang="en-US" sz="1600" spc="-10" dirty="0" smtClean="0">
                <a:solidFill>
                  <a:schemeClr val="tx1"/>
                </a:solidFill>
                <a:latin typeface="Times New Roman"/>
                <a:cs typeface="Times New Roman"/>
              </a:rPr>
              <a:t>:</a:t>
            </a:r>
            <a:endParaRPr sz="1600" dirty="0">
              <a:solidFill>
                <a:schemeClr val="tx1"/>
              </a:solidFill>
              <a:latin typeface="Times New Roman"/>
              <a:cs typeface="Times New Roman"/>
            </a:endParaRPr>
          </a:p>
          <a:p>
            <a:pPr marL="26034">
              <a:lnSpc>
                <a:spcPct val="100000"/>
              </a:lnSpc>
              <a:spcBef>
                <a:spcPts val="730"/>
              </a:spcBef>
              <a:tabLst>
                <a:tab pos="502920" algn="l"/>
              </a:tabLst>
            </a:pPr>
            <a:r>
              <a:rPr lang="en-US" sz="1600" b="1" spc="-25" dirty="0" err="1" smtClean="0">
                <a:solidFill>
                  <a:srgbClr val="C00000"/>
                </a:solidFill>
                <a:latin typeface="Times New Roman"/>
                <a:cs typeface="Times New Roman"/>
              </a:rPr>
              <a:t>su</a:t>
            </a:r>
            <a:r>
              <a:rPr sz="1600" b="1" spc="-25" dirty="0" err="1" smtClean="0">
                <a:solidFill>
                  <a:srgbClr val="C00000"/>
                </a:solidFill>
                <a:latin typeface="Times New Roman"/>
                <a:cs typeface="Times New Roman"/>
              </a:rPr>
              <a:t>do</a:t>
            </a:r>
            <a:r>
              <a:rPr sz="1600" b="1" dirty="0">
                <a:solidFill>
                  <a:srgbClr val="C00000"/>
                </a:solidFill>
                <a:latin typeface="Times New Roman"/>
                <a:cs typeface="Times New Roman"/>
              </a:rPr>
              <a:t>	</a:t>
            </a:r>
            <a:r>
              <a:rPr sz="1600" b="1" spc="-50" dirty="0" err="1" smtClean="0">
                <a:solidFill>
                  <a:srgbClr val="C00000"/>
                </a:solidFill>
                <a:latin typeface="Times New Roman"/>
                <a:cs typeface="Times New Roman"/>
              </a:rPr>
              <a:t>ch</a:t>
            </a:r>
            <a:r>
              <a:rPr lang="en-US" sz="1600" b="1" spc="-50" dirty="0" err="1" smtClean="0">
                <a:solidFill>
                  <a:srgbClr val="C00000"/>
                </a:solidFill>
                <a:latin typeface="Times New Roman"/>
                <a:cs typeface="Times New Roman"/>
              </a:rPr>
              <a:t>m</a:t>
            </a:r>
            <a:r>
              <a:rPr sz="1600" b="1" spc="-50" dirty="0" err="1" smtClean="0">
                <a:solidFill>
                  <a:srgbClr val="C00000"/>
                </a:solidFill>
                <a:latin typeface="Times New Roman"/>
                <a:cs typeface="Times New Roman"/>
              </a:rPr>
              <a:t>od</a:t>
            </a:r>
            <a:r>
              <a:rPr sz="1600" b="1" spc="-20" dirty="0" smtClean="0">
                <a:solidFill>
                  <a:srgbClr val="C00000"/>
                </a:solidFill>
                <a:latin typeface="Times New Roman"/>
                <a:cs typeface="Times New Roman"/>
              </a:rPr>
              <a:t> </a:t>
            </a:r>
            <a:r>
              <a:rPr sz="1600" b="1" spc="-65" dirty="0" smtClean="0">
                <a:solidFill>
                  <a:srgbClr val="C00000"/>
                </a:solidFill>
                <a:latin typeface="Times New Roman"/>
                <a:cs typeface="Times New Roman"/>
              </a:rPr>
              <a:t>u=</a:t>
            </a:r>
            <a:r>
              <a:rPr sz="1600" b="1" spc="-65" dirty="0" err="1" smtClean="0">
                <a:solidFill>
                  <a:srgbClr val="C00000"/>
                </a:solidFill>
                <a:latin typeface="Times New Roman"/>
                <a:cs typeface="Times New Roman"/>
              </a:rPr>
              <a:t>rwx</a:t>
            </a:r>
            <a:r>
              <a:rPr lang="en-US" sz="1600" b="1" spc="-65" dirty="0" smtClean="0">
                <a:solidFill>
                  <a:srgbClr val="C00000"/>
                </a:solidFill>
                <a:latin typeface="Times New Roman"/>
                <a:cs typeface="Times New Roman"/>
              </a:rPr>
              <a:t>,</a:t>
            </a:r>
            <a:r>
              <a:rPr sz="1600" b="1" spc="-15" dirty="0" smtClean="0">
                <a:solidFill>
                  <a:srgbClr val="C00000"/>
                </a:solidFill>
                <a:latin typeface="Times New Roman"/>
                <a:cs typeface="Times New Roman"/>
              </a:rPr>
              <a:t> </a:t>
            </a:r>
            <a:r>
              <a:rPr sz="1600" b="1" spc="-80" dirty="0">
                <a:solidFill>
                  <a:srgbClr val="C00000"/>
                </a:solidFill>
                <a:latin typeface="Times New Roman"/>
                <a:cs typeface="Times New Roman"/>
              </a:rPr>
              <a:t>g=</a:t>
            </a:r>
            <a:r>
              <a:rPr sz="1600" b="1" spc="-80" dirty="0" err="1">
                <a:solidFill>
                  <a:srgbClr val="C00000"/>
                </a:solidFill>
                <a:latin typeface="Times New Roman"/>
                <a:cs typeface="Times New Roman"/>
              </a:rPr>
              <a:t>rwx</a:t>
            </a:r>
            <a:r>
              <a:rPr sz="1600" b="1" spc="-80" dirty="0" smtClean="0">
                <a:solidFill>
                  <a:srgbClr val="C00000"/>
                </a:solidFill>
                <a:latin typeface="Times New Roman"/>
                <a:cs typeface="Times New Roman"/>
              </a:rPr>
              <a:t>,</a:t>
            </a:r>
            <a:r>
              <a:rPr lang="en-US" sz="1600" b="1" spc="-80" dirty="0" smtClean="0">
                <a:solidFill>
                  <a:srgbClr val="C00000"/>
                </a:solidFill>
                <a:latin typeface="Times New Roman"/>
                <a:cs typeface="Times New Roman"/>
              </a:rPr>
              <a:t> </a:t>
            </a:r>
            <a:r>
              <a:rPr sz="1600" b="1" spc="-80" dirty="0" smtClean="0">
                <a:solidFill>
                  <a:srgbClr val="C00000"/>
                </a:solidFill>
                <a:latin typeface="Times New Roman"/>
                <a:cs typeface="Times New Roman"/>
              </a:rPr>
              <a:t>o=</a:t>
            </a:r>
            <a:r>
              <a:rPr sz="1600" b="1" spc="-80" dirty="0" err="1" smtClean="0">
                <a:solidFill>
                  <a:srgbClr val="C00000"/>
                </a:solidFill>
                <a:latin typeface="Times New Roman"/>
                <a:cs typeface="Times New Roman"/>
              </a:rPr>
              <a:t>rwx</a:t>
            </a:r>
            <a:r>
              <a:rPr sz="1600" b="1" spc="60" dirty="0" smtClean="0">
                <a:solidFill>
                  <a:srgbClr val="C00000"/>
                </a:solidFill>
                <a:latin typeface="Times New Roman"/>
                <a:cs typeface="Times New Roman"/>
              </a:rPr>
              <a:t> </a:t>
            </a:r>
            <a:r>
              <a:rPr sz="1600" b="1" spc="-10" dirty="0">
                <a:solidFill>
                  <a:srgbClr val="C00000"/>
                </a:solidFill>
                <a:latin typeface="Times New Roman"/>
                <a:cs typeface="Times New Roman"/>
              </a:rPr>
              <a:t>account</a:t>
            </a:r>
            <a:endParaRPr sz="1600" b="1" dirty="0">
              <a:solidFill>
                <a:srgbClr val="C00000"/>
              </a:solidFill>
              <a:latin typeface="Times New Roman"/>
              <a:cs typeface="Times New Roman"/>
            </a:endParaRPr>
          </a:p>
          <a:p>
            <a:pPr>
              <a:lnSpc>
                <a:spcPct val="100000"/>
              </a:lnSpc>
              <a:spcBef>
                <a:spcPts val="725"/>
              </a:spcBef>
            </a:pPr>
            <a:r>
              <a:rPr lang="en-US" sz="1600" b="1" dirty="0" smtClean="0">
                <a:solidFill>
                  <a:schemeClr val="tx1"/>
                </a:solidFill>
                <a:latin typeface="Times New Roman"/>
                <a:cs typeface="Times New Roman"/>
              </a:rPr>
              <a:t>Exercise 1:</a:t>
            </a:r>
            <a:endParaRPr sz="1600" b="1" dirty="0">
              <a:solidFill>
                <a:schemeClr val="tx1"/>
              </a:solidFill>
              <a:latin typeface="Times New Roman"/>
              <a:cs typeface="Times New Roman"/>
            </a:endParaRPr>
          </a:p>
          <a:p>
            <a:pPr marL="271780" marR="35560" indent="-259715">
              <a:lnSpc>
                <a:spcPct val="148800"/>
              </a:lnSpc>
              <a:tabLst>
                <a:tab pos="241935" algn="l"/>
              </a:tabLst>
            </a:pPr>
            <a:r>
              <a:rPr sz="1600" spc="-50" dirty="0" smtClean="0">
                <a:solidFill>
                  <a:schemeClr val="tx1"/>
                </a:solidFill>
                <a:latin typeface="Cambria"/>
                <a:cs typeface="Cambria"/>
              </a:rPr>
              <a:t>I</a:t>
            </a:r>
            <a:r>
              <a:rPr lang="en-US" sz="1600" spc="-50" dirty="0" smtClean="0">
                <a:solidFill>
                  <a:schemeClr val="tx1"/>
                </a:solidFill>
                <a:latin typeface="Cambria"/>
                <a:cs typeface="Cambria"/>
              </a:rPr>
              <a:t>f</a:t>
            </a:r>
            <a:r>
              <a:rPr sz="1600" dirty="0">
                <a:solidFill>
                  <a:schemeClr val="tx1"/>
                </a:solidFill>
                <a:latin typeface="Cambria"/>
                <a:cs typeface="Cambria"/>
              </a:rPr>
              <a:t>	</a:t>
            </a:r>
            <a:r>
              <a:rPr sz="1600" spc="-114" dirty="0">
                <a:solidFill>
                  <a:schemeClr val="tx1"/>
                </a:solidFill>
                <a:latin typeface="Cambria"/>
                <a:cs typeface="Cambria"/>
              </a:rPr>
              <a:t>you</a:t>
            </a:r>
            <a:r>
              <a:rPr sz="1600" spc="10" dirty="0">
                <a:solidFill>
                  <a:schemeClr val="tx1"/>
                </a:solidFill>
                <a:latin typeface="Cambria"/>
                <a:cs typeface="Cambria"/>
              </a:rPr>
              <a:t> </a:t>
            </a:r>
            <a:r>
              <a:rPr sz="1600" spc="-80" dirty="0">
                <a:solidFill>
                  <a:schemeClr val="tx1"/>
                </a:solidFill>
                <a:latin typeface="Cambria"/>
                <a:cs typeface="Cambria"/>
              </a:rPr>
              <a:t>change</a:t>
            </a:r>
            <a:r>
              <a:rPr sz="1600" spc="-15" dirty="0">
                <a:solidFill>
                  <a:schemeClr val="tx1"/>
                </a:solidFill>
                <a:latin typeface="Cambria"/>
                <a:cs typeface="Cambria"/>
              </a:rPr>
              <a:t> </a:t>
            </a:r>
            <a:r>
              <a:rPr sz="1600" spc="-100" dirty="0">
                <a:solidFill>
                  <a:schemeClr val="tx1"/>
                </a:solidFill>
                <a:latin typeface="Cambria"/>
                <a:cs typeface="Cambria"/>
              </a:rPr>
              <a:t>permission</a:t>
            </a:r>
            <a:r>
              <a:rPr sz="1600" spc="10" dirty="0">
                <a:solidFill>
                  <a:schemeClr val="tx1"/>
                </a:solidFill>
                <a:latin typeface="Cambria"/>
                <a:cs typeface="Cambria"/>
              </a:rPr>
              <a:t> </a:t>
            </a:r>
            <a:r>
              <a:rPr sz="1600" spc="-95" dirty="0">
                <a:solidFill>
                  <a:schemeClr val="tx1"/>
                </a:solidFill>
                <a:latin typeface="Cambria"/>
                <a:cs typeface="Cambria"/>
              </a:rPr>
              <a:t>mode</a:t>
            </a:r>
            <a:r>
              <a:rPr sz="1600" spc="5" dirty="0">
                <a:solidFill>
                  <a:schemeClr val="tx1"/>
                </a:solidFill>
                <a:latin typeface="Cambria"/>
                <a:cs typeface="Cambria"/>
              </a:rPr>
              <a:t> </a:t>
            </a:r>
            <a:r>
              <a:rPr sz="1600" spc="-65" dirty="0">
                <a:solidFill>
                  <a:schemeClr val="tx1"/>
                </a:solidFill>
                <a:latin typeface="Cambria"/>
                <a:cs typeface="Cambria"/>
              </a:rPr>
              <a:t>for</a:t>
            </a:r>
            <a:r>
              <a:rPr sz="1600" spc="-25" dirty="0">
                <a:solidFill>
                  <a:schemeClr val="tx1"/>
                </a:solidFill>
                <a:latin typeface="Cambria"/>
                <a:cs typeface="Cambria"/>
              </a:rPr>
              <a:t> </a:t>
            </a:r>
            <a:r>
              <a:rPr lang="en-US" sz="1600" spc="-25" dirty="0" smtClean="0">
                <a:solidFill>
                  <a:schemeClr val="tx1"/>
                </a:solidFill>
                <a:latin typeface="Cambria"/>
                <a:cs typeface="Cambria"/>
              </a:rPr>
              <a:t>a </a:t>
            </a:r>
            <a:r>
              <a:rPr sz="1600" spc="-25" dirty="0" smtClean="0">
                <a:solidFill>
                  <a:schemeClr val="tx1"/>
                </a:solidFill>
                <a:latin typeface="Cambria"/>
                <a:cs typeface="Cambria"/>
              </a:rPr>
              <a:t>file</a:t>
            </a:r>
            <a:r>
              <a:rPr sz="1600" spc="-65" dirty="0" smtClean="0">
                <a:solidFill>
                  <a:schemeClr val="tx1"/>
                </a:solidFill>
                <a:latin typeface="Cambria"/>
                <a:cs typeface="Cambria"/>
              </a:rPr>
              <a:t> </a:t>
            </a:r>
            <a:r>
              <a:rPr sz="1600" b="1" spc="-10" dirty="0">
                <a:solidFill>
                  <a:srgbClr val="C00000"/>
                </a:solidFill>
                <a:latin typeface="Cambria"/>
                <a:cs typeface="Cambria"/>
              </a:rPr>
              <a:t>exam</a:t>
            </a:r>
            <a:r>
              <a:rPr sz="1600" spc="-55" dirty="0">
                <a:solidFill>
                  <a:schemeClr val="tx1"/>
                </a:solidFill>
                <a:latin typeface="Cambria"/>
                <a:cs typeface="Cambria"/>
              </a:rPr>
              <a:t> </a:t>
            </a:r>
            <a:r>
              <a:rPr sz="1600" dirty="0">
                <a:solidFill>
                  <a:schemeClr val="tx1"/>
                </a:solidFill>
                <a:latin typeface="Cambria"/>
                <a:cs typeface="Cambria"/>
              </a:rPr>
              <a:t>as</a:t>
            </a:r>
            <a:r>
              <a:rPr sz="1600" spc="-10" dirty="0">
                <a:solidFill>
                  <a:schemeClr val="tx1"/>
                </a:solidFill>
                <a:latin typeface="Cambria"/>
                <a:cs typeface="Cambria"/>
              </a:rPr>
              <a:t> </a:t>
            </a:r>
            <a:r>
              <a:rPr sz="1600" spc="-60" dirty="0">
                <a:solidFill>
                  <a:schemeClr val="tx1"/>
                </a:solidFill>
                <a:latin typeface="Cambria"/>
                <a:cs typeface="Cambria"/>
              </a:rPr>
              <a:t>follows</a:t>
            </a:r>
            <a:r>
              <a:rPr sz="1600" spc="45" dirty="0">
                <a:solidFill>
                  <a:schemeClr val="tx1"/>
                </a:solidFill>
                <a:latin typeface="Cambria"/>
                <a:cs typeface="Cambria"/>
              </a:rPr>
              <a:t> </a:t>
            </a:r>
            <a:r>
              <a:rPr sz="1600" spc="-135" dirty="0">
                <a:solidFill>
                  <a:schemeClr val="tx1"/>
                </a:solidFill>
                <a:latin typeface="Cambria"/>
                <a:cs typeface="Cambria"/>
              </a:rPr>
              <a:t>what</a:t>
            </a:r>
            <a:r>
              <a:rPr sz="1600" spc="45" dirty="0">
                <a:solidFill>
                  <a:schemeClr val="tx1"/>
                </a:solidFill>
                <a:latin typeface="Cambria"/>
                <a:cs typeface="Cambria"/>
              </a:rPr>
              <a:t> </a:t>
            </a:r>
            <a:r>
              <a:rPr sz="1600" b="1" spc="-35" dirty="0">
                <a:solidFill>
                  <a:srgbClr val="C00000"/>
                </a:solidFill>
                <a:latin typeface="Cambria"/>
                <a:cs typeface="Cambria"/>
              </a:rPr>
              <a:t>chmod</a:t>
            </a:r>
            <a:r>
              <a:rPr sz="1600" spc="-35" dirty="0">
                <a:solidFill>
                  <a:schemeClr val="tx1"/>
                </a:solidFill>
                <a:latin typeface="Cambria"/>
                <a:cs typeface="Cambria"/>
              </a:rPr>
              <a:t> </a:t>
            </a:r>
            <a:r>
              <a:rPr sz="1600" spc="-75" dirty="0">
                <a:solidFill>
                  <a:schemeClr val="tx1"/>
                </a:solidFill>
                <a:latin typeface="Cambria"/>
                <a:cs typeface="Cambria"/>
              </a:rPr>
              <a:t>command</a:t>
            </a:r>
            <a:r>
              <a:rPr sz="1600" spc="-15" dirty="0">
                <a:solidFill>
                  <a:schemeClr val="tx1"/>
                </a:solidFill>
                <a:latin typeface="Cambria"/>
                <a:cs typeface="Cambria"/>
              </a:rPr>
              <a:t> </a:t>
            </a:r>
            <a:r>
              <a:rPr sz="1600" spc="-80" dirty="0">
                <a:solidFill>
                  <a:schemeClr val="tx1"/>
                </a:solidFill>
                <a:latin typeface="Cambria"/>
                <a:cs typeface="Cambria"/>
              </a:rPr>
              <a:t>you</a:t>
            </a:r>
            <a:r>
              <a:rPr sz="1600" spc="-60" dirty="0">
                <a:solidFill>
                  <a:schemeClr val="tx1"/>
                </a:solidFill>
                <a:latin typeface="Cambria"/>
                <a:cs typeface="Cambria"/>
              </a:rPr>
              <a:t> </a:t>
            </a:r>
            <a:r>
              <a:rPr sz="1600" spc="-70" dirty="0" smtClean="0">
                <a:solidFill>
                  <a:schemeClr val="tx1"/>
                </a:solidFill>
                <a:latin typeface="Cambria"/>
                <a:cs typeface="Cambria"/>
              </a:rPr>
              <a:t>used</a:t>
            </a:r>
            <a:r>
              <a:rPr sz="1600" spc="-70" dirty="0">
                <a:solidFill>
                  <a:schemeClr val="tx1"/>
                </a:solidFill>
                <a:latin typeface="Cambria"/>
                <a:cs typeface="Cambria"/>
              </a:rPr>
              <a:t>?</a:t>
            </a:r>
            <a:r>
              <a:rPr sz="1600" spc="-15" dirty="0">
                <a:solidFill>
                  <a:schemeClr val="tx1"/>
                </a:solidFill>
                <a:latin typeface="Cambria"/>
                <a:cs typeface="Cambria"/>
              </a:rPr>
              <a:t> </a:t>
            </a:r>
            <a:r>
              <a:rPr sz="1600" spc="-10" dirty="0">
                <a:solidFill>
                  <a:schemeClr val="tx1"/>
                </a:solidFill>
                <a:latin typeface="Cambria"/>
                <a:cs typeface="Cambria"/>
              </a:rPr>
              <a:t>For</a:t>
            </a:r>
            <a:r>
              <a:rPr sz="1600" spc="-80" dirty="0">
                <a:solidFill>
                  <a:schemeClr val="tx1"/>
                </a:solidFill>
                <a:latin typeface="Cambria"/>
                <a:cs typeface="Cambria"/>
              </a:rPr>
              <a:t> </a:t>
            </a:r>
            <a:r>
              <a:rPr sz="1600" spc="-100" dirty="0">
                <a:solidFill>
                  <a:srgbClr val="C00000"/>
                </a:solidFill>
                <a:latin typeface="Cambria"/>
                <a:cs typeface="Cambria"/>
              </a:rPr>
              <a:t>user</a:t>
            </a:r>
            <a:r>
              <a:rPr sz="1600" spc="-15" dirty="0">
                <a:solidFill>
                  <a:srgbClr val="C00000"/>
                </a:solidFill>
                <a:latin typeface="Cambria"/>
                <a:cs typeface="Cambria"/>
              </a:rPr>
              <a:t> </a:t>
            </a:r>
            <a:r>
              <a:rPr lang="en-US" sz="1600" i="1" u="heavy" dirty="0" smtClean="0">
                <a:solidFill>
                  <a:srgbClr val="C00000"/>
                </a:solidFill>
                <a:uFill>
                  <a:solidFill>
                    <a:srgbClr val="874F3F"/>
                  </a:solidFill>
                </a:uFill>
                <a:latin typeface="Cambria"/>
                <a:cs typeface="Cambria"/>
              </a:rPr>
              <a:t>read</a:t>
            </a:r>
            <a:r>
              <a:rPr sz="1600" i="1" spc="-75" dirty="0" smtClean="0">
                <a:solidFill>
                  <a:srgbClr val="C00000"/>
                </a:solidFill>
                <a:latin typeface="Cambria"/>
                <a:cs typeface="Cambria"/>
              </a:rPr>
              <a:t> </a:t>
            </a:r>
            <a:r>
              <a:rPr sz="1600" spc="-70" dirty="0">
                <a:solidFill>
                  <a:schemeClr val="tx1"/>
                </a:solidFill>
                <a:latin typeface="Cambria"/>
                <a:cs typeface="Cambria"/>
              </a:rPr>
              <a:t>and</a:t>
            </a:r>
            <a:r>
              <a:rPr sz="1600" spc="55" dirty="0">
                <a:solidFill>
                  <a:schemeClr val="tx1"/>
                </a:solidFill>
                <a:latin typeface="Cambria"/>
                <a:cs typeface="Cambria"/>
              </a:rPr>
              <a:t> </a:t>
            </a:r>
            <a:r>
              <a:rPr sz="1600" u="heavy" spc="-90" dirty="0">
                <a:solidFill>
                  <a:srgbClr val="C00000"/>
                </a:solidFill>
                <a:uFill>
                  <a:solidFill>
                    <a:srgbClr val="874F3F"/>
                  </a:solidFill>
                </a:uFill>
                <a:latin typeface="Cambria"/>
                <a:cs typeface="Cambria"/>
              </a:rPr>
              <a:t>write</a:t>
            </a:r>
            <a:r>
              <a:rPr sz="1600" spc="25" dirty="0">
                <a:solidFill>
                  <a:schemeClr val="tx1"/>
                </a:solidFill>
                <a:latin typeface="Cambria"/>
                <a:cs typeface="Cambria"/>
              </a:rPr>
              <a:t> </a:t>
            </a:r>
            <a:r>
              <a:rPr sz="1600" spc="-40" dirty="0">
                <a:solidFill>
                  <a:schemeClr val="tx1"/>
                </a:solidFill>
                <a:latin typeface="Cambria"/>
                <a:cs typeface="Cambria"/>
              </a:rPr>
              <a:t>only</a:t>
            </a:r>
            <a:r>
              <a:rPr sz="1600" spc="70" dirty="0">
                <a:solidFill>
                  <a:schemeClr val="tx1"/>
                </a:solidFill>
                <a:latin typeface="Cambria"/>
                <a:cs typeface="Cambria"/>
              </a:rPr>
              <a:t> </a:t>
            </a:r>
            <a:r>
              <a:rPr sz="1600" spc="-20" dirty="0">
                <a:solidFill>
                  <a:schemeClr val="tx1"/>
                </a:solidFill>
                <a:latin typeface="Cambria"/>
                <a:cs typeface="Cambria"/>
              </a:rPr>
              <a:t>for</a:t>
            </a:r>
            <a:r>
              <a:rPr sz="1600" spc="-30" dirty="0">
                <a:solidFill>
                  <a:schemeClr val="tx1"/>
                </a:solidFill>
                <a:latin typeface="Cambria"/>
                <a:cs typeface="Cambria"/>
              </a:rPr>
              <a:t> </a:t>
            </a:r>
            <a:r>
              <a:rPr sz="1600" spc="-70" dirty="0">
                <a:solidFill>
                  <a:srgbClr val="C00000"/>
                </a:solidFill>
                <a:latin typeface="Cambria"/>
                <a:cs typeface="Cambria"/>
              </a:rPr>
              <a:t>group</a:t>
            </a:r>
            <a:r>
              <a:rPr sz="1600" spc="35" dirty="0">
                <a:solidFill>
                  <a:srgbClr val="C00000"/>
                </a:solidFill>
                <a:latin typeface="Cambria"/>
                <a:cs typeface="Cambria"/>
              </a:rPr>
              <a:t> </a:t>
            </a:r>
            <a:r>
              <a:rPr sz="1600" u="heavy" spc="-20" dirty="0">
                <a:solidFill>
                  <a:srgbClr val="C00000"/>
                </a:solidFill>
                <a:uFill>
                  <a:solidFill>
                    <a:srgbClr val="874F3F"/>
                  </a:solidFill>
                </a:uFill>
                <a:latin typeface="Cambria"/>
                <a:cs typeface="Cambria"/>
              </a:rPr>
              <a:t>read</a:t>
            </a:r>
            <a:r>
              <a:rPr sz="1600" spc="-20" dirty="0">
                <a:solidFill>
                  <a:srgbClr val="C00000"/>
                </a:solidFill>
                <a:latin typeface="Cambria"/>
                <a:cs typeface="Cambria"/>
              </a:rPr>
              <a:t> </a:t>
            </a:r>
            <a:r>
              <a:rPr sz="1600" dirty="0">
                <a:solidFill>
                  <a:schemeClr val="tx1"/>
                </a:solidFill>
                <a:latin typeface="Cambria"/>
                <a:cs typeface="Cambria"/>
              </a:rPr>
              <a:t>only</a:t>
            </a:r>
            <a:r>
              <a:rPr sz="1600" spc="-55" dirty="0">
                <a:solidFill>
                  <a:schemeClr val="tx1"/>
                </a:solidFill>
                <a:latin typeface="Cambria"/>
                <a:cs typeface="Cambria"/>
              </a:rPr>
              <a:t> </a:t>
            </a:r>
            <a:r>
              <a:rPr sz="1600" spc="-25" dirty="0">
                <a:solidFill>
                  <a:schemeClr val="tx1"/>
                </a:solidFill>
                <a:latin typeface="Cambria"/>
                <a:cs typeface="Cambria"/>
              </a:rPr>
              <a:t>and </a:t>
            </a:r>
            <a:r>
              <a:rPr sz="1600" spc="-105" dirty="0" smtClean="0">
                <a:solidFill>
                  <a:schemeClr val="tx1"/>
                </a:solidFill>
                <a:latin typeface="Cambria"/>
                <a:cs typeface="Cambria"/>
              </a:rPr>
              <a:t>f</a:t>
            </a:r>
            <a:r>
              <a:rPr lang="en-US" sz="1600" spc="-105" dirty="0" smtClean="0">
                <a:solidFill>
                  <a:schemeClr val="tx1"/>
                </a:solidFill>
                <a:latin typeface="Cambria"/>
                <a:cs typeface="Cambria"/>
              </a:rPr>
              <a:t>o</a:t>
            </a:r>
            <a:r>
              <a:rPr sz="1600" spc="-105" dirty="0" smtClean="0">
                <a:solidFill>
                  <a:schemeClr val="tx1"/>
                </a:solidFill>
                <a:latin typeface="Cambria"/>
                <a:cs typeface="Cambria"/>
              </a:rPr>
              <a:t>r</a:t>
            </a:r>
            <a:r>
              <a:rPr sz="1600" spc="20" dirty="0" smtClean="0">
                <a:solidFill>
                  <a:schemeClr val="tx1"/>
                </a:solidFill>
                <a:latin typeface="Cambria"/>
                <a:cs typeface="Cambria"/>
              </a:rPr>
              <a:t> </a:t>
            </a:r>
            <a:r>
              <a:rPr sz="1600" spc="-50" dirty="0">
                <a:solidFill>
                  <a:srgbClr val="C00000"/>
                </a:solidFill>
                <a:latin typeface="Cambria"/>
                <a:cs typeface="Cambria"/>
              </a:rPr>
              <a:t>other</a:t>
            </a:r>
            <a:r>
              <a:rPr sz="1600" spc="40" dirty="0">
                <a:solidFill>
                  <a:srgbClr val="C00000"/>
                </a:solidFill>
                <a:latin typeface="Cambria"/>
                <a:cs typeface="Cambria"/>
              </a:rPr>
              <a:t> </a:t>
            </a:r>
            <a:r>
              <a:rPr sz="1600" u="heavy" spc="-60" dirty="0">
                <a:solidFill>
                  <a:srgbClr val="C00000"/>
                </a:solidFill>
                <a:uFill>
                  <a:solidFill>
                    <a:srgbClr val="A06757"/>
                  </a:solidFill>
                </a:uFill>
                <a:latin typeface="Cambria"/>
                <a:cs typeface="Cambria"/>
              </a:rPr>
              <a:t>write</a:t>
            </a:r>
            <a:r>
              <a:rPr sz="1600" u="heavy" spc="10" dirty="0">
                <a:solidFill>
                  <a:srgbClr val="C00000"/>
                </a:solidFill>
                <a:uFill>
                  <a:solidFill>
                    <a:srgbClr val="A06757"/>
                  </a:solidFill>
                </a:uFill>
                <a:latin typeface="Cambria"/>
                <a:cs typeface="Cambria"/>
              </a:rPr>
              <a:t> </a:t>
            </a:r>
            <a:r>
              <a:rPr sz="1600" spc="-50" dirty="0">
                <a:solidFill>
                  <a:schemeClr val="tx1"/>
                </a:solidFill>
                <a:latin typeface="Cambria"/>
                <a:cs typeface="Cambria"/>
              </a:rPr>
              <a:t>and</a:t>
            </a:r>
            <a:r>
              <a:rPr sz="1600" spc="5" dirty="0">
                <a:solidFill>
                  <a:schemeClr val="tx1"/>
                </a:solidFill>
                <a:latin typeface="Cambria"/>
                <a:cs typeface="Cambria"/>
              </a:rPr>
              <a:t> </a:t>
            </a:r>
            <a:r>
              <a:rPr sz="1600" u="heavy" spc="-10" dirty="0" smtClean="0">
                <a:solidFill>
                  <a:srgbClr val="C00000"/>
                </a:solidFill>
                <a:uFill>
                  <a:solidFill>
                    <a:srgbClr val="A06757"/>
                  </a:solidFill>
                </a:uFill>
                <a:latin typeface="Cambria"/>
                <a:cs typeface="Cambria"/>
              </a:rPr>
              <a:t>execu</a:t>
            </a:r>
            <a:r>
              <a:rPr lang="en-US" sz="1600" u="heavy" spc="-10" dirty="0" smtClean="0">
                <a:solidFill>
                  <a:srgbClr val="C00000"/>
                </a:solidFill>
                <a:uFill>
                  <a:solidFill>
                    <a:srgbClr val="A06757"/>
                  </a:solidFill>
                </a:uFill>
                <a:latin typeface="Cambria"/>
                <a:cs typeface="Cambria"/>
              </a:rPr>
              <a:t>t</a:t>
            </a:r>
            <a:r>
              <a:rPr sz="1600" u="heavy" spc="-10" dirty="0" smtClean="0">
                <a:solidFill>
                  <a:srgbClr val="C00000"/>
                </a:solidFill>
                <a:uFill>
                  <a:solidFill>
                    <a:srgbClr val="A06757"/>
                  </a:solidFill>
                </a:uFill>
                <a:latin typeface="Cambria"/>
                <a:cs typeface="Cambria"/>
              </a:rPr>
              <a:t>e</a:t>
            </a:r>
            <a:r>
              <a:rPr lang="en-US" sz="1600" u="heavy" spc="-10" dirty="0" smtClean="0">
                <a:solidFill>
                  <a:srgbClr val="C00000"/>
                </a:solidFill>
                <a:uFill>
                  <a:solidFill>
                    <a:srgbClr val="A06757"/>
                  </a:solidFill>
                </a:uFill>
                <a:latin typeface="Cambria"/>
                <a:cs typeface="Cambria"/>
              </a:rPr>
              <a:t>;</a:t>
            </a:r>
            <a:r>
              <a:rPr sz="1600" spc="-30" dirty="0" smtClean="0">
                <a:solidFill>
                  <a:schemeClr val="tx1"/>
                </a:solidFill>
                <a:latin typeface="Cambria"/>
                <a:cs typeface="Cambria"/>
              </a:rPr>
              <a:t> </a:t>
            </a:r>
            <a:r>
              <a:rPr sz="1600" spc="-60" dirty="0">
                <a:solidFill>
                  <a:srgbClr val="FF0000"/>
                </a:solidFill>
                <a:latin typeface="Cambria"/>
                <a:cs typeface="Cambria"/>
              </a:rPr>
              <a:t>what</a:t>
            </a:r>
            <a:r>
              <a:rPr sz="1600" spc="-25" dirty="0">
                <a:solidFill>
                  <a:srgbClr val="FF0000"/>
                </a:solidFill>
                <a:latin typeface="Cambria"/>
                <a:cs typeface="Cambria"/>
              </a:rPr>
              <a:t> </a:t>
            </a:r>
            <a:r>
              <a:rPr sz="1600" spc="-30" dirty="0">
                <a:solidFill>
                  <a:srgbClr val="FF0000"/>
                </a:solidFill>
                <a:latin typeface="Cambria"/>
                <a:cs typeface="Cambria"/>
              </a:rPr>
              <a:t>chmod</a:t>
            </a:r>
            <a:r>
              <a:rPr sz="1600" spc="-35" dirty="0">
                <a:solidFill>
                  <a:srgbClr val="FF0000"/>
                </a:solidFill>
                <a:latin typeface="Cambria"/>
                <a:cs typeface="Cambria"/>
              </a:rPr>
              <a:t> </a:t>
            </a:r>
            <a:r>
              <a:rPr sz="1600" spc="-45" dirty="0">
                <a:solidFill>
                  <a:srgbClr val="FF0000"/>
                </a:solidFill>
                <a:latin typeface="Cambria"/>
                <a:cs typeface="Cambria"/>
              </a:rPr>
              <a:t>command</a:t>
            </a:r>
            <a:r>
              <a:rPr sz="1600" spc="20" dirty="0">
                <a:solidFill>
                  <a:srgbClr val="FF0000"/>
                </a:solidFill>
                <a:latin typeface="Cambria"/>
                <a:cs typeface="Cambria"/>
              </a:rPr>
              <a:t> </a:t>
            </a:r>
            <a:r>
              <a:rPr sz="1600" spc="-10" dirty="0">
                <a:solidFill>
                  <a:srgbClr val="FF0000"/>
                </a:solidFill>
                <a:latin typeface="Cambria"/>
                <a:cs typeface="Cambria"/>
              </a:rPr>
              <a:t>used?</a:t>
            </a:r>
            <a:endParaRPr sz="1600" dirty="0">
              <a:solidFill>
                <a:srgbClr val="FF0000"/>
              </a:solidFill>
              <a:latin typeface="Cambria"/>
              <a:cs typeface="Cambria"/>
            </a:endParaRPr>
          </a:p>
          <a:p>
            <a:pPr marL="52705">
              <a:lnSpc>
                <a:spcPct val="100000"/>
              </a:lnSpc>
              <a:spcBef>
                <a:spcPts val="1140"/>
              </a:spcBef>
              <a:tabLst>
                <a:tab pos="911860" algn="l"/>
                <a:tab pos="4867275" algn="l"/>
              </a:tabLst>
            </a:pPr>
            <a:r>
              <a:rPr sz="1600" b="1" spc="-10" dirty="0">
                <a:solidFill>
                  <a:schemeClr val="tx1"/>
                </a:solidFill>
                <a:latin typeface="Cambria"/>
                <a:cs typeface="Cambria"/>
              </a:rPr>
              <a:t>Answer</a:t>
            </a:r>
            <a:r>
              <a:rPr sz="1600" spc="-10" dirty="0">
                <a:solidFill>
                  <a:schemeClr val="tx1"/>
                </a:solidFill>
                <a:latin typeface="Cambria"/>
                <a:cs typeface="Cambria"/>
              </a:rPr>
              <a:t>:</a:t>
            </a:r>
            <a:r>
              <a:rPr sz="1600" dirty="0">
                <a:solidFill>
                  <a:schemeClr val="tx1"/>
                </a:solidFill>
                <a:latin typeface="Cambria"/>
                <a:cs typeface="Cambria"/>
              </a:rPr>
              <a:t>	</a:t>
            </a:r>
            <a:r>
              <a:rPr lang="en-US" sz="1600" b="1" i="1" dirty="0" err="1" smtClean="0">
                <a:solidFill>
                  <a:srgbClr val="C00000"/>
                </a:solidFill>
                <a:latin typeface="Cambria"/>
                <a:cs typeface="Cambria"/>
              </a:rPr>
              <a:t>s</a:t>
            </a:r>
            <a:r>
              <a:rPr sz="1600" b="1" i="1" dirty="0" err="1" smtClean="0">
                <a:solidFill>
                  <a:srgbClr val="C00000"/>
                </a:solidFill>
                <a:latin typeface="Cambria"/>
                <a:cs typeface="Cambria"/>
              </a:rPr>
              <a:t>udo</a:t>
            </a:r>
            <a:r>
              <a:rPr sz="1600" b="1" i="1" spc="30" dirty="0" smtClean="0">
                <a:solidFill>
                  <a:srgbClr val="C00000"/>
                </a:solidFill>
                <a:latin typeface="Cambria"/>
                <a:cs typeface="Cambria"/>
              </a:rPr>
              <a:t> </a:t>
            </a:r>
            <a:r>
              <a:rPr sz="1600" b="1" i="1" dirty="0" err="1" smtClean="0">
                <a:solidFill>
                  <a:srgbClr val="C00000"/>
                </a:solidFill>
                <a:latin typeface="Cambria"/>
                <a:cs typeface="Cambria"/>
              </a:rPr>
              <a:t>c</a:t>
            </a:r>
            <a:r>
              <a:rPr lang="en-US" sz="1600" b="1" i="1" dirty="0" err="1" smtClean="0">
                <a:solidFill>
                  <a:srgbClr val="C00000"/>
                </a:solidFill>
                <a:latin typeface="Cambria"/>
                <a:cs typeface="Cambria"/>
              </a:rPr>
              <a:t>h</a:t>
            </a:r>
            <a:r>
              <a:rPr sz="1600" b="1" i="1" dirty="0" err="1" smtClean="0">
                <a:solidFill>
                  <a:srgbClr val="C00000"/>
                </a:solidFill>
                <a:latin typeface="Cambria"/>
                <a:cs typeface="Cambria"/>
              </a:rPr>
              <a:t>mod</a:t>
            </a:r>
            <a:r>
              <a:rPr sz="1600" b="1" i="1" spc="50" dirty="0" smtClean="0">
                <a:solidFill>
                  <a:srgbClr val="C00000"/>
                </a:solidFill>
                <a:latin typeface="Cambria"/>
                <a:cs typeface="Cambria"/>
              </a:rPr>
              <a:t> </a:t>
            </a:r>
            <a:r>
              <a:rPr sz="1600" b="1" i="1" spc="-55" dirty="0" smtClean="0">
                <a:solidFill>
                  <a:srgbClr val="C00000"/>
                </a:solidFill>
                <a:latin typeface="Cambria"/>
                <a:cs typeface="Cambria"/>
              </a:rPr>
              <a:t>u=</a:t>
            </a:r>
            <a:r>
              <a:rPr lang="en-US" sz="1600" b="1" i="1" spc="-55" dirty="0" err="1" smtClean="0">
                <a:solidFill>
                  <a:srgbClr val="C00000"/>
                </a:solidFill>
                <a:latin typeface="Cambria"/>
                <a:cs typeface="Cambria"/>
              </a:rPr>
              <a:t>rw</a:t>
            </a:r>
            <a:r>
              <a:rPr sz="1600" b="1" i="1" spc="-55" dirty="0" smtClean="0">
                <a:solidFill>
                  <a:srgbClr val="C00000"/>
                </a:solidFill>
                <a:latin typeface="Cambria"/>
                <a:cs typeface="Cambria"/>
              </a:rPr>
              <a:t>,</a:t>
            </a:r>
            <a:r>
              <a:rPr lang="en-US" sz="1600" b="1" i="1" spc="-55" dirty="0" smtClean="0">
                <a:solidFill>
                  <a:srgbClr val="C00000"/>
                </a:solidFill>
                <a:latin typeface="Cambria"/>
                <a:cs typeface="Cambria"/>
              </a:rPr>
              <a:t> </a:t>
            </a:r>
            <a:r>
              <a:rPr sz="1600" b="1" i="1" spc="-55" dirty="0" smtClean="0">
                <a:solidFill>
                  <a:srgbClr val="C00000"/>
                </a:solidFill>
                <a:latin typeface="Cambria"/>
                <a:cs typeface="Cambria"/>
              </a:rPr>
              <a:t>g=r,</a:t>
            </a:r>
            <a:r>
              <a:rPr lang="en-US" sz="1600" b="1" i="1" spc="-55" dirty="0" smtClean="0">
                <a:solidFill>
                  <a:srgbClr val="C00000"/>
                </a:solidFill>
                <a:latin typeface="Cambria"/>
                <a:cs typeface="Cambria"/>
              </a:rPr>
              <a:t> o</a:t>
            </a:r>
            <a:r>
              <a:rPr sz="1600" b="1" i="1" spc="-55" dirty="0" smtClean="0">
                <a:solidFill>
                  <a:srgbClr val="C00000"/>
                </a:solidFill>
                <a:latin typeface="Cambria"/>
                <a:cs typeface="Cambria"/>
              </a:rPr>
              <a:t>=</a:t>
            </a:r>
            <a:r>
              <a:rPr sz="1600" b="1" i="1" spc="-55" dirty="0" err="1" smtClean="0">
                <a:solidFill>
                  <a:srgbClr val="C00000"/>
                </a:solidFill>
                <a:latin typeface="Cambria"/>
                <a:cs typeface="Cambria"/>
              </a:rPr>
              <a:t>wx</a:t>
            </a:r>
            <a:r>
              <a:rPr sz="1600" b="1" i="1" spc="-15" dirty="0" smtClean="0">
                <a:solidFill>
                  <a:srgbClr val="C00000"/>
                </a:solidFill>
                <a:latin typeface="Cambria"/>
                <a:cs typeface="Cambria"/>
              </a:rPr>
              <a:t> </a:t>
            </a:r>
            <a:r>
              <a:rPr lang="en-US" sz="1600" b="1" i="1" spc="-20" dirty="0" smtClean="0">
                <a:solidFill>
                  <a:srgbClr val="C00000"/>
                </a:solidFill>
                <a:latin typeface="Cambria"/>
                <a:cs typeface="Cambria"/>
              </a:rPr>
              <a:t>exam</a:t>
            </a:r>
            <a:r>
              <a:rPr sz="1550" dirty="0" smtClean="0">
                <a:solidFill>
                  <a:srgbClr val="9C241C"/>
                </a:solidFill>
                <a:latin typeface="Cambria"/>
                <a:cs typeface="Cambria"/>
              </a:rPr>
              <a:t>	</a:t>
            </a:r>
            <a:endParaRPr sz="1550" dirty="0">
              <a:latin typeface="Cambria"/>
              <a:cs typeface="Cambria"/>
            </a:endParaRPr>
          </a:p>
        </p:txBody>
      </p:sp>
      <p:sp>
        <p:nvSpPr>
          <p:cNvPr id="7" name="object 3"/>
          <p:cNvSpPr txBox="1">
            <a:spLocks/>
          </p:cNvSpPr>
          <p:nvPr/>
        </p:nvSpPr>
        <p:spPr>
          <a:xfrm>
            <a:off x="403516" y="-27454"/>
            <a:ext cx="4622105" cy="382156"/>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12700">
              <a:spcBef>
                <a:spcPts val="100"/>
              </a:spcBef>
            </a:pPr>
            <a:r>
              <a:rPr lang="en-US" sz="2400" b="1" dirty="0" smtClean="0">
                <a:solidFill>
                  <a:srgbClr val="FF0000"/>
                </a:solidFill>
                <a:latin typeface="Times New Roman" panose="02020603050405020304" pitchFamily="18" charset="0"/>
                <a:cs typeface="Times New Roman" panose="02020603050405020304" pitchFamily="18" charset="0"/>
              </a:rPr>
              <a:t>Permission</a:t>
            </a:r>
            <a:r>
              <a:rPr lang="en-US" sz="2400" b="1" spc="320" dirty="0" smtClean="0">
                <a:solidFill>
                  <a:srgbClr val="FF0000"/>
                </a:solidFill>
                <a:latin typeface="Times New Roman" panose="02020603050405020304" pitchFamily="18" charset="0"/>
                <a:cs typeface="Times New Roman" panose="02020603050405020304" pitchFamily="18" charset="0"/>
              </a:rPr>
              <a:t> </a:t>
            </a:r>
            <a:r>
              <a:rPr lang="en-US" sz="2400" b="1" dirty="0" smtClean="0">
                <a:solidFill>
                  <a:srgbClr val="FF0000"/>
                </a:solidFill>
                <a:latin typeface="Times New Roman" panose="02020603050405020304" pitchFamily="18" charset="0"/>
                <a:cs typeface="Times New Roman" panose="02020603050405020304" pitchFamily="18" charset="0"/>
              </a:rPr>
              <a:t>Types …</a:t>
            </a:r>
            <a:endParaRPr lang="en-US" sz="2400" b="1" dirty="0">
              <a:solidFill>
                <a:srgbClr val="FF0000"/>
              </a:solidFill>
              <a:latin typeface="Times New Roman" panose="02020603050405020304" pitchFamily="18" charset="0"/>
              <a:cs typeface="Times New Roman" panose="02020603050405020304" pitchFamily="18" charset="0"/>
            </a:endParaRPr>
          </a:p>
        </p:txBody>
      </p:sp>
      <p:sp>
        <p:nvSpPr>
          <p:cNvPr id="16" name="Date Placeholder 15"/>
          <p:cNvSpPr>
            <a:spLocks noGrp="1"/>
          </p:cNvSpPr>
          <p:nvPr>
            <p:ph type="dt" sz="half" idx="6"/>
          </p:nvPr>
        </p:nvSpPr>
        <p:spPr/>
        <p:txBody>
          <a:bodyPr/>
          <a:lstStyle/>
          <a:p>
            <a:fld id="{B031CD17-29E5-4AE7-ABD2-1E29438CB15C}" type="datetime1">
              <a:rPr lang="en-US" smtClean="0"/>
              <a:t>12/3/2025</a:t>
            </a:fld>
            <a:endParaRPr lang="en-US" dirty="0"/>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dirty="0"/>
          </a:p>
        </p:txBody>
      </p:sp>
      <p:sp>
        <p:nvSpPr>
          <p:cNvPr id="18" name="Slide Number Placeholder 17"/>
          <p:cNvSpPr>
            <a:spLocks noGrp="1"/>
          </p:cNvSpPr>
          <p:nvPr>
            <p:ph type="sldNum" sz="quarter" idx="7"/>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139700" y="752475"/>
            <a:ext cx="5854700" cy="3626634"/>
          </a:xfrm>
          <a:prstGeom prst="rect">
            <a:avLst/>
          </a:prstGeom>
        </p:spPr>
        <p:txBody>
          <a:bodyPr vert="horz" wrap="square" lIns="0" tIns="12700" rIns="0" bIns="0" rtlCol="0">
            <a:spAutoFit/>
          </a:bodyPr>
          <a:lstStyle/>
          <a:p>
            <a:pPr marL="25400">
              <a:lnSpc>
                <a:spcPct val="100000"/>
              </a:lnSpc>
              <a:spcBef>
                <a:spcPts val="100"/>
              </a:spcBef>
            </a:pPr>
            <a:r>
              <a:rPr sz="1800" spc="-75" dirty="0" smtClean="0">
                <a:solidFill>
                  <a:schemeClr val="tx1"/>
                </a:solidFill>
                <a:latin typeface="Times New Roman" panose="02020603050405020304" pitchFamily="18" charset="0"/>
                <a:cs typeface="Times New Roman" panose="02020603050405020304" pitchFamily="18" charset="0"/>
              </a:rPr>
              <a:t>About</a:t>
            </a:r>
            <a:r>
              <a:rPr sz="1800" spc="-10" dirty="0" smtClean="0">
                <a:solidFill>
                  <a:schemeClr val="tx1"/>
                </a:solidFill>
                <a:latin typeface="Times New Roman" panose="02020603050405020304" pitchFamily="18" charset="0"/>
                <a:cs typeface="Times New Roman" panose="02020603050405020304" pitchFamily="18" charset="0"/>
              </a:rPr>
              <a:t> </a:t>
            </a:r>
            <a:r>
              <a:rPr sz="1800" b="1" spc="-80" dirty="0" err="1" smtClean="0">
                <a:solidFill>
                  <a:srgbClr val="FF0000"/>
                </a:solidFill>
                <a:latin typeface="Times New Roman" panose="02020603050405020304" pitchFamily="18" charset="0"/>
                <a:cs typeface="Times New Roman" panose="02020603050405020304" pitchFamily="18" charset="0"/>
              </a:rPr>
              <a:t>chm</a:t>
            </a:r>
            <a:r>
              <a:rPr lang="en-US" sz="1800" b="1" spc="-80" dirty="0" err="1" smtClean="0">
                <a:solidFill>
                  <a:srgbClr val="FF0000"/>
                </a:solidFill>
                <a:latin typeface="Times New Roman" panose="02020603050405020304" pitchFamily="18" charset="0"/>
                <a:cs typeface="Times New Roman" panose="02020603050405020304" pitchFamily="18" charset="0"/>
              </a:rPr>
              <a:t>o</a:t>
            </a:r>
            <a:r>
              <a:rPr sz="1800" b="1" spc="-80" dirty="0" err="1" smtClean="0">
                <a:solidFill>
                  <a:srgbClr val="FF0000"/>
                </a:solidFill>
                <a:latin typeface="Times New Roman" panose="02020603050405020304" pitchFamily="18" charset="0"/>
                <a:cs typeface="Times New Roman" panose="02020603050405020304" pitchFamily="18" charset="0"/>
              </a:rPr>
              <a:t>d</a:t>
            </a:r>
            <a:r>
              <a:rPr sz="1800" spc="70" dirty="0" smtClean="0">
                <a:solidFill>
                  <a:schemeClr val="tx1"/>
                </a:solidFill>
                <a:latin typeface="Times New Roman" panose="02020603050405020304" pitchFamily="18" charset="0"/>
                <a:cs typeface="Times New Roman" panose="02020603050405020304" pitchFamily="18" charset="0"/>
              </a:rPr>
              <a:t> </a:t>
            </a:r>
            <a:r>
              <a:rPr sz="1800" spc="-10" dirty="0">
                <a:solidFill>
                  <a:schemeClr val="tx1"/>
                </a:solidFill>
                <a:latin typeface="Times New Roman" panose="02020603050405020304" pitchFamily="18" charset="0"/>
                <a:cs typeface="Times New Roman" panose="02020603050405020304" pitchFamily="18" charset="0"/>
              </a:rPr>
              <a:t>command:</a:t>
            </a:r>
            <a:endParaRPr sz="1800" dirty="0">
              <a:solidFill>
                <a:schemeClr val="tx1"/>
              </a:solidFill>
              <a:latin typeface="Times New Roman" panose="02020603050405020304" pitchFamily="18" charset="0"/>
              <a:cs typeface="Times New Roman" panose="02020603050405020304" pitchFamily="18" charset="0"/>
            </a:endParaRPr>
          </a:p>
          <a:p>
            <a:pPr marL="325120" lvl="0" indent="-285750">
              <a:spcBef>
                <a:spcPts val="100"/>
              </a:spcBef>
              <a:buFont typeface="Arial" panose="020B0604020202020204" pitchFamily="34" charset="0"/>
              <a:buChar char="•"/>
            </a:pPr>
            <a:r>
              <a:rPr lang="en-US" sz="1800" spc="-95" dirty="0" smtClean="0">
                <a:solidFill>
                  <a:schemeClr val="tx1"/>
                </a:solidFill>
                <a:latin typeface="Times New Roman" panose="02020603050405020304" pitchFamily="18" charset="0"/>
                <a:cs typeface="Times New Roman" panose="02020603050405020304" pitchFamily="18" charset="0"/>
              </a:rPr>
              <a:t>The </a:t>
            </a:r>
            <a:r>
              <a:rPr lang="en-US" sz="1800" b="1" spc="-80" dirty="0" err="1">
                <a:solidFill>
                  <a:srgbClr val="FF0000"/>
                </a:solidFill>
                <a:latin typeface="Times New Roman" panose="02020603050405020304" pitchFamily="18" charset="0"/>
                <a:cs typeface="Times New Roman" panose="02020603050405020304" pitchFamily="18" charset="0"/>
              </a:rPr>
              <a:t>chmod</a:t>
            </a:r>
            <a:r>
              <a:rPr lang="en-US" sz="1800" b="1" spc="-80" dirty="0">
                <a:solidFill>
                  <a:srgbClr val="FF0000"/>
                </a:solidFill>
                <a:latin typeface="Times New Roman" panose="02020603050405020304" pitchFamily="18" charset="0"/>
                <a:cs typeface="Times New Roman" panose="02020603050405020304" pitchFamily="18" charset="0"/>
              </a:rPr>
              <a:t> </a:t>
            </a:r>
            <a:r>
              <a:rPr lang="en-US" sz="1800" spc="-95" dirty="0" smtClean="0">
                <a:solidFill>
                  <a:schemeClr val="tx1"/>
                </a:solidFill>
                <a:latin typeface="Times New Roman" panose="02020603050405020304" pitchFamily="18" charset="0"/>
                <a:cs typeface="Times New Roman" panose="02020603050405020304" pitchFamily="18" charset="0"/>
              </a:rPr>
              <a:t>command</a:t>
            </a:r>
            <a:r>
              <a:rPr sz="1800" spc="114" dirty="0" smtClean="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changes</a:t>
            </a:r>
            <a:r>
              <a:rPr sz="1800" spc="229" dirty="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the</a:t>
            </a:r>
            <a:r>
              <a:rPr sz="1800" spc="10" dirty="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permission </a:t>
            </a:r>
            <a:r>
              <a:rPr sz="1800" dirty="0" smtClean="0">
                <a:solidFill>
                  <a:schemeClr val="tx1"/>
                </a:solidFill>
                <a:latin typeface="Times New Roman" panose="02020603050405020304" pitchFamily="18" charset="0"/>
                <a:cs typeface="Times New Roman" panose="02020603050405020304" pitchFamily="18" charset="0"/>
              </a:rPr>
              <a:t>of</a:t>
            </a:r>
            <a:r>
              <a:rPr sz="1800" spc="140" dirty="0" smtClean="0">
                <a:solidFill>
                  <a:schemeClr val="tx1"/>
                </a:solidFill>
                <a:latin typeface="Times New Roman" panose="02020603050405020304" pitchFamily="18" charset="0"/>
                <a:cs typeface="Times New Roman" panose="02020603050405020304" pitchFamily="18" charset="0"/>
              </a:rPr>
              <a:t> </a:t>
            </a:r>
            <a:r>
              <a:rPr lang="en-US" sz="1800" spc="140" dirty="0" smtClean="0">
                <a:solidFill>
                  <a:schemeClr val="tx1"/>
                </a:solidFill>
                <a:latin typeface="Times New Roman" panose="02020603050405020304" pitchFamily="18" charset="0"/>
                <a:cs typeface="Times New Roman" panose="02020603050405020304" pitchFamily="18" charset="0"/>
              </a:rPr>
              <a:t>the other </a:t>
            </a:r>
            <a:r>
              <a:rPr sz="1800" dirty="0" smtClean="0">
                <a:solidFill>
                  <a:schemeClr val="tx1"/>
                </a:solidFill>
                <a:latin typeface="Times New Roman" panose="02020603050405020304" pitchFamily="18" charset="0"/>
                <a:cs typeface="Times New Roman" panose="02020603050405020304" pitchFamily="18" charset="0"/>
              </a:rPr>
              <a:t>file</a:t>
            </a:r>
            <a:r>
              <a:rPr sz="1800" spc="75" dirty="0" smtClean="0">
                <a:solidFill>
                  <a:schemeClr val="tx1"/>
                </a:solidFill>
                <a:latin typeface="Times New Roman" panose="02020603050405020304" pitchFamily="18" charset="0"/>
                <a:cs typeface="Times New Roman" panose="02020603050405020304" pitchFamily="18" charset="0"/>
              </a:rPr>
              <a:t> </a:t>
            </a:r>
            <a:r>
              <a:rPr lang="en-US" sz="1800" spc="-10" dirty="0" smtClean="0">
                <a:solidFill>
                  <a:schemeClr val="tx1"/>
                </a:solidFill>
                <a:latin typeface="Times New Roman" panose="02020603050405020304" pitchFamily="18" charset="0"/>
                <a:cs typeface="Times New Roman" panose="02020603050405020304" pitchFamily="18" charset="0"/>
              </a:rPr>
              <a:t>c</a:t>
            </a:r>
            <a:r>
              <a:rPr sz="1800" spc="-10" dirty="0" smtClean="0">
                <a:solidFill>
                  <a:schemeClr val="tx1"/>
                </a:solidFill>
                <a:latin typeface="Times New Roman" panose="02020603050405020304" pitchFamily="18" charset="0"/>
                <a:cs typeface="Times New Roman" panose="02020603050405020304" pitchFamily="18" charset="0"/>
              </a:rPr>
              <a:t>alled </a:t>
            </a:r>
            <a:r>
              <a:rPr lang="en-US" sz="1800" dirty="0" smtClean="0">
                <a:solidFill>
                  <a:schemeClr val="tx1"/>
                </a:solidFill>
                <a:latin typeface="Times New Roman" panose="02020603050405020304" pitchFamily="18" charset="0"/>
                <a:cs typeface="Times New Roman" panose="02020603050405020304" pitchFamily="18" charset="0"/>
              </a:rPr>
              <a:t>c</a:t>
            </a:r>
            <a:r>
              <a:rPr sz="1800" dirty="0" smtClean="0">
                <a:solidFill>
                  <a:schemeClr val="tx1"/>
                </a:solidFill>
                <a:latin typeface="Times New Roman" panose="02020603050405020304" pitchFamily="18" charset="0"/>
                <a:cs typeface="Times New Roman" panose="02020603050405020304" pitchFamily="18" charset="0"/>
              </a:rPr>
              <a:t>onfidenti</a:t>
            </a:r>
            <a:r>
              <a:rPr lang="en-US" sz="1800" dirty="0" smtClean="0">
                <a:solidFill>
                  <a:schemeClr val="tx1"/>
                </a:solidFill>
                <a:latin typeface="Times New Roman" panose="02020603050405020304" pitchFamily="18" charset="0"/>
                <a:cs typeface="Times New Roman" panose="02020603050405020304" pitchFamily="18" charset="0"/>
              </a:rPr>
              <a:t>a</a:t>
            </a:r>
            <a:r>
              <a:rPr sz="1800" dirty="0" smtClean="0">
                <a:solidFill>
                  <a:schemeClr val="tx1"/>
                </a:solidFill>
                <a:latin typeface="Times New Roman" panose="02020603050405020304" pitchFamily="18" charset="0"/>
                <a:cs typeface="Times New Roman" panose="02020603050405020304" pitchFamily="18" charset="0"/>
              </a:rPr>
              <a:t>l</a:t>
            </a:r>
            <a:r>
              <a:rPr sz="1800" spc="175" dirty="0" smtClean="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with permission</a:t>
            </a:r>
            <a:r>
              <a:rPr sz="1800" spc="85" dirty="0" smtClean="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that</a:t>
            </a:r>
            <a:r>
              <a:rPr sz="1800" spc="195" dirty="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user</a:t>
            </a:r>
            <a:r>
              <a:rPr sz="1800" spc="75" dirty="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can</a:t>
            </a:r>
            <a:r>
              <a:rPr sz="1800" spc="175" dirty="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read</a:t>
            </a:r>
            <a:r>
              <a:rPr sz="1800" spc="204" dirty="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(r</a:t>
            </a:r>
            <a:r>
              <a:rPr sz="1800" dirty="0" smtClean="0">
                <a:solidFill>
                  <a:schemeClr val="tx1"/>
                </a:solidFill>
                <a:latin typeface="Times New Roman" panose="02020603050405020304" pitchFamily="18" charset="0"/>
                <a:cs typeface="Times New Roman" panose="02020603050405020304" pitchFamily="18" charset="0"/>
              </a:rPr>
              <a:t>),</a:t>
            </a:r>
            <a:r>
              <a:rPr lang="en-US" sz="1800" dirty="0" smtClean="0">
                <a:solidFill>
                  <a:schemeClr val="tx1"/>
                </a:solidFill>
                <a:latin typeface="Times New Roman" panose="02020603050405020304" pitchFamily="18" charset="0"/>
                <a:cs typeface="Times New Roman" panose="02020603050405020304" pitchFamily="18" charset="0"/>
              </a:rPr>
              <a:t> </a:t>
            </a:r>
            <a:r>
              <a:rPr sz="1800" dirty="0" smtClean="0">
                <a:solidFill>
                  <a:schemeClr val="tx1"/>
                </a:solidFill>
                <a:latin typeface="Times New Roman" panose="02020603050405020304" pitchFamily="18" charset="0"/>
                <a:cs typeface="Times New Roman" panose="02020603050405020304" pitchFamily="18" charset="0"/>
              </a:rPr>
              <a:t>write</a:t>
            </a:r>
            <a:r>
              <a:rPr sz="1800" spc="260" dirty="0" smtClean="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(w</a:t>
            </a:r>
            <a:r>
              <a:rPr sz="1800" dirty="0" smtClean="0">
                <a:solidFill>
                  <a:schemeClr val="tx1"/>
                </a:solidFill>
                <a:latin typeface="Times New Roman" panose="02020603050405020304" pitchFamily="18" charset="0"/>
                <a:cs typeface="Times New Roman" panose="02020603050405020304" pitchFamily="18" charset="0"/>
              </a:rPr>
              <a:t>)</a:t>
            </a:r>
            <a:r>
              <a:rPr lang="en-US" sz="1800" dirty="0" smtClean="0">
                <a:solidFill>
                  <a:schemeClr val="tx1"/>
                </a:solidFill>
                <a:latin typeface="Times New Roman" panose="02020603050405020304" pitchFamily="18" charset="0"/>
                <a:cs typeface="Times New Roman" panose="02020603050405020304" pitchFamily="18" charset="0"/>
              </a:rPr>
              <a:t> </a:t>
            </a:r>
            <a:r>
              <a:rPr sz="1800" dirty="0" smtClean="0">
                <a:solidFill>
                  <a:schemeClr val="tx1"/>
                </a:solidFill>
                <a:latin typeface="Times New Roman" panose="02020603050405020304" pitchFamily="18" charset="0"/>
                <a:cs typeface="Times New Roman" panose="02020603050405020304" pitchFamily="18" charset="0"/>
              </a:rPr>
              <a:t>and</a:t>
            </a:r>
            <a:r>
              <a:rPr sz="1800" spc="170" dirty="0" smtClean="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execute</a:t>
            </a:r>
            <a:r>
              <a:rPr sz="1800" spc="200" dirty="0">
                <a:solidFill>
                  <a:schemeClr val="tx1"/>
                </a:solidFill>
                <a:latin typeface="Times New Roman" panose="02020603050405020304" pitchFamily="18" charset="0"/>
                <a:cs typeface="Times New Roman" panose="02020603050405020304" pitchFamily="18" charset="0"/>
              </a:rPr>
              <a:t> </a:t>
            </a:r>
            <a:r>
              <a:rPr sz="1800" spc="-10" dirty="0">
                <a:solidFill>
                  <a:schemeClr val="tx1"/>
                </a:solidFill>
                <a:latin typeface="Times New Roman" panose="02020603050405020304" pitchFamily="18" charset="0"/>
                <a:cs typeface="Times New Roman" panose="02020603050405020304" pitchFamily="18" charset="0"/>
              </a:rPr>
              <a:t>(x)</a:t>
            </a:r>
            <a:r>
              <a:rPr sz="1800" spc="155" dirty="0">
                <a:solidFill>
                  <a:schemeClr val="tx1"/>
                </a:solidFill>
                <a:latin typeface="Times New Roman" panose="02020603050405020304" pitchFamily="18" charset="0"/>
                <a:cs typeface="Times New Roman" panose="02020603050405020304" pitchFamily="18" charset="0"/>
              </a:rPr>
              <a:t> </a:t>
            </a:r>
            <a:r>
              <a:rPr sz="1800" spc="-25" dirty="0" smtClean="0">
                <a:solidFill>
                  <a:schemeClr val="tx1"/>
                </a:solidFill>
                <a:latin typeface="Times New Roman" panose="02020603050405020304" pitchFamily="18" charset="0"/>
                <a:cs typeface="Times New Roman" panose="02020603050405020304" pitchFamily="18" charset="0"/>
              </a:rPr>
              <a:t>it</a:t>
            </a:r>
            <a:r>
              <a:rPr lang="en-US" sz="1800" spc="-25" dirty="0" smtClean="0">
                <a:solidFill>
                  <a:schemeClr val="tx1"/>
                </a:solidFill>
                <a:latin typeface="Times New Roman" panose="02020603050405020304" pitchFamily="18" charset="0"/>
                <a:cs typeface="Times New Roman" panose="02020603050405020304" pitchFamily="18" charset="0"/>
              </a:rPr>
              <a:t/>
            </a:r>
            <a:br>
              <a:rPr lang="en-US" sz="1800" spc="-25" dirty="0" smtClean="0">
                <a:solidFill>
                  <a:schemeClr val="tx1"/>
                </a:solidFill>
                <a:latin typeface="Times New Roman" panose="02020603050405020304" pitchFamily="18" charset="0"/>
                <a:cs typeface="Times New Roman" panose="02020603050405020304" pitchFamily="18" charset="0"/>
              </a:rPr>
            </a:br>
            <a:r>
              <a:rPr lang="en-US" sz="1800" spc="-25" dirty="0" smtClean="0">
                <a:solidFill>
                  <a:schemeClr val="tx1"/>
                </a:solidFill>
                <a:latin typeface="Times New Roman" panose="02020603050405020304" pitchFamily="18" charset="0"/>
                <a:cs typeface="Times New Roman" panose="02020603050405020304" pitchFamily="18" charset="0"/>
              </a:rPr>
              <a:t/>
            </a:r>
            <a:br>
              <a:rPr lang="en-US" sz="1800" spc="-25" dirty="0" smtClean="0">
                <a:solidFill>
                  <a:schemeClr val="tx1"/>
                </a:solidFill>
                <a:latin typeface="Times New Roman" panose="02020603050405020304" pitchFamily="18" charset="0"/>
                <a:cs typeface="Times New Roman" panose="02020603050405020304" pitchFamily="18" charset="0"/>
              </a:rPr>
            </a:br>
            <a:r>
              <a:rPr sz="1800" dirty="0" smtClean="0">
                <a:solidFill>
                  <a:schemeClr val="tx1"/>
                </a:solidFill>
                <a:latin typeface="Times New Roman" panose="02020603050405020304" pitchFamily="18" charset="0"/>
                <a:cs typeface="Times New Roman" panose="02020603050405020304" pitchFamily="18" charset="0"/>
              </a:rPr>
              <a:t>Gr</a:t>
            </a:r>
            <a:r>
              <a:rPr lang="en-US" sz="1800" dirty="0" smtClean="0">
                <a:solidFill>
                  <a:schemeClr val="tx1"/>
                </a:solidFill>
                <a:latin typeface="Times New Roman" panose="02020603050405020304" pitchFamily="18" charset="0"/>
                <a:cs typeface="Times New Roman" panose="02020603050405020304" pitchFamily="18" charset="0"/>
              </a:rPr>
              <a:t>o</a:t>
            </a:r>
            <a:r>
              <a:rPr sz="1800" dirty="0" smtClean="0">
                <a:solidFill>
                  <a:schemeClr val="tx1"/>
                </a:solidFill>
                <a:latin typeface="Times New Roman" panose="02020603050405020304" pitchFamily="18" charset="0"/>
                <a:cs typeface="Times New Roman" panose="02020603050405020304" pitchFamily="18" charset="0"/>
              </a:rPr>
              <a:t>up</a:t>
            </a:r>
            <a:r>
              <a:rPr sz="1800" spc="15" dirty="0" smtClean="0">
                <a:solidFill>
                  <a:schemeClr val="tx1"/>
                </a:solidFill>
                <a:latin typeface="Times New Roman" panose="02020603050405020304" pitchFamily="18" charset="0"/>
                <a:cs typeface="Times New Roman" panose="02020603050405020304" pitchFamily="18" charset="0"/>
              </a:rPr>
              <a:t> </a:t>
            </a:r>
            <a:r>
              <a:rPr sz="1800" spc="60" dirty="0" smtClean="0">
                <a:solidFill>
                  <a:schemeClr val="tx1"/>
                </a:solidFill>
                <a:latin typeface="Times New Roman" panose="02020603050405020304" pitchFamily="18" charset="0"/>
                <a:cs typeface="Times New Roman" panose="02020603050405020304" pitchFamily="18" charset="0"/>
              </a:rPr>
              <a:t>m</a:t>
            </a:r>
            <a:r>
              <a:rPr lang="en-US" sz="1800" spc="60" dirty="0" smtClean="0">
                <a:solidFill>
                  <a:schemeClr val="tx1"/>
                </a:solidFill>
                <a:latin typeface="Times New Roman" panose="02020603050405020304" pitchFamily="18" charset="0"/>
                <a:cs typeface="Times New Roman" panose="02020603050405020304" pitchFamily="18" charset="0"/>
              </a:rPr>
              <a:t>e</a:t>
            </a:r>
            <a:r>
              <a:rPr sz="1800" spc="60" dirty="0" smtClean="0">
                <a:solidFill>
                  <a:schemeClr val="tx1"/>
                </a:solidFill>
                <a:latin typeface="Times New Roman" panose="02020603050405020304" pitchFamily="18" charset="0"/>
                <a:cs typeface="Times New Roman" panose="02020603050405020304" pitchFamily="18" charset="0"/>
              </a:rPr>
              <a:t>mb</a:t>
            </a:r>
            <a:r>
              <a:rPr lang="en-US" sz="1800" spc="60" dirty="0" smtClean="0">
                <a:solidFill>
                  <a:schemeClr val="tx1"/>
                </a:solidFill>
                <a:latin typeface="Times New Roman" panose="02020603050405020304" pitchFamily="18" charset="0"/>
                <a:cs typeface="Times New Roman" panose="02020603050405020304" pitchFamily="18" charset="0"/>
              </a:rPr>
              <a:t>er</a:t>
            </a:r>
            <a:r>
              <a:rPr sz="1800" spc="60" dirty="0" smtClean="0">
                <a:solidFill>
                  <a:schemeClr val="tx1"/>
                </a:solidFill>
                <a:latin typeface="Times New Roman" panose="02020603050405020304" pitchFamily="18" charset="0"/>
                <a:cs typeface="Times New Roman" panose="02020603050405020304" pitchFamily="18" charset="0"/>
              </a:rPr>
              <a:t>s</a:t>
            </a:r>
            <a:r>
              <a:rPr sz="1800" spc="80" dirty="0" smtClean="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can</a:t>
            </a:r>
            <a:r>
              <a:rPr sz="1800" spc="-10" dirty="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only</a:t>
            </a:r>
            <a:r>
              <a:rPr sz="1800" spc="-25" dirty="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read</a:t>
            </a:r>
            <a:r>
              <a:rPr sz="1800" spc="60" dirty="0">
                <a:solidFill>
                  <a:schemeClr val="tx1"/>
                </a:solidFill>
                <a:latin typeface="Times New Roman" panose="02020603050405020304" pitchFamily="18" charset="0"/>
                <a:cs typeface="Times New Roman" panose="02020603050405020304" pitchFamily="18" charset="0"/>
              </a:rPr>
              <a:t> </a:t>
            </a:r>
            <a:r>
              <a:rPr sz="1800" spc="-20" dirty="0" smtClean="0">
                <a:solidFill>
                  <a:schemeClr val="tx1"/>
                </a:solidFill>
                <a:latin typeface="Times New Roman" panose="02020603050405020304" pitchFamily="18" charset="0"/>
                <a:cs typeface="Times New Roman" panose="02020603050405020304" pitchFamily="18" charset="0"/>
              </a:rPr>
              <a:t>(</a:t>
            </a:r>
            <a:r>
              <a:rPr lang="en-US" sz="1800" spc="-20" dirty="0" smtClean="0">
                <a:solidFill>
                  <a:schemeClr val="tx1"/>
                </a:solidFill>
                <a:latin typeface="Times New Roman" panose="02020603050405020304" pitchFamily="18" charset="0"/>
                <a:cs typeface="Times New Roman" panose="02020603050405020304" pitchFamily="18" charset="0"/>
              </a:rPr>
              <a:t>r</a:t>
            </a:r>
            <a:r>
              <a:rPr sz="1800" spc="-20" dirty="0" smtClean="0">
                <a:solidFill>
                  <a:schemeClr val="tx1"/>
                </a:solidFill>
                <a:latin typeface="Times New Roman" panose="02020603050405020304" pitchFamily="18" charset="0"/>
                <a:cs typeface="Times New Roman" panose="02020603050405020304" pitchFamily="18" charset="0"/>
              </a:rPr>
              <a:t>)</a:t>
            </a:r>
            <a:r>
              <a:rPr sz="1800" dirty="0" smtClean="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and</a:t>
            </a:r>
            <a:r>
              <a:rPr sz="1800" spc="-5" dirty="0">
                <a:solidFill>
                  <a:schemeClr val="tx1"/>
                </a:solidFill>
                <a:latin typeface="Times New Roman" panose="02020603050405020304" pitchFamily="18" charset="0"/>
                <a:cs typeface="Times New Roman" panose="02020603050405020304" pitchFamily="18" charset="0"/>
              </a:rPr>
              <a:t> </a:t>
            </a:r>
            <a:r>
              <a:rPr sz="1800" dirty="0">
                <a:solidFill>
                  <a:schemeClr val="tx1"/>
                </a:solidFill>
                <a:latin typeface="Times New Roman" panose="02020603050405020304" pitchFamily="18" charset="0"/>
                <a:cs typeface="Times New Roman" panose="02020603050405020304" pitchFamily="18" charset="0"/>
              </a:rPr>
              <a:t>execute</a:t>
            </a:r>
            <a:r>
              <a:rPr sz="1800" spc="60" dirty="0">
                <a:solidFill>
                  <a:schemeClr val="tx1"/>
                </a:solidFill>
                <a:latin typeface="Times New Roman" panose="02020603050405020304" pitchFamily="18" charset="0"/>
                <a:cs typeface="Times New Roman" panose="02020603050405020304" pitchFamily="18" charset="0"/>
              </a:rPr>
              <a:t> </a:t>
            </a:r>
            <a:r>
              <a:rPr sz="1800" spc="-70" dirty="0">
                <a:solidFill>
                  <a:schemeClr val="tx1"/>
                </a:solidFill>
                <a:latin typeface="Times New Roman" panose="02020603050405020304" pitchFamily="18" charset="0"/>
                <a:cs typeface="Times New Roman" panose="02020603050405020304" pitchFamily="18" charset="0"/>
              </a:rPr>
              <a:t>(x)</a:t>
            </a:r>
            <a:r>
              <a:rPr sz="1800" spc="15" dirty="0">
                <a:solidFill>
                  <a:schemeClr val="tx1"/>
                </a:solidFill>
                <a:latin typeface="Times New Roman" panose="02020603050405020304" pitchFamily="18" charset="0"/>
                <a:cs typeface="Times New Roman" panose="02020603050405020304" pitchFamily="18" charset="0"/>
              </a:rPr>
              <a:t> </a:t>
            </a:r>
            <a:r>
              <a:rPr sz="1800" spc="-25" dirty="0" smtClean="0">
                <a:solidFill>
                  <a:schemeClr val="tx1"/>
                </a:solidFill>
                <a:latin typeface="Times New Roman" panose="02020603050405020304" pitchFamily="18" charset="0"/>
                <a:cs typeface="Times New Roman" panose="02020603050405020304" pitchFamily="18" charset="0"/>
              </a:rPr>
              <a:t>and</a:t>
            </a:r>
            <a:r>
              <a:rPr lang="en-US" sz="1800" spc="-25" dirty="0" smtClean="0">
                <a:solidFill>
                  <a:schemeClr val="tx1"/>
                </a:solidFill>
                <a:latin typeface="Times New Roman" panose="02020603050405020304" pitchFamily="18" charset="0"/>
                <a:cs typeface="Times New Roman" panose="02020603050405020304" pitchFamily="18" charset="0"/>
              </a:rPr>
              <a:t/>
            </a:r>
            <a:br>
              <a:rPr lang="en-US" sz="1800" spc="-25" dirty="0" smtClean="0">
                <a:solidFill>
                  <a:schemeClr val="tx1"/>
                </a:solidFill>
                <a:latin typeface="Times New Roman" panose="02020603050405020304" pitchFamily="18" charset="0"/>
                <a:cs typeface="Times New Roman" panose="02020603050405020304" pitchFamily="18" charset="0"/>
              </a:rPr>
            </a:br>
            <a:r>
              <a:rPr lang="en-US" sz="1800" dirty="0" smtClean="0">
                <a:solidFill>
                  <a:schemeClr val="tx1"/>
                </a:solidFill>
                <a:latin typeface="Times New Roman" panose="02020603050405020304" pitchFamily="18" charset="0"/>
                <a:cs typeface="Times New Roman" panose="02020603050405020304" pitchFamily="18" charset="0"/>
              </a:rPr>
              <a:t>Others</a:t>
            </a:r>
            <a:r>
              <a:rPr lang="en-US" sz="1800" spc="100" dirty="0" smtClean="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can</a:t>
            </a:r>
            <a:r>
              <a:rPr lang="en-US" sz="1800" spc="140" dirty="0" smtClean="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only</a:t>
            </a:r>
            <a:r>
              <a:rPr lang="en-US" sz="1800" spc="105" dirty="0" smtClean="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read</a:t>
            </a:r>
            <a:r>
              <a:rPr lang="en-US" sz="1800" spc="215" dirty="0" smtClean="0">
                <a:solidFill>
                  <a:schemeClr val="tx1"/>
                </a:solidFill>
                <a:latin typeface="Times New Roman" panose="02020603050405020304" pitchFamily="18" charset="0"/>
                <a:cs typeface="Times New Roman" panose="02020603050405020304" pitchFamily="18" charset="0"/>
              </a:rPr>
              <a:t> </a:t>
            </a:r>
            <a:r>
              <a:rPr lang="en-US" sz="1800" spc="-40" dirty="0" smtClean="0">
                <a:solidFill>
                  <a:schemeClr val="tx1"/>
                </a:solidFill>
                <a:latin typeface="Times New Roman" panose="02020603050405020304" pitchFamily="18" charset="0"/>
                <a:cs typeface="Times New Roman" panose="02020603050405020304" pitchFamily="18" charset="0"/>
              </a:rPr>
              <a:t>(r)</a:t>
            </a:r>
            <a:r>
              <a:rPr lang="en-US" sz="1800" spc="95"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its</a:t>
            </a:r>
            <a:r>
              <a:rPr lang="en-US" sz="1800" spc="80" dirty="0">
                <a:solidFill>
                  <a:schemeClr val="tx1"/>
                </a:solidFill>
                <a:latin typeface="Times New Roman" panose="02020603050405020304" pitchFamily="18" charset="0"/>
                <a:cs typeface="Times New Roman" panose="02020603050405020304" pitchFamily="18" charset="0"/>
              </a:rPr>
              <a:t> </a:t>
            </a:r>
            <a:r>
              <a:rPr lang="en-US" sz="1800" spc="50" dirty="0">
                <a:solidFill>
                  <a:schemeClr val="tx1"/>
                </a:solidFill>
                <a:latin typeface="Times New Roman" panose="02020603050405020304" pitchFamily="18" charset="0"/>
                <a:cs typeface="Times New Roman" panose="02020603050405020304" pitchFamily="18" charset="0"/>
              </a:rPr>
              <a:t>content</a:t>
            </a:r>
            <a:r>
              <a:rPr lang="en-US" sz="1800" spc="50" dirty="0" smtClean="0">
                <a:solidFill>
                  <a:schemeClr val="tx1"/>
                </a:solidFill>
                <a:latin typeface="Times New Roman" panose="02020603050405020304" pitchFamily="18" charset="0"/>
                <a:cs typeface="Times New Roman" panose="02020603050405020304" pitchFamily="18" charset="0"/>
              </a:rPr>
              <a:t>...</a:t>
            </a:r>
            <a:br>
              <a:rPr lang="en-US" sz="1800" spc="50" dirty="0" smtClean="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spc="70" dirty="0">
                <a:solidFill>
                  <a:schemeClr val="tx1"/>
                </a:solidFill>
                <a:latin typeface="Times New Roman" panose="02020603050405020304" pitchFamily="18" charset="0"/>
                <a:cs typeface="Times New Roman" panose="02020603050405020304" pitchFamily="18" charset="0"/>
              </a:rPr>
              <a:t>The</a:t>
            </a:r>
            <a:r>
              <a:rPr lang="en-US" sz="1800" spc="50" dirty="0">
                <a:solidFill>
                  <a:schemeClr val="tx1"/>
                </a:solidFill>
                <a:latin typeface="Times New Roman" panose="02020603050405020304" pitchFamily="18" charset="0"/>
                <a:cs typeface="Times New Roman" panose="02020603050405020304" pitchFamily="18" charset="0"/>
              </a:rPr>
              <a:t> </a:t>
            </a:r>
            <a:r>
              <a:rPr lang="en-US" sz="1800" spc="-65" dirty="0" smtClean="0">
                <a:solidFill>
                  <a:schemeClr val="tx1"/>
                </a:solidFill>
                <a:latin typeface="Times New Roman" panose="02020603050405020304" pitchFamily="18" charset="0"/>
                <a:cs typeface="Times New Roman" panose="02020603050405020304" pitchFamily="18" charset="0"/>
              </a:rPr>
              <a:t>same</a:t>
            </a:r>
            <a:r>
              <a:rPr lang="en-US" sz="1800" spc="-15"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command</a:t>
            </a:r>
            <a:r>
              <a:rPr lang="en-US" sz="1800" spc="140" dirty="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above</a:t>
            </a:r>
            <a:r>
              <a:rPr lang="en-US" sz="1800" spc="135" dirty="0" smtClean="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can</a:t>
            </a:r>
            <a:r>
              <a:rPr lang="en-US" sz="1800" spc="95"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be</a:t>
            </a:r>
            <a:r>
              <a:rPr lang="en-US" sz="1800" spc="75" dirty="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written</a:t>
            </a:r>
            <a:r>
              <a:rPr lang="en-US" sz="1800" spc="9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as</a:t>
            </a:r>
            <a:r>
              <a:rPr lang="en-US" sz="1800" spc="100" dirty="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shown</a:t>
            </a:r>
            <a:r>
              <a:rPr lang="en-US" sz="1800" spc="12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below</a:t>
            </a:r>
            <a:r>
              <a:rPr lang="en-US" sz="1800" spc="135"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using</a:t>
            </a:r>
            <a:r>
              <a:rPr lang="en-US" sz="1800" spc="40" dirty="0">
                <a:solidFill>
                  <a:schemeClr val="tx1"/>
                </a:solidFill>
                <a:latin typeface="Times New Roman" panose="02020603050405020304" pitchFamily="18" charset="0"/>
                <a:cs typeface="Times New Roman" panose="02020603050405020304" pitchFamily="18" charset="0"/>
              </a:rPr>
              <a:t> </a:t>
            </a:r>
            <a:r>
              <a:rPr lang="en-US" sz="1800" spc="-25" dirty="0" smtClean="0">
                <a:solidFill>
                  <a:schemeClr val="tx1"/>
                </a:solidFill>
                <a:latin typeface="Times New Roman" panose="02020603050405020304" pitchFamily="18" charset="0"/>
                <a:cs typeface="Times New Roman" panose="02020603050405020304" pitchFamily="18" charset="0"/>
              </a:rPr>
              <a:t>its </a:t>
            </a:r>
            <a:r>
              <a:rPr lang="en-US" sz="1800" b="1" spc="155" dirty="0" smtClean="0">
                <a:solidFill>
                  <a:srgbClr val="FF0000"/>
                </a:solidFill>
                <a:latin typeface="Times New Roman" panose="02020603050405020304" pitchFamily="18" charset="0"/>
                <a:cs typeface="Times New Roman" panose="02020603050405020304" pitchFamily="18" charset="0"/>
              </a:rPr>
              <a:t>octal</a:t>
            </a:r>
            <a:r>
              <a:rPr lang="en-US" sz="1800" spc="215" dirty="0" smtClean="0">
                <a:solidFill>
                  <a:schemeClr val="tx1"/>
                </a:solidFill>
                <a:latin typeface="Times New Roman" panose="02020603050405020304" pitchFamily="18" charset="0"/>
                <a:cs typeface="Times New Roman" panose="02020603050405020304" pitchFamily="18" charset="0"/>
              </a:rPr>
              <a:t> </a:t>
            </a:r>
            <a:r>
              <a:rPr lang="en-US" sz="1800" spc="150" dirty="0" smtClean="0">
                <a:solidFill>
                  <a:schemeClr val="tx1"/>
                </a:solidFill>
                <a:latin typeface="Times New Roman" panose="02020603050405020304" pitchFamily="18" charset="0"/>
                <a:cs typeface="Times New Roman" panose="02020603050405020304" pitchFamily="18" charset="0"/>
              </a:rPr>
              <a:t>permission</a:t>
            </a:r>
            <a:r>
              <a:rPr lang="en-US" sz="1800" spc="215" dirty="0" smtClean="0">
                <a:solidFill>
                  <a:schemeClr val="tx1"/>
                </a:solidFill>
                <a:latin typeface="Times New Roman" panose="02020603050405020304" pitchFamily="18" charset="0"/>
                <a:cs typeface="Times New Roman" panose="02020603050405020304" pitchFamily="18" charset="0"/>
              </a:rPr>
              <a:t> </a:t>
            </a:r>
            <a:r>
              <a:rPr lang="en-US" sz="1800" spc="210" dirty="0" smtClean="0">
                <a:solidFill>
                  <a:schemeClr val="tx1"/>
                </a:solidFill>
                <a:latin typeface="Times New Roman" panose="02020603050405020304" pitchFamily="18" charset="0"/>
                <a:cs typeface="Times New Roman" panose="02020603050405020304" pitchFamily="18" charset="0"/>
              </a:rPr>
              <a:t>notation</a:t>
            </a:r>
            <a:br>
              <a:rPr lang="en-US" sz="1800" spc="210" dirty="0" smtClean="0">
                <a:solidFill>
                  <a:schemeClr val="tx1"/>
                </a:solidFill>
                <a:latin typeface="Times New Roman" panose="02020603050405020304" pitchFamily="18" charset="0"/>
                <a:cs typeface="Times New Roman" panose="02020603050405020304" pitchFamily="18" charset="0"/>
              </a:rPr>
            </a:br>
            <a:r>
              <a:rPr lang="en-US" sz="1800" spc="210" dirty="0" smtClean="0">
                <a:solidFill>
                  <a:schemeClr val="tx1"/>
                </a:solidFill>
                <a:latin typeface="Times New Roman" panose="02020603050405020304" pitchFamily="18" charset="0"/>
                <a:cs typeface="Times New Roman" panose="02020603050405020304" pitchFamily="18" charset="0"/>
              </a:rPr>
              <a:t/>
            </a:r>
            <a:br>
              <a:rPr lang="en-US" sz="1800" spc="210" dirty="0" smtClean="0">
                <a:solidFill>
                  <a:schemeClr val="tx1"/>
                </a:solidFill>
                <a:latin typeface="Times New Roman" panose="02020603050405020304" pitchFamily="18" charset="0"/>
                <a:cs typeface="Times New Roman" panose="02020603050405020304" pitchFamily="18" charset="0"/>
              </a:rPr>
            </a:br>
            <a:r>
              <a:rPr lang="en-US" sz="1800" b="1" i="1" dirty="0" err="1" smtClean="0">
                <a:solidFill>
                  <a:srgbClr val="FF0000"/>
                </a:solidFill>
                <a:latin typeface="Times New Roman" panose="02020603050405020304" pitchFamily="18" charset="0"/>
                <a:cs typeface="Times New Roman" panose="02020603050405020304" pitchFamily="18" charset="0"/>
              </a:rPr>
              <a:t>chmod</a:t>
            </a:r>
            <a:r>
              <a:rPr lang="en-US" sz="1800" b="1" i="1" dirty="0" smtClean="0">
                <a:solidFill>
                  <a:srgbClr val="FF0000"/>
                </a:solidFill>
                <a:latin typeface="Times New Roman" panose="02020603050405020304" pitchFamily="18" charset="0"/>
                <a:cs typeface="Times New Roman" panose="02020603050405020304" pitchFamily="18" charset="0"/>
              </a:rPr>
              <a:t> </a:t>
            </a:r>
            <a:r>
              <a:rPr lang="en-US" sz="1800" b="1" i="1" dirty="0">
                <a:solidFill>
                  <a:srgbClr val="FF0000"/>
                </a:solidFill>
                <a:latin typeface="Times New Roman" panose="02020603050405020304" pitchFamily="18" charset="0"/>
                <a:cs typeface="Times New Roman" panose="02020603050405020304" pitchFamily="18" charset="0"/>
              </a:rPr>
              <a:t>754 confidential </a:t>
            </a:r>
            <a:r>
              <a:rPr lang="en-US" sz="1800" b="1" dirty="0">
                <a:solidFill>
                  <a:srgbClr val="FF0000"/>
                </a:solidFill>
                <a:latin typeface="Times New Roman" panose="02020603050405020304" pitchFamily="18" charset="0"/>
                <a:cs typeface="Times New Roman" panose="02020603050405020304" pitchFamily="18" charset="0"/>
              </a:rPr>
              <a:t/>
            </a:r>
            <a:br>
              <a:rPr lang="en-US" sz="1800" b="1" dirty="0">
                <a:solidFill>
                  <a:srgbClr val="FF0000"/>
                </a:solidFill>
                <a:latin typeface="Times New Roman" panose="02020603050405020304" pitchFamily="18" charset="0"/>
                <a:cs typeface="Times New Roman" panose="02020603050405020304" pitchFamily="18" charset="0"/>
              </a:rPr>
            </a:br>
            <a:endParaRPr sz="1800"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1358900" y="144660"/>
            <a:ext cx="2939587" cy="461665"/>
          </a:xfrm>
          <a:prstGeom prst="rect">
            <a:avLst/>
          </a:prstGeom>
        </p:spPr>
        <p:txBody>
          <a:bodyPr wrap="none">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2400" b="1" i="0" u="none" strike="noStrike" kern="0" cap="none" spc="0" normalizeH="0" baseline="0" noProof="0" dirty="0" smtClean="0">
                <a:ln>
                  <a:noFill/>
                </a:ln>
                <a:solidFill>
                  <a:srgbClr val="FF0000"/>
                </a:solidFill>
                <a:effectLst/>
                <a:uLnTx/>
                <a:uFillTx/>
                <a:latin typeface="Times New Roman" panose="02020603050405020304" pitchFamily="18" charset="0"/>
                <a:cs typeface="Times New Roman" panose="02020603050405020304" pitchFamily="18" charset="0"/>
              </a:rPr>
              <a:t>Permission</a:t>
            </a:r>
            <a:r>
              <a:rPr kumimoji="0" lang="en-US" sz="2400" b="1" i="0" u="none" strike="noStrike" kern="0" cap="none" spc="320" normalizeH="0" baseline="0" noProof="0" dirty="0" smtClean="0">
                <a:ln>
                  <a:noFill/>
                </a:ln>
                <a:solidFill>
                  <a:srgbClr val="FF0000"/>
                </a:solidFill>
                <a:effectLst/>
                <a:uLnTx/>
                <a:uFillTx/>
                <a:latin typeface="Times New Roman" panose="02020603050405020304" pitchFamily="18" charset="0"/>
                <a:cs typeface="Times New Roman" panose="02020603050405020304" pitchFamily="18" charset="0"/>
              </a:rPr>
              <a:t> </a:t>
            </a:r>
            <a:r>
              <a:rPr kumimoji="0" lang="en-US" sz="2400" b="1" i="0" u="none" strike="noStrike" kern="0" cap="none" spc="0" normalizeH="0" baseline="0" noProof="0" dirty="0" smtClean="0">
                <a:ln>
                  <a:noFill/>
                </a:ln>
                <a:solidFill>
                  <a:srgbClr val="FF0000"/>
                </a:solidFill>
                <a:effectLst/>
                <a:uLnTx/>
                <a:uFillTx/>
                <a:latin typeface="Times New Roman" panose="02020603050405020304" pitchFamily="18" charset="0"/>
                <a:cs typeface="Times New Roman" panose="02020603050405020304" pitchFamily="18" charset="0"/>
              </a:rPr>
              <a:t>Types …</a:t>
            </a:r>
            <a:endParaRPr kumimoji="0" lang="en-US" sz="24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16" name="Date Placeholder 15"/>
          <p:cNvSpPr>
            <a:spLocks noGrp="1"/>
          </p:cNvSpPr>
          <p:nvPr>
            <p:ph type="dt" sz="half" idx="6"/>
          </p:nvPr>
        </p:nvSpPr>
        <p:spPr/>
        <p:txBody>
          <a:bodyPr/>
          <a:lstStyle/>
          <a:p>
            <a:fld id="{F1C171F1-54DA-40CA-B11E-051FA8E3EAEC}"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215900" y="525987"/>
            <a:ext cx="5465445" cy="3555460"/>
          </a:xfrm>
          <a:prstGeom prst="rect">
            <a:avLst/>
          </a:prstGeom>
        </p:spPr>
        <p:txBody>
          <a:bodyPr vert="horz" wrap="square" lIns="0" tIns="147955" rIns="0" bIns="0" rtlCol="0">
            <a:spAutoFit/>
          </a:bodyPr>
          <a:lstStyle/>
          <a:p>
            <a:pPr marL="23495">
              <a:lnSpc>
                <a:spcPct val="100000"/>
              </a:lnSpc>
              <a:spcBef>
                <a:spcPts val="1065"/>
              </a:spcBef>
            </a:pPr>
            <a:r>
              <a:rPr lang="en-US" sz="1550" b="1" spc="-140" dirty="0" smtClean="0">
                <a:solidFill>
                  <a:schemeClr val="tx1"/>
                </a:solidFill>
                <a:latin typeface="Cambria"/>
                <a:cs typeface="Cambria"/>
              </a:rPr>
              <a:t>About</a:t>
            </a:r>
            <a:r>
              <a:rPr lang="en-US" sz="1550" b="1" spc="-140" dirty="0" smtClean="0">
                <a:solidFill>
                  <a:srgbClr val="FF0000"/>
                </a:solidFill>
                <a:latin typeface="Cambria"/>
                <a:cs typeface="Cambria"/>
              </a:rPr>
              <a:t> </a:t>
            </a:r>
            <a:r>
              <a:rPr sz="1550" b="1" spc="-40" dirty="0" err="1" smtClean="0">
                <a:solidFill>
                  <a:srgbClr val="FF0000"/>
                </a:solidFill>
                <a:latin typeface="Cambria"/>
                <a:cs typeface="Cambria"/>
              </a:rPr>
              <a:t>chm</a:t>
            </a:r>
            <a:r>
              <a:rPr lang="en-US" sz="1550" b="1" spc="-40" dirty="0" err="1" smtClean="0">
                <a:solidFill>
                  <a:srgbClr val="FF0000"/>
                </a:solidFill>
                <a:latin typeface="Cambria"/>
                <a:cs typeface="Cambria"/>
              </a:rPr>
              <a:t>o</a:t>
            </a:r>
            <a:r>
              <a:rPr sz="1550" b="1" spc="-40" dirty="0" err="1" smtClean="0">
                <a:solidFill>
                  <a:srgbClr val="FF0000"/>
                </a:solidFill>
                <a:latin typeface="Cambria"/>
                <a:cs typeface="Cambria"/>
              </a:rPr>
              <a:t>d</a:t>
            </a:r>
            <a:r>
              <a:rPr sz="1550" b="1" spc="75" dirty="0" smtClean="0">
                <a:solidFill>
                  <a:srgbClr val="FF0000"/>
                </a:solidFill>
                <a:latin typeface="Cambria"/>
                <a:cs typeface="Cambria"/>
              </a:rPr>
              <a:t> </a:t>
            </a:r>
            <a:r>
              <a:rPr sz="1550" b="1" spc="-10" dirty="0" smtClean="0">
                <a:solidFill>
                  <a:schemeClr val="tx1"/>
                </a:solidFill>
                <a:latin typeface="Cambria"/>
                <a:cs typeface="Cambria"/>
              </a:rPr>
              <a:t>comman</a:t>
            </a:r>
            <a:r>
              <a:rPr lang="en-US" sz="1550" b="1" spc="-10" dirty="0" smtClean="0">
                <a:solidFill>
                  <a:schemeClr val="tx1"/>
                </a:solidFill>
                <a:latin typeface="Cambria"/>
                <a:cs typeface="Cambria"/>
              </a:rPr>
              <a:t>d</a:t>
            </a:r>
            <a:r>
              <a:rPr sz="1550" b="1" spc="-10" dirty="0" smtClean="0">
                <a:solidFill>
                  <a:schemeClr val="tx1"/>
                </a:solidFill>
                <a:latin typeface="Cambria"/>
                <a:cs typeface="Cambria"/>
              </a:rPr>
              <a:t>:</a:t>
            </a:r>
            <a:endParaRPr sz="1550" b="1" dirty="0">
              <a:solidFill>
                <a:schemeClr val="tx1"/>
              </a:solidFill>
              <a:latin typeface="Cambria"/>
              <a:cs typeface="Cambria"/>
            </a:endParaRPr>
          </a:p>
          <a:p>
            <a:pPr marL="12700">
              <a:lnSpc>
                <a:spcPct val="100000"/>
              </a:lnSpc>
              <a:spcBef>
                <a:spcPts val="790"/>
              </a:spcBef>
            </a:pPr>
            <a:r>
              <a:rPr sz="1750" spc="-85" dirty="0">
                <a:latin typeface="Times New Roman"/>
                <a:cs typeface="Times New Roman"/>
              </a:rPr>
              <a:t>The</a:t>
            </a:r>
            <a:r>
              <a:rPr sz="1750" spc="-75" dirty="0">
                <a:latin typeface="Times New Roman"/>
                <a:cs typeface="Times New Roman"/>
              </a:rPr>
              <a:t> </a:t>
            </a:r>
            <a:r>
              <a:rPr sz="1750" spc="-105" dirty="0">
                <a:latin typeface="Times New Roman"/>
                <a:cs typeface="Times New Roman"/>
              </a:rPr>
              <a:t>same</a:t>
            </a:r>
            <a:r>
              <a:rPr sz="1750" spc="-10" dirty="0">
                <a:latin typeface="Times New Roman"/>
                <a:cs typeface="Times New Roman"/>
              </a:rPr>
              <a:t> </a:t>
            </a:r>
            <a:r>
              <a:rPr sz="1750" spc="-100" dirty="0">
                <a:latin typeface="Times New Roman"/>
                <a:cs typeface="Times New Roman"/>
              </a:rPr>
              <a:t>command</a:t>
            </a:r>
            <a:r>
              <a:rPr sz="1750" spc="-10" dirty="0">
                <a:latin typeface="Times New Roman"/>
                <a:cs typeface="Times New Roman"/>
              </a:rPr>
              <a:t> </a:t>
            </a:r>
            <a:r>
              <a:rPr lang="en-US" sz="1750" spc="-85" dirty="0" smtClean="0">
                <a:latin typeface="Times New Roman"/>
                <a:cs typeface="Times New Roman"/>
              </a:rPr>
              <a:t>on previous slide </a:t>
            </a:r>
            <a:r>
              <a:rPr sz="1750" spc="-40" dirty="0" smtClean="0">
                <a:solidFill>
                  <a:srgbClr val="080808"/>
                </a:solidFill>
                <a:latin typeface="Times New Roman"/>
                <a:cs typeface="Times New Roman"/>
              </a:rPr>
              <a:t>can</a:t>
            </a:r>
            <a:r>
              <a:rPr sz="1750" spc="-55" dirty="0" smtClean="0">
                <a:solidFill>
                  <a:srgbClr val="080808"/>
                </a:solidFill>
                <a:latin typeface="Times New Roman"/>
                <a:cs typeface="Times New Roman"/>
              </a:rPr>
              <a:t> </a:t>
            </a:r>
            <a:r>
              <a:rPr sz="1750" spc="-114" dirty="0">
                <a:latin typeface="Times New Roman"/>
                <a:cs typeface="Times New Roman"/>
              </a:rPr>
              <a:t>be</a:t>
            </a:r>
            <a:r>
              <a:rPr sz="1750" spc="-15" dirty="0">
                <a:latin typeface="Times New Roman"/>
                <a:cs typeface="Times New Roman"/>
              </a:rPr>
              <a:t> </a:t>
            </a:r>
            <a:r>
              <a:rPr sz="1750" spc="-80" dirty="0">
                <a:latin typeface="Times New Roman"/>
                <a:cs typeface="Times New Roman"/>
              </a:rPr>
              <a:t>written</a:t>
            </a:r>
            <a:r>
              <a:rPr sz="1750" spc="5" dirty="0">
                <a:latin typeface="Times New Roman"/>
                <a:cs typeface="Times New Roman"/>
              </a:rPr>
              <a:t> </a:t>
            </a:r>
            <a:r>
              <a:rPr sz="1750" spc="-55" dirty="0">
                <a:latin typeface="Times New Roman"/>
                <a:cs typeface="Times New Roman"/>
              </a:rPr>
              <a:t>as</a:t>
            </a:r>
            <a:r>
              <a:rPr sz="1750" spc="-110" dirty="0">
                <a:latin typeface="Times New Roman"/>
                <a:cs typeface="Times New Roman"/>
              </a:rPr>
              <a:t> </a:t>
            </a:r>
            <a:r>
              <a:rPr sz="1750" spc="-60" dirty="0">
                <a:solidFill>
                  <a:srgbClr val="212121"/>
                </a:solidFill>
                <a:latin typeface="Times New Roman"/>
                <a:cs typeface="Times New Roman"/>
              </a:rPr>
              <a:t>shown</a:t>
            </a:r>
            <a:r>
              <a:rPr sz="1750" spc="65" dirty="0">
                <a:solidFill>
                  <a:srgbClr val="212121"/>
                </a:solidFill>
                <a:latin typeface="Times New Roman"/>
                <a:cs typeface="Times New Roman"/>
              </a:rPr>
              <a:t> </a:t>
            </a:r>
            <a:r>
              <a:rPr sz="1750" spc="-95" dirty="0">
                <a:latin typeface="Times New Roman"/>
                <a:cs typeface="Times New Roman"/>
              </a:rPr>
              <a:t>below</a:t>
            </a:r>
            <a:r>
              <a:rPr sz="1750" spc="25" dirty="0">
                <a:latin typeface="Times New Roman"/>
                <a:cs typeface="Times New Roman"/>
              </a:rPr>
              <a:t> </a:t>
            </a:r>
            <a:r>
              <a:rPr sz="1750" spc="-70" dirty="0">
                <a:latin typeface="Times New Roman"/>
                <a:cs typeface="Times New Roman"/>
              </a:rPr>
              <a:t>using</a:t>
            </a:r>
            <a:r>
              <a:rPr sz="1750" spc="-40" dirty="0">
                <a:latin typeface="Times New Roman"/>
                <a:cs typeface="Times New Roman"/>
              </a:rPr>
              <a:t> </a:t>
            </a:r>
            <a:r>
              <a:rPr sz="1750" spc="-25" dirty="0" smtClean="0">
                <a:latin typeface="Times New Roman"/>
                <a:cs typeface="Times New Roman"/>
              </a:rPr>
              <a:t>its</a:t>
            </a:r>
            <a:r>
              <a:rPr lang="en-US" sz="1750" spc="-25" dirty="0" smtClean="0">
                <a:latin typeface="Times New Roman"/>
                <a:cs typeface="Times New Roman"/>
              </a:rPr>
              <a:t> </a:t>
            </a:r>
            <a:r>
              <a:rPr sz="1700" b="1" spc="-35" dirty="0" smtClean="0">
                <a:solidFill>
                  <a:srgbClr val="FF0000"/>
                </a:solidFill>
                <a:latin typeface="Times New Roman"/>
                <a:cs typeface="Times New Roman"/>
              </a:rPr>
              <a:t>octal</a:t>
            </a:r>
            <a:r>
              <a:rPr sz="1700" spc="-75" dirty="0" smtClean="0">
                <a:latin typeface="Times New Roman"/>
                <a:cs typeface="Times New Roman"/>
              </a:rPr>
              <a:t> </a:t>
            </a:r>
            <a:r>
              <a:rPr sz="1700" spc="-55" dirty="0">
                <a:solidFill>
                  <a:srgbClr val="0A0A0A"/>
                </a:solidFill>
                <a:latin typeface="Times New Roman"/>
                <a:cs typeface="Times New Roman"/>
              </a:rPr>
              <a:t>permission</a:t>
            </a:r>
            <a:r>
              <a:rPr sz="1700" spc="15" dirty="0">
                <a:solidFill>
                  <a:srgbClr val="0A0A0A"/>
                </a:solidFill>
                <a:latin typeface="Times New Roman"/>
                <a:cs typeface="Times New Roman"/>
              </a:rPr>
              <a:t> </a:t>
            </a:r>
            <a:r>
              <a:rPr sz="1700" spc="-10" dirty="0">
                <a:latin typeface="Times New Roman"/>
                <a:cs typeface="Times New Roman"/>
              </a:rPr>
              <a:t>notation.</a:t>
            </a:r>
            <a:endParaRPr sz="1700" dirty="0">
              <a:latin typeface="Times New Roman"/>
              <a:cs typeface="Times New Roman"/>
            </a:endParaRPr>
          </a:p>
          <a:p>
            <a:pPr marL="237490">
              <a:lnSpc>
                <a:spcPct val="100000"/>
              </a:lnSpc>
              <a:spcBef>
                <a:spcPts val="760"/>
              </a:spcBef>
            </a:pPr>
            <a:r>
              <a:rPr sz="1750" spc="-60" dirty="0">
                <a:solidFill>
                  <a:srgbClr val="823423"/>
                </a:solidFill>
                <a:latin typeface="Times New Roman"/>
                <a:cs typeface="Times New Roman"/>
              </a:rPr>
              <a:t>sudo</a:t>
            </a:r>
            <a:r>
              <a:rPr sz="1750" spc="-35" dirty="0">
                <a:solidFill>
                  <a:srgbClr val="823423"/>
                </a:solidFill>
                <a:latin typeface="Times New Roman"/>
                <a:cs typeface="Times New Roman"/>
              </a:rPr>
              <a:t> </a:t>
            </a:r>
            <a:r>
              <a:rPr sz="1750" spc="-95" dirty="0">
                <a:solidFill>
                  <a:srgbClr val="7C4438"/>
                </a:solidFill>
                <a:latin typeface="Times New Roman"/>
                <a:cs typeface="Times New Roman"/>
              </a:rPr>
              <a:t>chmod</a:t>
            </a:r>
            <a:r>
              <a:rPr sz="1750" spc="10" dirty="0">
                <a:solidFill>
                  <a:srgbClr val="7C4438"/>
                </a:solidFill>
                <a:latin typeface="Times New Roman"/>
                <a:cs typeface="Times New Roman"/>
              </a:rPr>
              <a:t> </a:t>
            </a:r>
            <a:r>
              <a:rPr sz="1750" b="1" spc="-85" dirty="0">
                <a:solidFill>
                  <a:srgbClr val="FF0000"/>
                </a:solidFill>
                <a:latin typeface="Times New Roman"/>
                <a:cs typeface="Times New Roman"/>
              </a:rPr>
              <a:t>754</a:t>
            </a:r>
            <a:r>
              <a:rPr sz="1750" spc="-50" dirty="0">
                <a:solidFill>
                  <a:srgbClr val="64160C"/>
                </a:solidFill>
                <a:latin typeface="Times New Roman"/>
                <a:cs typeface="Times New Roman"/>
              </a:rPr>
              <a:t> </a:t>
            </a:r>
            <a:r>
              <a:rPr lang="en-US" sz="1750" spc="-20" dirty="0" smtClean="0">
                <a:solidFill>
                  <a:srgbClr val="83261F"/>
                </a:solidFill>
                <a:latin typeface="Times New Roman"/>
                <a:cs typeface="Times New Roman"/>
              </a:rPr>
              <a:t>c</a:t>
            </a:r>
            <a:r>
              <a:rPr sz="1750" spc="-20" dirty="0" smtClean="0">
                <a:solidFill>
                  <a:srgbClr val="83261F"/>
                </a:solidFill>
                <a:latin typeface="Times New Roman"/>
                <a:cs typeface="Times New Roman"/>
              </a:rPr>
              <a:t>onfidential</a:t>
            </a:r>
            <a:endParaRPr sz="1750" dirty="0">
              <a:latin typeface="Times New Roman"/>
              <a:cs typeface="Times New Roman"/>
            </a:endParaRPr>
          </a:p>
          <a:p>
            <a:pPr marL="66040">
              <a:lnSpc>
                <a:spcPct val="100000"/>
              </a:lnSpc>
              <a:spcBef>
                <a:spcPts val="790"/>
              </a:spcBef>
            </a:pPr>
            <a:r>
              <a:rPr lang="en-US" sz="1750" spc="-110" dirty="0" smtClean="0">
                <a:latin typeface="Times New Roman"/>
                <a:cs typeface="Times New Roman"/>
              </a:rPr>
              <a:t>T</a:t>
            </a:r>
            <a:r>
              <a:rPr sz="1750" spc="-110" dirty="0" smtClean="0">
                <a:latin typeface="Times New Roman"/>
                <a:cs typeface="Times New Roman"/>
              </a:rPr>
              <a:t>he</a:t>
            </a:r>
            <a:r>
              <a:rPr sz="1750" spc="-65" dirty="0" smtClean="0">
                <a:latin typeface="Times New Roman"/>
                <a:cs typeface="Times New Roman"/>
              </a:rPr>
              <a:t> </a:t>
            </a:r>
            <a:r>
              <a:rPr sz="1750" spc="-60" dirty="0">
                <a:latin typeface="Times New Roman"/>
                <a:cs typeface="Times New Roman"/>
              </a:rPr>
              <a:t>digit</a:t>
            </a:r>
            <a:r>
              <a:rPr sz="1750" spc="-50" dirty="0">
                <a:latin typeface="Times New Roman"/>
                <a:cs typeface="Times New Roman"/>
              </a:rPr>
              <a:t> </a:t>
            </a:r>
            <a:r>
              <a:rPr sz="1750" dirty="0">
                <a:solidFill>
                  <a:srgbClr val="282828"/>
                </a:solidFill>
                <a:latin typeface="Times New Roman"/>
                <a:cs typeface="Times New Roman"/>
              </a:rPr>
              <a:t>7</a:t>
            </a:r>
            <a:r>
              <a:rPr sz="1750" spc="-110" dirty="0">
                <a:solidFill>
                  <a:srgbClr val="282828"/>
                </a:solidFill>
                <a:latin typeface="Times New Roman"/>
                <a:cs typeface="Times New Roman"/>
              </a:rPr>
              <a:t> </a:t>
            </a:r>
            <a:r>
              <a:rPr sz="1750" spc="-55" dirty="0">
                <a:solidFill>
                  <a:srgbClr val="282828"/>
                </a:solidFill>
                <a:latin typeface="Times New Roman"/>
                <a:cs typeface="Times New Roman"/>
              </a:rPr>
              <a:t>is</a:t>
            </a:r>
            <a:r>
              <a:rPr sz="1750" spc="-90" dirty="0">
                <a:solidFill>
                  <a:srgbClr val="282828"/>
                </a:solidFill>
                <a:latin typeface="Times New Roman"/>
                <a:cs typeface="Times New Roman"/>
              </a:rPr>
              <a:t> </a:t>
            </a:r>
            <a:r>
              <a:rPr sz="1750" spc="-60" dirty="0">
                <a:latin typeface="Times New Roman"/>
                <a:cs typeface="Times New Roman"/>
              </a:rPr>
              <a:t>equal</a:t>
            </a:r>
            <a:r>
              <a:rPr sz="1750" spc="25" dirty="0">
                <a:latin typeface="Times New Roman"/>
                <a:cs typeface="Times New Roman"/>
              </a:rPr>
              <a:t> </a:t>
            </a:r>
            <a:r>
              <a:rPr lang="en-US" sz="1750" spc="25" dirty="0" smtClean="0">
                <a:latin typeface="Times New Roman"/>
                <a:cs typeface="Times New Roman"/>
              </a:rPr>
              <a:t>to </a:t>
            </a:r>
            <a:r>
              <a:rPr sz="1750" b="1" spc="-95" dirty="0" smtClean="0">
                <a:solidFill>
                  <a:srgbClr val="FF0000"/>
                </a:solidFill>
                <a:latin typeface="Times New Roman"/>
                <a:cs typeface="Times New Roman"/>
              </a:rPr>
              <a:t>read</a:t>
            </a:r>
            <a:r>
              <a:rPr sz="1750" spc="-95" dirty="0">
                <a:solidFill>
                  <a:srgbClr val="873D34"/>
                </a:solidFill>
                <a:latin typeface="Times New Roman"/>
                <a:cs typeface="Times New Roman"/>
              </a:rPr>
              <a:t>,</a:t>
            </a:r>
            <a:r>
              <a:rPr sz="1750" spc="-25" dirty="0">
                <a:solidFill>
                  <a:srgbClr val="873D34"/>
                </a:solidFill>
                <a:latin typeface="Times New Roman"/>
                <a:cs typeface="Times New Roman"/>
              </a:rPr>
              <a:t> </a:t>
            </a:r>
            <a:r>
              <a:rPr sz="1750" b="1" spc="-75" dirty="0">
                <a:solidFill>
                  <a:srgbClr val="FF0000"/>
                </a:solidFill>
                <a:latin typeface="Times New Roman"/>
                <a:cs typeface="Times New Roman"/>
              </a:rPr>
              <a:t>write</a:t>
            </a:r>
            <a:r>
              <a:rPr sz="1750" spc="20" dirty="0">
                <a:solidFill>
                  <a:srgbClr val="804B3B"/>
                </a:solidFill>
                <a:latin typeface="Times New Roman"/>
                <a:cs typeface="Times New Roman"/>
              </a:rPr>
              <a:t> </a:t>
            </a:r>
            <a:r>
              <a:rPr sz="1750" spc="-80" dirty="0">
                <a:solidFill>
                  <a:srgbClr val="0C0C0C"/>
                </a:solidFill>
                <a:latin typeface="Times New Roman"/>
                <a:cs typeface="Times New Roman"/>
              </a:rPr>
              <a:t>and</a:t>
            </a:r>
            <a:r>
              <a:rPr sz="1750" spc="45" dirty="0">
                <a:solidFill>
                  <a:srgbClr val="0C0C0C"/>
                </a:solidFill>
                <a:latin typeface="Times New Roman"/>
                <a:cs typeface="Times New Roman"/>
              </a:rPr>
              <a:t> </a:t>
            </a:r>
            <a:r>
              <a:rPr sz="1750" b="1" spc="-85" dirty="0">
                <a:solidFill>
                  <a:srgbClr val="FF0000"/>
                </a:solidFill>
                <a:latin typeface="Times New Roman"/>
                <a:cs typeface="Times New Roman"/>
              </a:rPr>
              <a:t>execute</a:t>
            </a:r>
            <a:r>
              <a:rPr sz="1750" spc="-85" dirty="0">
                <a:solidFill>
                  <a:srgbClr val="070707"/>
                </a:solidFill>
                <a:latin typeface="Times New Roman"/>
                <a:cs typeface="Times New Roman"/>
              </a:rPr>
              <a:t>.</a:t>
            </a:r>
            <a:r>
              <a:rPr sz="1750" spc="-25" dirty="0">
                <a:solidFill>
                  <a:srgbClr val="070707"/>
                </a:solidFill>
                <a:latin typeface="Times New Roman"/>
                <a:cs typeface="Times New Roman"/>
              </a:rPr>
              <a:t> </a:t>
            </a:r>
            <a:r>
              <a:rPr sz="1750" spc="-80" dirty="0">
                <a:latin typeface="Times New Roman"/>
                <a:cs typeface="Times New Roman"/>
              </a:rPr>
              <a:t>The</a:t>
            </a:r>
            <a:r>
              <a:rPr sz="1750" spc="-50" dirty="0">
                <a:latin typeface="Times New Roman"/>
                <a:cs typeface="Times New Roman"/>
              </a:rPr>
              <a:t> </a:t>
            </a:r>
            <a:r>
              <a:rPr sz="1750" spc="-70" dirty="0">
                <a:latin typeface="Times New Roman"/>
                <a:cs typeface="Times New Roman"/>
              </a:rPr>
              <a:t>digit</a:t>
            </a:r>
            <a:r>
              <a:rPr sz="1750" spc="-80" dirty="0">
                <a:latin typeface="Times New Roman"/>
                <a:cs typeface="Times New Roman"/>
              </a:rPr>
              <a:t> </a:t>
            </a:r>
            <a:r>
              <a:rPr sz="1750" dirty="0">
                <a:latin typeface="Times New Roman"/>
                <a:cs typeface="Times New Roman"/>
              </a:rPr>
              <a:t>5</a:t>
            </a:r>
            <a:r>
              <a:rPr sz="1750" spc="-100" dirty="0">
                <a:latin typeface="Times New Roman"/>
                <a:cs typeface="Times New Roman"/>
              </a:rPr>
              <a:t> </a:t>
            </a:r>
            <a:r>
              <a:rPr sz="1750" spc="-20" dirty="0">
                <a:solidFill>
                  <a:srgbClr val="3F3F3F"/>
                </a:solidFill>
                <a:latin typeface="Times New Roman"/>
                <a:cs typeface="Times New Roman"/>
              </a:rPr>
              <a:t>is</a:t>
            </a:r>
            <a:r>
              <a:rPr sz="1750" spc="-50" dirty="0">
                <a:solidFill>
                  <a:srgbClr val="3F3F3F"/>
                </a:solidFill>
                <a:latin typeface="Times New Roman"/>
                <a:cs typeface="Times New Roman"/>
              </a:rPr>
              <a:t> </a:t>
            </a:r>
            <a:r>
              <a:rPr sz="1750" spc="-10" dirty="0" smtClean="0">
                <a:latin typeface="Times New Roman"/>
                <a:cs typeface="Times New Roman"/>
              </a:rPr>
              <a:t>equal</a:t>
            </a:r>
            <a:r>
              <a:rPr lang="en-US" sz="1750" spc="-10" dirty="0" smtClean="0">
                <a:latin typeface="Times New Roman"/>
                <a:cs typeface="Times New Roman"/>
              </a:rPr>
              <a:t> to </a:t>
            </a:r>
            <a:r>
              <a:rPr lang="en-US" sz="1650" b="1" dirty="0" smtClean="0">
                <a:solidFill>
                  <a:srgbClr val="FF0000"/>
                </a:solidFill>
                <a:latin typeface="Times New Roman"/>
                <a:cs typeface="Times New Roman"/>
              </a:rPr>
              <a:t>re</a:t>
            </a:r>
            <a:r>
              <a:rPr sz="1650" b="1" dirty="0" smtClean="0">
                <a:solidFill>
                  <a:srgbClr val="FF0000"/>
                </a:solidFill>
                <a:latin typeface="Times New Roman"/>
                <a:cs typeface="Times New Roman"/>
              </a:rPr>
              <a:t>ad</a:t>
            </a:r>
            <a:r>
              <a:rPr sz="1650" b="1" spc="-100" dirty="0" smtClean="0">
                <a:solidFill>
                  <a:srgbClr val="FF0000"/>
                </a:solidFill>
                <a:latin typeface="Times New Roman"/>
                <a:cs typeface="Times New Roman"/>
              </a:rPr>
              <a:t> </a:t>
            </a:r>
            <a:r>
              <a:rPr sz="1650" spc="-20" dirty="0">
                <a:latin typeface="Times New Roman"/>
                <a:cs typeface="Times New Roman"/>
              </a:rPr>
              <a:t>and</a:t>
            </a:r>
            <a:r>
              <a:rPr sz="1650" spc="-50" dirty="0">
                <a:latin typeface="Times New Roman"/>
                <a:cs typeface="Times New Roman"/>
              </a:rPr>
              <a:t> </a:t>
            </a:r>
            <a:r>
              <a:rPr sz="1650" b="1" spc="-25" dirty="0">
                <a:solidFill>
                  <a:srgbClr val="FF0000"/>
                </a:solidFill>
                <a:latin typeface="Times New Roman"/>
                <a:cs typeface="Times New Roman"/>
              </a:rPr>
              <a:t>execute</a:t>
            </a:r>
            <a:r>
              <a:rPr sz="1650" spc="-25" dirty="0">
                <a:solidFill>
                  <a:srgbClr val="743121"/>
                </a:solidFill>
                <a:latin typeface="Times New Roman"/>
                <a:cs typeface="Times New Roman"/>
              </a:rPr>
              <a:t>,</a:t>
            </a:r>
            <a:r>
              <a:rPr sz="1650" spc="-45" dirty="0">
                <a:solidFill>
                  <a:srgbClr val="743121"/>
                </a:solidFill>
                <a:latin typeface="Times New Roman"/>
                <a:cs typeface="Times New Roman"/>
              </a:rPr>
              <a:t> </a:t>
            </a:r>
            <a:r>
              <a:rPr sz="1650" dirty="0">
                <a:latin typeface="Times New Roman"/>
                <a:cs typeface="Times New Roman"/>
              </a:rPr>
              <a:t>the</a:t>
            </a:r>
            <a:r>
              <a:rPr sz="1650" spc="-85" dirty="0">
                <a:latin typeface="Times New Roman"/>
                <a:cs typeface="Times New Roman"/>
              </a:rPr>
              <a:t> </a:t>
            </a:r>
            <a:r>
              <a:rPr sz="1650" spc="-35" dirty="0">
                <a:latin typeface="Times New Roman"/>
                <a:cs typeface="Times New Roman"/>
              </a:rPr>
              <a:t>digit</a:t>
            </a:r>
            <a:r>
              <a:rPr sz="1650" spc="-70" dirty="0">
                <a:latin typeface="Times New Roman"/>
                <a:cs typeface="Times New Roman"/>
              </a:rPr>
              <a:t> </a:t>
            </a:r>
            <a:r>
              <a:rPr sz="1650" spc="70" dirty="0">
                <a:latin typeface="Times New Roman"/>
                <a:cs typeface="Times New Roman"/>
              </a:rPr>
              <a:t>4</a:t>
            </a:r>
            <a:r>
              <a:rPr sz="1650" spc="-100" dirty="0">
                <a:latin typeface="Times New Roman"/>
                <a:cs typeface="Times New Roman"/>
              </a:rPr>
              <a:t> </a:t>
            </a:r>
            <a:r>
              <a:rPr sz="1650" spc="-10" dirty="0">
                <a:latin typeface="Times New Roman"/>
                <a:cs typeface="Times New Roman"/>
              </a:rPr>
              <a:t>is</a:t>
            </a:r>
            <a:r>
              <a:rPr sz="1650" spc="-95" dirty="0">
                <a:latin typeface="Times New Roman"/>
                <a:cs typeface="Times New Roman"/>
              </a:rPr>
              <a:t> </a:t>
            </a:r>
            <a:r>
              <a:rPr sz="1650" spc="-10" dirty="0">
                <a:latin typeface="Times New Roman"/>
                <a:cs typeface="Times New Roman"/>
              </a:rPr>
              <a:t>equal</a:t>
            </a:r>
            <a:r>
              <a:rPr sz="1650" spc="55" dirty="0">
                <a:latin typeface="Times New Roman"/>
                <a:cs typeface="Times New Roman"/>
              </a:rPr>
              <a:t> </a:t>
            </a:r>
            <a:r>
              <a:rPr sz="1650" b="1" spc="-10" dirty="0">
                <a:solidFill>
                  <a:srgbClr val="FF0000"/>
                </a:solidFill>
                <a:latin typeface="Times New Roman"/>
                <a:cs typeface="Times New Roman"/>
              </a:rPr>
              <a:t>read</a:t>
            </a:r>
            <a:r>
              <a:rPr sz="1650" spc="-10" dirty="0" smtClean="0">
                <a:solidFill>
                  <a:srgbClr val="824938"/>
                </a:solidFill>
                <a:latin typeface="Times New Roman"/>
                <a:cs typeface="Times New Roman"/>
              </a:rPr>
              <a:t>.</a:t>
            </a:r>
            <a:endParaRPr lang="en-US" sz="1650" spc="-10" dirty="0" smtClean="0">
              <a:solidFill>
                <a:srgbClr val="824938"/>
              </a:solidFill>
              <a:latin typeface="Times New Roman"/>
              <a:cs typeface="Times New Roman"/>
            </a:endParaRPr>
          </a:p>
          <a:p>
            <a:pPr marL="349250" lvl="1">
              <a:lnSpc>
                <a:spcPts val="1955"/>
              </a:lnSpc>
              <a:spcBef>
                <a:spcPts val="100"/>
              </a:spcBef>
            </a:pPr>
            <a:r>
              <a:rPr lang="en-US" sz="2000" dirty="0" smtClean="0">
                <a:solidFill>
                  <a:srgbClr val="464646"/>
                </a:solidFill>
                <a:latin typeface="Cambria"/>
                <a:cs typeface="Cambria"/>
              </a:rPr>
              <a:t>7=</a:t>
            </a:r>
            <a:r>
              <a:rPr lang="en-US" sz="2000" spc="90" dirty="0" smtClean="0">
                <a:solidFill>
                  <a:srgbClr val="464646"/>
                </a:solidFill>
                <a:latin typeface="Cambria"/>
                <a:cs typeface="Cambria"/>
              </a:rPr>
              <a:t> </a:t>
            </a:r>
            <a:r>
              <a:rPr lang="en-US" sz="2000" dirty="0" smtClean="0">
                <a:latin typeface="Cambria"/>
                <a:cs typeface="Cambria"/>
              </a:rPr>
              <a:t>read,</a:t>
            </a:r>
            <a:r>
              <a:rPr lang="en-US" sz="2000" spc="15" dirty="0" smtClean="0">
                <a:latin typeface="Cambria"/>
                <a:cs typeface="Cambria"/>
              </a:rPr>
              <a:t> </a:t>
            </a:r>
            <a:r>
              <a:rPr lang="en-US" sz="2000" spc="-20" dirty="0" smtClean="0">
                <a:latin typeface="Cambria"/>
                <a:cs typeface="Cambria"/>
              </a:rPr>
              <a:t>write,</a:t>
            </a:r>
            <a:r>
              <a:rPr lang="en-US" sz="2000" spc="-30" dirty="0" smtClean="0">
                <a:latin typeface="Cambria"/>
                <a:cs typeface="Cambria"/>
              </a:rPr>
              <a:t> </a:t>
            </a:r>
            <a:r>
              <a:rPr lang="en-US" sz="2000" spc="-10" dirty="0" smtClean="0">
                <a:latin typeface="Cambria"/>
                <a:cs typeface="Cambria"/>
              </a:rPr>
              <a:t>execute</a:t>
            </a:r>
            <a:endParaRPr lang="en-US" sz="2000" dirty="0" smtClean="0">
              <a:latin typeface="Cambria"/>
              <a:cs typeface="Cambria"/>
            </a:endParaRPr>
          </a:p>
          <a:p>
            <a:pPr marL="349250" lvl="1">
              <a:lnSpc>
                <a:spcPts val="1955"/>
              </a:lnSpc>
              <a:spcBef>
                <a:spcPts val="100"/>
              </a:spcBef>
            </a:pPr>
            <a:r>
              <a:rPr lang="en-US" sz="2000" dirty="0" smtClean="0">
                <a:solidFill>
                  <a:srgbClr val="131100"/>
                </a:solidFill>
                <a:latin typeface="Cambria"/>
                <a:cs typeface="Cambria"/>
              </a:rPr>
              <a:t>5=</a:t>
            </a:r>
            <a:r>
              <a:rPr lang="en-US" sz="2000" spc="-90" dirty="0" smtClean="0">
                <a:solidFill>
                  <a:srgbClr val="131100"/>
                </a:solidFill>
                <a:latin typeface="Cambria"/>
                <a:cs typeface="Cambria"/>
              </a:rPr>
              <a:t> </a:t>
            </a:r>
            <a:r>
              <a:rPr lang="en-US" sz="2000" spc="-85" dirty="0" smtClean="0">
                <a:latin typeface="Cambria"/>
                <a:cs typeface="Cambria"/>
              </a:rPr>
              <a:t>read,</a:t>
            </a:r>
            <a:r>
              <a:rPr lang="en-US" sz="2000" spc="45" dirty="0" smtClean="0">
                <a:latin typeface="Cambria"/>
                <a:cs typeface="Cambria"/>
              </a:rPr>
              <a:t> </a:t>
            </a:r>
            <a:r>
              <a:rPr lang="en-US" sz="2000" spc="-10" dirty="0" smtClean="0">
                <a:latin typeface="Cambria"/>
                <a:cs typeface="Cambria"/>
              </a:rPr>
              <a:t>execute</a:t>
            </a:r>
            <a:endParaRPr lang="en-US" sz="2000" dirty="0" smtClean="0">
              <a:latin typeface="Cambria"/>
              <a:cs typeface="Cambria"/>
            </a:endParaRPr>
          </a:p>
          <a:p>
            <a:pPr marL="349250" lvl="1">
              <a:lnSpc>
                <a:spcPts val="1889"/>
              </a:lnSpc>
            </a:pPr>
            <a:r>
              <a:rPr lang="en-US" dirty="0" smtClean="0">
                <a:latin typeface="Cambria"/>
                <a:cs typeface="Cambria"/>
              </a:rPr>
              <a:t>4</a:t>
            </a:r>
            <a:r>
              <a:rPr lang="en-US" spc="-100" dirty="0" smtClean="0">
                <a:latin typeface="Cambria"/>
                <a:cs typeface="Cambria"/>
              </a:rPr>
              <a:t> </a:t>
            </a:r>
            <a:r>
              <a:rPr lang="en-US" dirty="0" smtClean="0">
                <a:solidFill>
                  <a:srgbClr val="A1A187"/>
                </a:solidFill>
                <a:latin typeface="Cambria"/>
                <a:cs typeface="Cambria"/>
              </a:rPr>
              <a:t>=</a:t>
            </a:r>
            <a:r>
              <a:rPr lang="en-US" spc="114" dirty="0" smtClean="0">
                <a:solidFill>
                  <a:srgbClr val="A1A187"/>
                </a:solidFill>
                <a:latin typeface="Cambria"/>
                <a:cs typeface="Cambria"/>
              </a:rPr>
              <a:t> </a:t>
            </a:r>
            <a:r>
              <a:rPr lang="en-US" b="1" spc="-20" dirty="0" smtClean="0">
                <a:solidFill>
                  <a:srgbClr val="FF0000"/>
                </a:solidFill>
                <a:latin typeface="Cambria"/>
                <a:cs typeface="Cambria"/>
              </a:rPr>
              <a:t>Read</a:t>
            </a:r>
            <a:endParaRPr lang="en-US" b="1" dirty="0" smtClean="0">
              <a:solidFill>
                <a:srgbClr val="FF0000"/>
              </a:solidFill>
              <a:latin typeface="Cambria"/>
              <a:cs typeface="Cambria"/>
            </a:endParaRPr>
          </a:p>
          <a:p>
            <a:pPr marL="349250" lvl="1">
              <a:lnSpc>
                <a:spcPts val="1914"/>
              </a:lnSpc>
              <a:spcBef>
                <a:spcPts val="30"/>
              </a:spcBef>
            </a:pPr>
            <a:r>
              <a:rPr lang="en-US" dirty="0" smtClean="0">
                <a:latin typeface="Cambria"/>
                <a:cs typeface="Cambria"/>
              </a:rPr>
              <a:t>2</a:t>
            </a:r>
            <a:r>
              <a:rPr lang="en-US" spc="-120" dirty="0" smtClean="0">
                <a:latin typeface="Cambria"/>
                <a:cs typeface="Cambria"/>
              </a:rPr>
              <a:t> </a:t>
            </a:r>
            <a:r>
              <a:rPr lang="en-US" dirty="0" smtClean="0">
                <a:solidFill>
                  <a:srgbClr val="909077"/>
                </a:solidFill>
                <a:latin typeface="Cambria"/>
                <a:cs typeface="Cambria"/>
              </a:rPr>
              <a:t>=</a:t>
            </a:r>
            <a:r>
              <a:rPr lang="en-US" spc="180" dirty="0" smtClean="0">
                <a:solidFill>
                  <a:srgbClr val="909077"/>
                </a:solidFill>
                <a:latin typeface="Cambria"/>
                <a:cs typeface="Cambria"/>
              </a:rPr>
              <a:t> </a:t>
            </a:r>
            <a:r>
              <a:rPr lang="en-US" b="1" spc="-20" dirty="0" smtClean="0">
                <a:solidFill>
                  <a:srgbClr val="FF0000"/>
                </a:solidFill>
                <a:latin typeface="Cambria"/>
                <a:cs typeface="Cambria"/>
              </a:rPr>
              <a:t>Write</a:t>
            </a:r>
            <a:endParaRPr lang="en-US" b="1" dirty="0" smtClean="0">
              <a:solidFill>
                <a:srgbClr val="FF0000"/>
              </a:solidFill>
              <a:latin typeface="Cambria"/>
              <a:cs typeface="Cambria"/>
            </a:endParaRPr>
          </a:p>
          <a:p>
            <a:pPr marL="349250" lvl="1">
              <a:lnSpc>
                <a:spcPts val="1914"/>
              </a:lnSpc>
            </a:pPr>
            <a:r>
              <a:rPr lang="en-US" spc="-385" dirty="0" smtClean="0">
                <a:solidFill>
                  <a:srgbClr val="282828"/>
                </a:solidFill>
                <a:latin typeface="Cambria"/>
                <a:cs typeface="Cambria"/>
              </a:rPr>
              <a:t>1</a:t>
            </a:r>
            <a:r>
              <a:rPr lang="en-US" spc="150" dirty="0" smtClean="0">
                <a:solidFill>
                  <a:srgbClr val="282828"/>
                </a:solidFill>
                <a:latin typeface="Cambria"/>
                <a:cs typeface="Cambria"/>
              </a:rPr>
              <a:t> </a:t>
            </a:r>
            <a:r>
              <a:rPr lang="en-US" spc="-385" dirty="0" smtClean="0">
                <a:solidFill>
                  <a:srgbClr val="363636"/>
                </a:solidFill>
                <a:latin typeface="Cambria"/>
                <a:cs typeface="Cambria"/>
              </a:rPr>
              <a:t>=</a:t>
            </a:r>
            <a:r>
              <a:rPr lang="en-US" spc="484" dirty="0" smtClean="0">
                <a:solidFill>
                  <a:srgbClr val="363636"/>
                </a:solidFill>
                <a:latin typeface="Cambria"/>
                <a:cs typeface="Cambria"/>
              </a:rPr>
              <a:t> </a:t>
            </a:r>
            <a:r>
              <a:rPr lang="en-US" b="1" spc="-10" dirty="0" smtClean="0">
                <a:solidFill>
                  <a:srgbClr val="FF0000"/>
                </a:solidFill>
                <a:latin typeface="Cambria"/>
                <a:cs typeface="Cambria"/>
              </a:rPr>
              <a:t>Execute</a:t>
            </a:r>
            <a:endParaRPr lang="en-US" b="1" dirty="0" smtClean="0">
              <a:solidFill>
                <a:srgbClr val="FF0000"/>
              </a:solidFill>
              <a:latin typeface="Cambria"/>
              <a:cs typeface="Cambria"/>
            </a:endParaRPr>
          </a:p>
          <a:p>
            <a:pPr marL="349250" lvl="1">
              <a:lnSpc>
                <a:spcPts val="1914"/>
              </a:lnSpc>
            </a:pPr>
            <a:r>
              <a:rPr lang="en-US" spc="60" dirty="0" smtClean="0">
                <a:latin typeface="Cambria"/>
                <a:cs typeface="Cambria"/>
              </a:rPr>
              <a:t>0</a:t>
            </a:r>
            <a:r>
              <a:rPr lang="en-US" spc="-185" dirty="0" smtClean="0">
                <a:latin typeface="Cambria"/>
                <a:cs typeface="Cambria"/>
              </a:rPr>
              <a:t> </a:t>
            </a:r>
            <a:r>
              <a:rPr lang="en-US" spc="60" dirty="0" smtClean="0">
                <a:solidFill>
                  <a:srgbClr val="999980"/>
                </a:solidFill>
                <a:latin typeface="Cambria"/>
                <a:cs typeface="Cambria"/>
              </a:rPr>
              <a:t>=</a:t>
            </a:r>
            <a:r>
              <a:rPr lang="en-US" spc="55" dirty="0" smtClean="0">
                <a:solidFill>
                  <a:srgbClr val="999980"/>
                </a:solidFill>
                <a:latin typeface="Cambria"/>
                <a:cs typeface="Cambria"/>
              </a:rPr>
              <a:t> </a:t>
            </a:r>
            <a:r>
              <a:rPr lang="en-US" spc="-60" dirty="0" smtClean="0">
                <a:solidFill>
                  <a:srgbClr val="080808"/>
                </a:solidFill>
                <a:latin typeface="Cambria"/>
                <a:cs typeface="Cambria"/>
              </a:rPr>
              <a:t>no</a:t>
            </a:r>
            <a:r>
              <a:rPr lang="en-US" spc="-5" dirty="0" smtClean="0">
                <a:solidFill>
                  <a:srgbClr val="080808"/>
                </a:solidFill>
                <a:latin typeface="Cambria"/>
                <a:cs typeface="Cambria"/>
              </a:rPr>
              <a:t> </a:t>
            </a:r>
            <a:r>
              <a:rPr lang="en-US" spc="-75" dirty="0" smtClean="0">
                <a:latin typeface="Cambria"/>
                <a:cs typeface="Cambria"/>
              </a:rPr>
              <a:t>permission</a:t>
            </a:r>
            <a:endParaRPr sz="1650" dirty="0">
              <a:latin typeface="Times New Roman"/>
              <a:cs typeface="Times New Roman"/>
            </a:endParaRPr>
          </a:p>
        </p:txBody>
      </p:sp>
      <p:sp>
        <p:nvSpPr>
          <p:cNvPr id="8" name="object 8"/>
          <p:cNvSpPr txBox="1"/>
          <p:nvPr/>
        </p:nvSpPr>
        <p:spPr>
          <a:xfrm>
            <a:off x="3456285" y="3028950"/>
            <a:ext cx="2225060" cy="991869"/>
          </a:xfrm>
          <a:prstGeom prst="rect">
            <a:avLst/>
          </a:prstGeom>
        </p:spPr>
        <p:txBody>
          <a:bodyPr vert="horz" wrap="square" lIns="0" tIns="12700" rIns="0" bIns="0" rtlCol="0">
            <a:spAutoFit/>
          </a:bodyPr>
          <a:lstStyle/>
          <a:p>
            <a:pPr marL="19050">
              <a:lnSpc>
                <a:spcPct val="100000"/>
              </a:lnSpc>
              <a:spcBef>
                <a:spcPts val="100"/>
              </a:spcBef>
            </a:pPr>
            <a:r>
              <a:rPr sz="1550" dirty="0">
                <a:solidFill>
                  <a:schemeClr val="tx1"/>
                </a:solidFill>
                <a:latin typeface="Cambria"/>
                <a:cs typeface="Cambria"/>
              </a:rPr>
              <a:t>So,</a:t>
            </a:r>
            <a:r>
              <a:rPr sz="1550" spc="-65" dirty="0">
                <a:solidFill>
                  <a:schemeClr val="tx1"/>
                </a:solidFill>
                <a:latin typeface="Cambria"/>
                <a:cs typeface="Cambria"/>
              </a:rPr>
              <a:t> </a:t>
            </a:r>
            <a:r>
              <a:rPr sz="1550" dirty="0">
                <a:solidFill>
                  <a:schemeClr val="tx1"/>
                </a:solidFill>
                <a:latin typeface="Cambria"/>
                <a:cs typeface="Cambria"/>
              </a:rPr>
              <a:t>7 =</a:t>
            </a:r>
            <a:r>
              <a:rPr sz="1550" spc="150" dirty="0">
                <a:solidFill>
                  <a:schemeClr val="tx1"/>
                </a:solidFill>
                <a:latin typeface="Cambria"/>
                <a:cs typeface="Cambria"/>
              </a:rPr>
              <a:t> </a:t>
            </a:r>
            <a:r>
              <a:rPr sz="1550" dirty="0">
                <a:solidFill>
                  <a:schemeClr val="tx1"/>
                </a:solidFill>
                <a:latin typeface="Cambria"/>
                <a:cs typeface="Cambria"/>
              </a:rPr>
              <a:t>4</a:t>
            </a:r>
            <a:r>
              <a:rPr sz="1550" spc="-45" dirty="0">
                <a:solidFill>
                  <a:schemeClr val="tx1"/>
                </a:solidFill>
                <a:latin typeface="Cambria"/>
                <a:cs typeface="Cambria"/>
              </a:rPr>
              <a:t> </a:t>
            </a:r>
            <a:r>
              <a:rPr sz="1550" dirty="0">
                <a:solidFill>
                  <a:schemeClr val="tx1"/>
                </a:solidFill>
                <a:latin typeface="Cambria"/>
                <a:cs typeface="Cambria"/>
              </a:rPr>
              <a:t>+</a:t>
            </a:r>
            <a:r>
              <a:rPr sz="1550" spc="195" dirty="0">
                <a:solidFill>
                  <a:schemeClr val="tx1"/>
                </a:solidFill>
                <a:latin typeface="Cambria"/>
                <a:cs typeface="Cambria"/>
              </a:rPr>
              <a:t> </a:t>
            </a:r>
            <a:r>
              <a:rPr sz="1550" dirty="0">
                <a:solidFill>
                  <a:schemeClr val="tx1"/>
                </a:solidFill>
                <a:latin typeface="Cambria"/>
                <a:cs typeface="Cambria"/>
              </a:rPr>
              <a:t>2</a:t>
            </a:r>
            <a:r>
              <a:rPr sz="1550" spc="-10" dirty="0">
                <a:solidFill>
                  <a:schemeClr val="tx1"/>
                </a:solidFill>
                <a:latin typeface="Cambria"/>
                <a:cs typeface="Cambria"/>
              </a:rPr>
              <a:t> </a:t>
            </a:r>
            <a:r>
              <a:rPr sz="1550" dirty="0">
                <a:solidFill>
                  <a:schemeClr val="tx1"/>
                </a:solidFill>
                <a:latin typeface="Cambria"/>
                <a:cs typeface="Cambria"/>
              </a:rPr>
              <a:t>+</a:t>
            </a:r>
            <a:r>
              <a:rPr sz="1550" spc="405" dirty="0">
                <a:solidFill>
                  <a:schemeClr val="tx1"/>
                </a:solidFill>
                <a:latin typeface="Cambria"/>
                <a:cs typeface="Cambria"/>
              </a:rPr>
              <a:t> </a:t>
            </a:r>
            <a:r>
              <a:rPr lang="en-US" sz="1550" dirty="0" smtClean="0">
                <a:solidFill>
                  <a:schemeClr val="tx1"/>
                </a:solidFill>
                <a:latin typeface="Cambria"/>
                <a:cs typeface="Cambria"/>
              </a:rPr>
              <a:t>1</a:t>
            </a:r>
            <a:r>
              <a:rPr sz="1550" spc="120" dirty="0" smtClean="0">
                <a:solidFill>
                  <a:schemeClr val="tx1"/>
                </a:solidFill>
                <a:latin typeface="Cambria"/>
                <a:cs typeface="Cambria"/>
              </a:rPr>
              <a:t> </a:t>
            </a:r>
            <a:r>
              <a:rPr sz="1550" spc="-20" dirty="0" smtClean="0">
                <a:solidFill>
                  <a:schemeClr val="tx1"/>
                </a:solidFill>
                <a:latin typeface="Cambria"/>
                <a:cs typeface="Cambria"/>
              </a:rPr>
              <a:t>(</a:t>
            </a:r>
            <a:r>
              <a:rPr lang="en-US" sz="1550" spc="-20" dirty="0" err="1" smtClean="0">
                <a:solidFill>
                  <a:schemeClr val="tx1"/>
                </a:solidFill>
                <a:latin typeface="Cambria"/>
                <a:cs typeface="Cambria"/>
              </a:rPr>
              <a:t>rw</a:t>
            </a:r>
            <a:r>
              <a:rPr sz="1550" spc="-20" dirty="0" err="1" smtClean="0">
                <a:solidFill>
                  <a:schemeClr val="tx1"/>
                </a:solidFill>
                <a:latin typeface="Cambria"/>
                <a:cs typeface="Cambria"/>
              </a:rPr>
              <a:t>x</a:t>
            </a:r>
            <a:r>
              <a:rPr sz="1550" spc="-20" dirty="0">
                <a:solidFill>
                  <a:schemeClr val="tx1"/>
                </a:solidFill>
                <a:latin typeface="Cambria"/>
                <a:cs typeface="Cambria"/>
              </a:rPr>
              <a:t>);</a:t>
            </a:r>
            <a:endParaRPr sz="1550" dirty="0">
              <a:solidFill>
                <a:schemeClr val="tx1"/>
              </a:solidFill>
              <a:latin typeface="Cambria"/>
              <a:cs typeface="Cambria"/>
            </a:endParaRPr>
          </a:p>
          <a:p>
            <a:pPr marL="63500">
              <a:lnSpc>
                <a:spcPct val="100000"/>
              </a:lnSpc>
              <a:spcBef>
                <a:spcPts val="1075"/>
              </a:spcBef>
            </a:pPr>
            <a:r>
              <a:rPr sz="1500" spc="70" dirty="0" smtClean="0">
                <a:solidFill>
                  <a:schemeClr val="tx1"/>
                </a:solidFill>
                <a:latin typeface="Cambria"/>
                <a:cs typeface="Cambria"/>
              </a:rPr>
              <a:t>5</a:t>
            </a:r>
            <a:r>
              <a:rPr lang="en-US" sz="1500" spc="70" dirty="0" smtClean="0">
                <a:solidFill>
                  <a:schemeClr val="tx1"/>
                </a:solidFill>
                <a:latin typeface="Cambria"/>
                <a:cs typeface="Cambria"/>
              </a:rPr>
              <a:t>=</a:t>
            </a:r>
            <a:r>
              <a:rPr sz="1500" spc="10" dirty="0" smtClean="0">
                <a:solidFill>
                  <a:schemeClr val="tx1"/>
                </a:solidFill>
                <a:latin typeface="Cambria"/>
                <a:cs typeface="Cambria"/>
              </a:rPr>
              <a:t> </a:t>
            </a:r>
            <a:r>
              <a:rPr sz="1500" dirty="0" smtClean="0">
                <a:solidFill>
                  <a:schemeClr val="tx1"/>
                </a:solidFill>
                <a:latin typeface="Cambria"/>
                <a:cs typeface="Cambria"/>
              </a:rPr>
              <a:t>4</a:t>
            </a:r>
            <a:r>
              <a:rPr sz="1500" spc="370" dirty="0" smtClean="0">
                <a:solidFill>
                  <a:schemeClr val="tx1"/>
                </a:solidFill>
                <a:latin typeface="Cambria"/>
                <a:cs typeface="Cambria"/>
              </a:rPr>
              <a:t> </a:t>
            </a:r>
            <a:r>
              <a:rPr sz="1500" dirty="0">
                <a:solidFill>
                  <a:schemeClr val="tx1"/>
                </a:solidFill>
                <a:latin typeface="Cambria"/>
                <a:cs typeface="Cambria"/>
              </a:rPr>
              <a:t>+</a:t>
            </a:r>
            <a:r>
              <a:rPr sz="1500" spc="355" dirty="0">
                <a:solidFill>
                  <a:schemeClr val="tx1"/>
                </a:solidFill>
                <a:latin typeface="Cambria"/>
                <a:cs typeface="Cambria"/>
              </a:rPr>
              <a:t> </a:t>
            </a:r>
            <a:r>
              <a:rPr lang="en-US" sz="1500" dirty="0" smtClean="0">
                <a:solidFill>
                  <a:schemeClr val="tx1"/>
                </a:solidFill>
                <a:latin typeface="Cambria"/>
                <a:cs typeface="Cambria"/>
              </a:rPr>
              <a:t>1</a:t>
            </a:r>
            <a:r>
              <a:rPr sz="1500" spc="300" dirty="0" smtClean="0">
                <a:solidFill>
                  <a:schemeClr val="tx1"/>
                </a:solidFill>
                <a:latin typeface="Cambria"/>
                <a:cs typeface="Cambria"/>
              </a:rPr>
              <a:t> </a:t>
            </a:r>
            <a:r>
              <a:rPr sz="1500" spc="-20" dirty="0">
                <a:solidFill>
                  <a:schemeClr val="tx1"/>
                </a:solidFill>
                <a:latin typeface="Cambria"/>
                <a:cs typeface="Cambria"/>
              </a:rPr>
              <a:t>(rx);</a:t>
            </a:r>
            <a:endParaRPr sz="1500" dirty="0">
              <a:solidFill>
                <a:schemeClr val="tx1"/>
              </a:solidFill>
              <a:latin typeface="Cambria"/>
              <a:cs typeface="Cambria"/>
            </a:endParaRPr>
          </a:p>
          <a:p>
            <a:pPr marL="12700">
              <a:lnSpc>
                <a:spcPct val="100000"/>
              </a:lnSpc>
              <a:spcBef>
                <a:spcPts val="950"/>
              </a:spcBef>
            </a:pPr>
            <a:r>
              <a:rPr sz="1600" dirty="0">
                <a:solidFill>
                  <a:schemeClr val="tx1"/>
                </a:solidFill>
                <a:latin typeface="Cambria"/>
                <a:cs typeface="Cambria"/>
              </a:rPr>
              <a:t>4</a:t>
            </a:r>
            <a:r>
              <a:rPr sz="1600" spc="-60" dirty="0">
                <a:solidFill>
                  <a:schemeClr val="tx1"/>
                </a:solidFill>
                <a:latin typeface="Cambria"/>
                <a:cs typeface="Cambria"/>
              </a:rPr>
              <a:t> </a:t>
            </a:r>
            <a:r>
              <a:rPr sz="1600" spc="-25" dirty="0" smtClean="0">
                <a:solidFill>
                  <a:schemeClr val="tx1"/>
                </a:solidFill>
                <a:latin typeface="Cambria"/>
                <a:cs typeface="Cambria"/>
              </a:rPr>
              <a:t>(</a:t>
            </a:r>
            <a:r>
              <a:rPr lang="en-US" sz="1600" spc="-25" dirty="0" smtClean="0">
                <a:solidFill>
                  <a:schemeClr val="tx1"/>
                </a:solidFill>
                <a:latin typeface="Cambria"/>
                <a:cs typeface="Cambria"/>
              </a:rPr>
              <a:t>r</a:t>
            </a:r>
            <a:r>
              <a:rPr sz="1600" spc="-25" dirty="0" smtClean="0">
                <a:solidFill>
                  <a:schemeClr val="tx1"/>
                </a:solidFill>
                <a:latin typeface="Cambria"/>
                <a:cs typeface="Cambria"/>
              </a:rPr>
              <a:t>)</a:t>
            </a:r>
            <a:endParaRPr sz="1600" dirty="0">
              <a:solidFill>
                <a:schemeClr val="tx1"/>
              </a:solidFill>
              <a:latin typeface="Cambria"/>
              <a:cs typeface="Cambria"/>
            </a:endParaRPr>
          </a:p>
        </p:txBody>
      </p:sp>
      <p:sp>
        <p:nvSpPr>
          <p:cNvPr id="9" name="Rectangle 8"/>
          <p:cNvSpPr/>
          <p:nvPr/>
        </p:nvSpPr>
        <p:spPr>
          <a:xfrm>
            <a:off x="596900" y="0"/>
            <a:ext cx="3989554" cy="461665"/>
          </a:xfrm>
          <a:prstGeom prst="rect">
            <a:avLst/>
          </a:prstGeom>
        </p:spPr>
        <p:txBody>
          <a:bodyPr wrap="none">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2400" b="1" i="0" u="none" strike="noStrike" kern="0" cap="none" spc="0" normalizeH="0" baseline="0" noProof="0" dirty="0" smtClean="0">
                <a:ln>
                  <a:noFill/>
                </a:ln>
                <a:solidFill>
                  <a:srgbClr val="FF0000"/>
                </a:solidFill>
                <a:effectLst/>
                <a:uLnTx/>
                <a:uFillTx/>
                <a:latin typeface="Times New Roman" panose="02020603050405020304" pitchFamily="18" charset="0"/>
                <a:cs typeface="Times New Roman" panose="02020603050405020304" pitchFamily="18" charset="0"/>
              </a:rPr>
              <a:t>Modifications of Permission</a:t>
            </a:r>
            <a:r>
              <a:rPr kumimoji="0" lang="en-US" sz="2400" b="1" i="0" u="none" strike="noStrike" kern="0" cap="none" spc="320" normalizeH="0" baseline="0" noProof="0" dirty="0" smtClean="0">
                <a:ln>
                  <a:noFill/>
                </a:ln>
                <a:solidFill>
                  <a:srgbClr val="FF0000"/>
                </a:solidFill>
                <a:effectLst/>
                <a:uLnTx/>
                <a:uFillTx/>
                <a:latin typeface="Times New Roman" panose="02020603050405020304" pitchFamily="18" charset="0"/>
                <a:cs typeface="Times New Roman" panose="02020603050405020304" pitchFamily="18" charset="0"/>
              </a:rPr>
              <a:t> </a:t>
            </a:r>
            <a:endParaRPr kumimoji="0" lang="en-US" sz="24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17" name="Date Placeholder 16"/>
          <p:cNvSpPr>
            <a:spLocks noGrp="1"/>
          </p:cNvSpPr>
          <p:nvPr>
            <p:ph type="dt" sz="half" idx="6"/>
          </p:nvPr>
        </p:nvSpPr>
        <p:spPr/>
        <p:txBody>
          <a:bodyPr/>
          <a:lstStyle/>
          <a:p>
            <a:fld id="{C53844D0-5F72-492D-876D-2533B4544828}" type="datetime1">
              <a:rPr lang="en-US" smtClean="0"/>
              <a:t>12/3/2025</a:t>
            </a:fld>
            <a:endParaRPr lang="en-US" dirty="0"/>
          </a:p>
        </p:txBody>
      </p:sp>
      <p:sp>
        <p:nvSpPr>
          <p:cNvPr id="18" name="Footer Placeholder 17"/>
          <p:cNvSpPr>
            <a:spLocks noGrp="1"/>
          </p:cNvSpPr>
          <p:nvPr>
            <p:ph type="ftr" sz="quarter" idx="5"/>
          </p:nvPr>
        </p:nvSpPr>
        <p:spPr/>
        <p:txBody>
          <a:bodyPr/>
          <a:lstStyle/>
          <a:p>
            <a:r>
              <a:rPr lang="en-US" smtClean="0"/>
              <a:t>Linux System and Network Administration                                                                       By Dr. Samuel Asferaw</a:t>
            </a:r>
            <a:endParaRPr lang="en-US" dirty="0"/>
          </a:p>
        </p:txBody>
      </p:sp>
      <p:sp>
        <p:nvSpPr>
          <p:cNvPr id="19" name="Slide Number Placeholder 18"/>
          <p:cNvSpPr>
            <a:spLocks noGrp="1"/>
          </p:cNvSpPr>
          <p:nvPr>
            <p:ph type="sldNum" sz="quarter" idx="7"/>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
            <a:ext cx="6076950" cy="4357355"/>
          </a:xfrm>
          <a:prstGeom prst="rect">
            <a:avLst/>
          </a:prstGeom>
        </p:spPr>
      </p:pic>
      <p:sp>
        <p:nvSpPr>
          <p:cNvPr id="15" name="Date Placeholder 14"/>
          <p:cNvSpPr>
            <a:spLocks noGrp="1"/>
          </p:cNvSpPr>
          <p:nvPr>
            <p:ph type="dt" sz="half" idx="6"/>
          </p:nvPr>
        </p:nvSpPr>
        <p:spPr/>
        <p:txBody>
          <a:bodyPr/>
          <a:lstStyle/>
          <a:p>
            <a:fld id="{17493897-C7A6-4F77-A7EF-7F36A915FCF7}" type="datetime1">
              <a:rPr lang="en-US" smtClean="0"/>
              <a:t>12/3/2025</a:t>
            </a:fld>
            <a:endParaRPr lang="en-US" dirty="0"/>
          </a:p>
        </p:txBody>
      </p:sp>
      <p:sp>
        <p:nvSpPr>
          <p:cNvPr id="16" name="Footer Placeholder 15"/>
          <p:cNvSpPr>
            <a:spLocks noGrp="1"/>
          </p:cNvSpPr>
          <p:nvPr>
            <p:ph type="ftr" sz="quarter" idx="5"/>
          </p:nvPr>
        </p:nvSpPr>
        <p:spPr/>
        <p:txBody>
          <a:bodyPr/>
          <a:lstStyle/>
          <a:p>
            <a:r>
              <a:rPr lang="en-US" smtClean="0"/>
              <a:t>Linux System and Network Administration                                                                       By Dr. Samuel Asferaw</a:t>
            </a:r>
            <a:endParaRPr lang="en-US" dirty="0"/>
          </a:p>
        </p:txBody>
      </p:sp>
      <p:sp>
        <p:nvSpPr>
          <p:cNvPr id="17" name="Slide Number Placeholder 16"/>
          <p:cNvSpPr>
            <a:spLocks noGrp="1"/>
          </p:cNvSpPr>
          <p:nvPr>
            <p:ph type="sldNum" sz="quarter" idx="7"/>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245774" y="66675"/>
            <a:ext cx="5594587" cy="382156"/>
          </a:xfrm>
          <a:prstGeom prst="rect">
            <a:avLst/>
          </a:prstGeom>
        </p:spPr>
        <p:txBody>
          <a:bodyPr vert="horz" wrap="square" lIns="0" tIns="12700" rIns="0" bIns="0" rtlCol="0">
            <a:spAutoFit/>
          </a:bodyPr>
          <a:lstStyle/>
          <a:p>
            <a:pPr marL="12700">
              <a:lnSpc>
                <a:spcPct val="100000"/>
              </a:lnSpc>
              <a:spcBef>
                <a:spcPts val="100"/>
              </a:spcBef>
            </a:pPr>
            <a:r>
              <a:rPr lang="en-US" sz="2400" b="1" dirty="0" smtClean="0">
                <a:solidFill>
                  <a:srgbClr val="AA210E"/>
                </a:solidFill>
                <a:latin typeface="Calibri"/>
                <a:cs typeface="Calibri"/>
              </a:rPr>
              <a:t>Linux</a:t>
            </a:r>
            <a:r>
              <a:rPr sz="2400" b="1" spc="70" dirty="0" smtClean="0">
                <a:solidFill>
                  <a:srgbClr val="AA210E"/>
                </a:solidFill>
                <a:latin typeface="Calibri"/>
                <a:cs typeface="Calibri"/>
              </a:rPr>
              <a:t> </a:t>
            </a:r>
            <a:r>
              <a:rPr sz="2400" b="1" dirty="0" smtClean="0">
                <a:solidFill>
                  <a:srgbClr val="B31C1C"/>
                </a:solidFill>
                <a:latin typeface="Calibri"/>
                <a:cs typeface="Calibri"/>
              </a:rPr>
              <a:t>Co</a:t>
            </a:r>
            <a:r>
              <a:rPr lang="en-US" sz="2400" b="1" dirty="0" smtClean="0">
                <a:solidFill>
                  <a:srgbClr val="B31C1C"/>
                </a:solidFill>
                <a:latin typeface="Calibri"/>
                <a:cs typeface="Calibri"/>
              </a:rPr>
              <a:t>mman</a:t>
            </a:r>
            <a:r>
              <a:rPr sz="2400" b="1" dirty="0" smtClean="0">
                <a:solidFill>
                  <a:srgbClr val="B31C1C"/>
                </a:solidFill>
                <a:latin typeface="Calibri"/>
                <a:cs typeface="Calibri"/>
              </a:rPr>
              <a:t>ds</a:t>
            </a:r>
            <a:r>
              <a:rPr sz="2400" b="1" spc="90" dirty="0" smtClean="0">
                <a:solidFill>
                  <a:srgbClr val="B31C1C"/>
                </a:solidFill>
                <a:latin typeface="Calibri"/>
                <a:cs typeface="Calibri"/>
              </a:rPr>
              <a:t> </a:t>
            </a:r>
            <a:r>
              <a:rPr sz="2400" b="1" dirty="0">
                <a:solidFill>
                  <a:srgbClr val="AF2A26"/>
                </a:solidFill>
                <a:latin typeface="Calibri"/>
                <a:cs typeface="Calibri"/>
              </a:rPr>
              <a:t>for</a:t>
            </a:r>
            <a:r>
              <a:rPr sz="2400" b="1" spc="-50" dirty="0">
                <a:solidFill>
                  <a:srgbClr val="AF2A26"/>
                </a:solidFill>
                <a:latin typeface="Calibri"/>
                <a:cs typeface="Calibri"/>
              </a:rPr>
              <a:t> </a:t>
            </a:r>
            <a:r>
              <a:rPr sz="2400" b="1" spc="-30" dirty="0" smtClean="0">
                <a:solidFill>
                  <a:srgbClr val="AF2A26"/>
                </a:solidFill>
                <a:latin typeface="Calibri"/>
                <a:cs typeface="Calibri"/>
              </a:rPr>
              <a:t>Syst</a:t>
            </a:r>
            <a:r>
              <a:rPr lang="en-US" sz="2400" b="1" spc="-30" dirty="0" smtClean="0">
                <a:solidFill>
                  <a:srgbClr val="AF2A26"/>
                </a:solidFill>
                <a:latin typeface="Calibri"/>
                <a:cs typeface="Calibri"/>
              </a:rPr>
              <a:t>em</a:t>
            </a:r>
            <a:r>
              <a:rPr sz="2400" b="1" spc="-40" dirty="0" smtClean="0">
                <a:solidFill>
                  <a:srgbClr val="AF2A26"/>
                </a:solidFill>
                <a:latin typeface="Calibri"/>
                <a:cs typeface="Calibri"/>
              </a:rPr>
              <a:t> </a:t>
            </a:r>
            <a:r>
              <a:rPr sz="2400" b="1" spc="-40" dirty="0" smtClean="0">
                <a:solidFill>
                  <a:srgbClr val="971311"/>
                </a:solidFill>
                <a:latin typeface="Calibri"/>
                <a:cs typeface="Calibri"/>
              </a:rPr>
              <a:t>Ad</a:t>
            </a:r>
            <a:r>
              <a:rPr lang="en-US" sz="2400" b="1" spc="-40" dirty="0" smtClean="0">
                <a:solidFill>
                  <a:srgbClr val="971311"/>
                </a:solidFill>
                <a:latin typeface="Calibri"/>
                <a:cs typeface="Calibri"/>
              </a:rPr>
              <a:t>m</a:t>
            </a:r>
            <a:r>
              <a:rPr sz="2400" b="1" spc="-40" dirty="0" smtClean="0">
                <a:solidFill>
                  <a:srgbClr val="971311"/>
                </a:solidFill>
                <a:latin typeface="Calibri"/>
                <a:cs typeface="Calibri"/>
              </a:rPr>
              <a:t>i</a:t>
            </a:r>
            <a:r>
              <a:rPr lang="en-US" sz="2400" b="1" spc="-40" dirty="0" smtClean="0">
                <a:solidFill>
                  <a:srgbClr val="971311"/>
                </a:solidFill>
                <a:latin typeface="Calibri"/>
                <a:cs typeface="Calibri"/>
              </a:rPr>
              <a:t>n</a:t>
            </a:r>
            <a:r>
              <a:rPr sz="2400" b="1" spc="-40" dirty="0" smtClean="0">
                <a:solidFill>
                  <a:srgbClr val="971311"/>
                </a:solidFill>
                <a:latin typeface="Calibri"/>
                <a:cs typeface="Calibri"/>
              </a:rPr>
              <a:t>istrato</a:t>
            </a:r>
            <a:r>
              <a:rPr lang="en-US" sz="2400" b="1" spc="-40" dirty="0" smtClean="0">
                <a:solidFill>
                  <a:srgbClr val="971311"/>
                </a:solidFill>
                <a:latin typeface="Calibri"/>
                <a:cs typeface="Calibri"/>
              </a:rPr>
              <a:t>r</a:t>
            </a:r>
            <a:r>
              <a:rPr sz="2400" b="1" spc="-40" dirty="0" smtClean="0">
                <a:solidFill>
                  <a:srgbClr val="971311"/>
                </a:solidFill>
                <a:latin typeface="Calibri"/>
                <a:cs typeface="Calibri"/>
              </a:rPr>
              <a:t>s</a:t>
            </a:r>
            <a:endParaRPr sz="2400" b="1" spc="-40" dirty="0">
              <a:solidFill>
                <a:srgbClr val="971311"/>
              </a:solidFill>
              <a:latin typeface="Calibri"/>
              <a:cs typeface="Calibri"/>
            </a:endParaRPr>
          </a:p>
        </p:txBody>
      </p:sp>
      <p:sp>
        <p:nvSpPr>
          <p:cNvPr id="7" name="object 7"/>
          <p:cNvSpPr txBox="1"/>
          <p:nvPr/>
        </p:nvSpPr>
        <p:spPr>
          <a:xfrm>
            <a:off x="63500" y="447675"/>
            <a:ext cx="6007100" cy="3806170"/>
          </a:xfrm>
          <a:prstGeom prst="rect">
            <a:avLst/>
          </a:prstGeom>
        </p:spPr>
        <p:txBody>
          <a:bodyPr vert="horz" wrap="square" lIns="0" tIns="12700" rIns="0" bIns="0" rtlCol="0">
            <a:spAutoFit/>
          </a:bodyPr>
          <a:lstStyle/>
          <a:p>
            <a:pPr marL="349250" indent="-203200">
              <a:lnSpc>
                <a:spcPct val="100000"/>
              </a:lnSpc>
              <a:spcBef>
                <a:spcPts val="100"/>
              </a:spcBef>
              <a:buFont typeface="Arial" panose="020B0604020202020204" pitchFamily="34" charset="0"/>
              <a:buChar char="•"/>
            </a:pPr>
            <a:r>
              <a:rPr lang="en-US" dirty="0" smtClean="0">
                <a:latin typeface="Cambria"/>
                <a:cs typeface="Cambria"/>
              </a:rPr>
              <a:t>Comm</a:t>
            </a:r>
            <a:r>
              <a:rPr dirty="0" smtClean="0">
                <a:solidFill>
                  <a:srgbClr val="080808"/>
                </a:solidFill>
                <a:latin typeface="Cambria"/>
                <a:cs typeface="Cambria"/>
              </a:rPr>
              <a:t>and</a:t>
            </a:r>
            <a:r>
              <a:rPr lang="en-US" dirty="0" smtClean="0">
                <a:solidFill>
                  <a:srgbClr val="080808"/>
                </a:solidFill>
                <a:latin typeface="Cambria"/>
                <a:cs typeface="Cambria"/>
              </a:rPr>
              <a:t>s</a:t>
            </a:r>
            <a:r>
              <a:rPr spc="125" dirty="0" smtClean="0">
                <a:solidFill>
                  <a:srgbClr val="080808"/>
                </a:solidFill>
                <a:latin typeface="Cambria"/>
                <a:cs typeface="Cambria"/>
              </a:rPr>
              <a:t> </a:t>
            </a:r>
            <a:r>
              <a:rPr dirty="0">
                <a:solidFill>
                  <a:srgbClr val="181818"/>
                </a:solidFill>
                <a:latin typeface="Cambria"/>
                <a:cs typeface="Cambria"/>
              </a:rPr>
              <a:t>are</a:t>
            </a:r>
            <a:r>
              <a:rPr spc="70" dirty="0">
                <a:solidFill>
                  <a:srgbClr val="181818"/>
                </a:solidFill>
                <a:latin typeface="Cambria"/>
                <a:cs typeface="Cambria"/>
              </a:rPr>
              <a:t> </a:t>
            </a:r>
            <a:r>
              <a:rPr dirty="0">
                <a:latin typeface="Cambria"/>
                <a:cs typeface="Cambria"/>
              </a:rPr>
              <a:t>used</a:t>
            </a:r>
            <a:r>
              <a:rPr spc="100" dirty="0">
                <a:latin typeface="Cambria"/>
                <a:cs typeface="Cambria"/>
              </a:rPr>
              <a:t> </a:t>
            </a:r>
            <a:r>
              <a:rPr dirty="0">
                <a:solidFill>
                  <a:srgbClr val="212121"/>
                </a:solidFill>
                <a:latin typeface="Cambria"/>
                <a:cs typeface="Cambria"/>
              </a:rPr>
              <a:t>in</a:t>
            </a:r>
            <a:r>
              <a:rPr spc="15" dirty="0">
                <a:solidFill>
                  <a:srgbClr val="212121"/>
                </a:solidFill>
                <a:latin typeface="Cambria"/>
                <a:cs typeface="Cambria"/>
              </a:rPr>
              <a:t> </a:t>
            </a:r>
            <a:r>
              <a:rPr dirty="0">
                <a:solidFill>
                  <a:srgbClr val="080808"/>
                </a:solidFill>
                <a:latin typeface="Cambria"/>
                <a:cs typeface="Cambria"/>
              </a:rPr>
              <a:t>Linux</a:t>
            </a:r>
            <a:r>
              <a:rPr spc="190" dirty="0">
                <a:solidFill>
                  <a:srgbClr val="080808"/>
                </a:solidFill>
                <a:latin typeface="Cambria"/>
                <a:cs typeface="Cambria"/>
              </a:rPr>
              <a:t> </a:t>
            </a:r>
            <a:r>
              <a:rPr dirty="0">
                <a:latin typeface="Cambria"/>
                <a:cs typeface="Cambria"/>
              </a:rPr>
              <a:t>for</a:t>
            </a:r>
            <a:r>
              <a:rPr spc="-5" dirty="0">
                <a:latin typeface="Cambria"/>
                <a:cs typeface="Cambria"/>
              </a:rPr>
              <a:t> </a:t>
            </a:r>
            <a:r>
              <a:rPr dirty="0">
                <a:latin typeface="Cambria"/>
                <a:cs typeface="Cambria"/>
              </a:rPr>
              <a:t>different</a:t>
            </a:r>
            <a:r>
              <a:rPr spc="165" dirty="0">
                <a:latin typeface="Cambria"/>
                <a:cs typeface="Cambria"/>
              </a:rPr>
              <a:t> </a:t>
            </a:r>
            <a:r>
              <a:rPr spc="-10" dirty="0" smtClean="0">
                <a:latin typeface="Cambria"/>
                <a:cs typeface="Cambria"/>
              </a:rPr>
              <a:t>advantages</a:t>
            </a:r>
            <a:r>
              <a:rPr lang="en-US" spc="-10" dirty="0" smtClean="0">
                <a:latin typeface="Cambria"/>
                <a:cs typeface="Cambria"/>
              </a:rPr>
              <a:t>:</a:t>
            </a:r>
            <a:endParaRPr dirty="0">
              <a:latin typeface="Cambria"/>
              <a:cs typeface="Cambria"/>
            </a:endParaRPr>
          </a:p>
          <a:p>
            <a:pPr marL="798195" indent="-285750">
              <a:buFont typeface="Arial" panose="020B0604020202020204" pitchFamily="34" charset="0"/>
              <a:buChar char="•"/>
            </a:pPr>
            <a:r>
              <a:rPr lang="en-US" sz="1450" b="1" dirty="0">
                <a:solidFill>
                  <a:srgbClr val="FF0000"/>
                </a:solidFill>
                <a:latin typeface="Cambria"/>
                <a:cs typeface="Cambria"/>
              </a:rPr>
              <a:t>It can save </a:t>
            </a:r>
            <a:r>
              <a:rPr lang="en-US" sz="1450" b="1" dirty="0" smtClean="0">
                <a:solidFill>
                  <a:srgbClr val="FF0000"/>
                </a:solidFill>
                <a:latin typeface="Cambria"/>
                <a:cs typeface="Cambria"/>
              </a:rPr>
              <a:t>time</a:t>
            </a:r>
          </a:p>
          <a:p>
            <a:pPr marL="798195" indent="-285750">
              <a:buFont typeface="Arial" panose="020B0604020202020204" pitchFamily="34" charset="0"/>
              <a:buChar char="•"/>
            </a:pPr>
            <a:endParaRPr sz="1450" b="1" dirty="0">
              <a:solidFill>
                <a:srgbClr val="FF0000"/>
              </a:solidFill>
              <a:latin typeface="Cambria"/>
              <a:cs typeface="Cambria"/>
            </a:endParaRPr>
          </a:p>
          <a:p>
            <a:pPr marL="798195" indent="-285750">
              <a:lnSpc>
                <a:spcPct val="100000"/>
              </a:lnSpc>
              <a:buFont typeface="Arial" panose="020B0604020202020204" pitchFamily="34" charset="0"/>
              <a:buChar char="•"/>
            </a:pPr>
            <a:r>
              <a:rPr sz="1450" b="1" dirty="0" smtClean="0">
                <a:solidFill>
                  <a:srgbClr val="FF0000"/>
                </a:solidFill>
                <a:latin typeface="Cambria"/>
                <a:cs typeface="Cambria"/>
              </a:rPr>
              <a:t>Used</a:t>
            </a:r>
            <a:r>
              <a:rPr sz="1450" b="1" spc="35" dirty="0" smtClean="0">
                <a:solidFill>
                  <a:srgbClr val="FF0000"/>
                </a:solidFill>
                <a:latin typeface="Cambria"/>
                <a:cs typeface="Cambria"/>
              </a:rPr>
              <a:t> </a:t>
            </a:r>
            <a:r>
              <a:rPr sz="1450" b="1" spc="-20" dirty="0">
                <a:solidFill>
                  <a:srgbClr val="FF0000"/>
                </a:solidFill>
                <a:latin typeface="Cambria"/>
                <a:cs typeface="Cambria"/>
              </a:rPr>
              <a:t>when</a:t>
            </a:r>
            <a:r>
              <a:rPr sz="1450" b="1" spc="175" dirty="0">
                <a:solidFill>
                  <a:srgbClr val="FF0000"/>
                </a:solidFill>
                <a:latin typeface="Cambria"/>
                <a:cs typeface="Cambria"/>
              </a:rPr>
              <a:t> </a:t>
            </a:r>
            <a:r>
              <a:rPr sz="1450" b="1" spc="-20" dirty="0">
                <a:solidFill>
                  <a:srgbClr val="FF0000"/>
                </a:solidFill>
                <a:latin typeface="Cambria"/>
                <a:cs typeface="Cambria"/>
              </a:rPr>
              <a:t>unable</a:t>
            </a:r>
            <a:r>
              <a:rPr sz="1450" b="1" spc="75" dirty="0">
                <a:solidFill>
                  <a:srgbClr val="FF0000"/>
                </a:solidFill>
                <a:latin typeface="Cambria"/>
                <a:cs typeface="Cambria"/>
              </a:rPr>
              <a:t> </a:t>
            </a:r>
            <a:r>
              <a:rPr sz="1450" b="1" dirty="0">
                <a:solidFill>
                  <a:srgbClr val="FF0000"/>
                </a:solidFill>
                <a:latin typeface="Cambria"/>
                <a:cs typeface="Cambria"/>
              </a:rPr>
              <a:t>to</a:t>
            </a:r>
            <a:r>
              <a:rPr sz="1450" b="1" spc="10" dirty="0">
                <a:solidFill>
                  <a:srgbClr val="FF0000"/>
                </a:solidFill>
                <a:latin typeface="Cambria"/>
                <a:cs typeface="Cambria"/>
              </a:rPr>
              <a:t> </a:t>
            </a:r>
            <a:r>
              <a:rPr lang="en-US" sz="1450" b="1" spc="10" dirty="0" smtClean="0">
                <a:solidFill>
                  <a:srgbClr val="FF0000"/>
                </a:solidFill>
                <a:latin typeface="Cambria"/>
                <a:cs typeface="Cambria"/>
              </a:rPr>
              <a:t>use </a:t>
            </a:r>
            <a:r>
              <a:rPr lang="en-US" sz="1450" b="1" spc="-120" dirty="0" smtClean="0">
                <a:solidFill>
                  <a:srgbClr val="FF0000"/>
                </a:solidFill>
                <a:latin typeface="Cambria"/>
                <a:cs typeface="Cambria"/>
              </a:rPr>
              <a:t>G</a:t>
            </a:r>
            <a:r>
              <a:rPr sz="1450" b="1" spc="-120" dirty="0" smtClean="0">
                <a:solidFill>
                  <a:srgbClr val="FF0000"/>
                </a:solidFill>
                <a:latin typeface="Cambria"/>
                <a:cs typeface="Cambria"/>
              </a:rPr>
              <a:t>U</a:t>
            </a:r>
            <a:r>
              <a:rPr sz="1450" b="1" spc="-165" dirty="0" smtClean="0">
                <a:solidFill>
                  <a:srgbClr val="FF0000"/>
                </a:solidFill>
                <a:latin typeface="Cambria"/>
                <a:cs typeface="Cambria"/>
              </a:rPr>
              <a:t> </a:t>
            </a:r>
            <a:r>
              <a:rPr sz="1450" b="1" spc="-50" dirty="0">
                <a:solidFill>
                  <a:srgbClr val="FF0000"/>
                </a:solidFill>
                <a:latin typeface="Cambria"/>
                <a:cs typeface="Cambria"/>
              </a:rPr>
              <a:t>I</a:t>
            </a:r>
            <a:endParaRPr sz="1450" b="1" dirty="0">
              <a:solidFill>
                <a:srgbClr val="FF0000"/>
              </a:solidFill>
              <a:latin typeface="Cambria"/>
              <a:cs typeface="Cambria"/>
            </a:endParaRPr>
          </a:p>
          <a:p>
            <a:pPr marL="349250" indent="-228600">
              <a:lnSpc>
                <a:spcPct val="100000"/>
              </a:lnSpc>
              <a:spcBef>
                <a:spcPts val="1110"/>
              </a:spcBef>
              <a:buFont typeface="Arial" panose="020B0604020202020204" pitchFamily="34" charset="0"/>
              <a:buChar char="•"/>
            </a:pPr>
            <a:r>
              <a:rPr lang="en-US" b="1" dirty="0">
                <a:solidFill>
                  <a:srgbClr val="FF0000"/>
                </a:solidFill>
                <a:latin typeface="Cambria"/>
                <a:cs typeface="Cambria"/>
              </a:rPr>
              <a:t>Some </a:t>
            </a:r>
            <a:r>
              <a:rPr b="1" dirty="0">
                <a:solidFill>
                  <a:srgbClr val="FF0000"/>
                </a:solidFill>
                <a:latin typeface="Cambria"/>
                <a:cs typeface="Cambria"/>
              </a:rPr>
              <a:t>comm</a:t>
            </a:r>
            <a:r>
              <a:rPr lang="en-US" b="1" dirty="0">
                <a:solidFill>
                  <a:srgbClr val="FF0000"/>
                </a:solidFill>
                <a:latin typeface="Cambria"/>
                <a:cs typeface="Cambria"/>
              </a:rPr>
              <a:t>a</a:t>
            </a:r>
            <a:r>
              <a:rPr b="1" dirty="0">
                <a:solidFill>
                  <a:srgbClr val="FF0000"/>
                </a:solidFill>
                <a:latin typeface="Cambria"/>
                <a:cs typeface="Cambria"/>
              </a:rPr>
              <a:t>nds used in Linux</a:t>
            </a:r>
            <a:r>
              <a:rPr lang="en-US" b="1" dirty="0">
                <a:solidFill>
                  <a:srgbClr val="FF0000"/>
                </a:solidFill>
                <a:latin typeface="Cambria"/>
                <a:cs typeface="Cambria"/>
              </a:rPr>
              <a:t>:</a:t>
            </a:r>
            <a:endParaRPr b="1" dirty="0">
              <a:solidFill>
                <a:srgbClr val="FF0000"/>
              </a:solidFill>
              <a:latin typeface="Cambria"/>
              <a:cs typeface="Cambria"/>
            </a:endParaRPr>
          </a:p>
          <a:p>
            <a:pPr marL="298450" indent="212725">
              <a:lnSpc>
                <a:spcPct val="100000"/>
              </a:lnSpc>
              <a:spcBef>
                <a:spcPts val="1110"/>
              </a:spcBef>
              <a:buFont typeface="Arial" panose="020B0604020202020204" pitchFamily="34" charset="0"/>
              <a:buChar char="•"/>
              <a:tabLst>
                <a:tab pos="600075" algn="l"/>
              </a:tabLst>
            </a:pPr>
            <a:r>
              <a:rPr lang="en-US" sz="1600" b="1" spc="-25" dirty="0" smtClean="0">
                <a:solidFill>
                  <a:srgbClr val="FF0000"/>
                </a:solidFill>
                <a:latin typeface="Cambria"/>
                <a:cs typeface="Cambria"/>
              </a:rPr>
              <a:t>ls</a:t>
            </a:r>
            <a:r>
              <a:rPr lang="en-US" sz="1450" spc="-25" dirty="0" smtClean="0">
                <a:solidFill>
                  <a:srgbClr val="161616"/>
                </a:solidFill>
                <a:latin typeface="Cambria"/>
                <a:cs typeface="Cambria"/>
              </a:rPr>
              <a:t> </a:t>
            </a:r>
            <a:r>
              <a:rPr lang="en-US" sz="1600" spc="-25" dirty="0" smtClean="0">
                <a:solidFill>
                  <a:schemeClr val="tx1"/>
                </a:solidFill>
                <a:latin typeface="Cambria"/>
                <a:cs typeface="Cambria"/>
              </a:rPr>
              <a:t>U</a:t>
            </a:r>
            <a:r>
              <a:rPr sz="1600" spc="-25" dirty="0" smtClean="0">
                <a:solidFill>
                  <a:schemeClr val="tx1"/>
                </a:solidFill>
                <a:latin typeface="Cambria"/>
                <a:cs typeface="Cambria"/>
              </a:rPr>
              <a:t>sed</a:t>
            </a:r>
            <a:r>
              <a:rPr sz="1600" spc="105" dirty="0" smtClean="0">
                <a:solidFill>
                  <a:schemeClr val="tx1"/>
                </a:solidFill>
                <a:latin typeface="Cambria"/>
                <a:cs typeface="Cambria"/>
              </a:rPr>
              <a:t> </a:t>
            </a:r>
            <a:r>
              <a:rPr sz="1600" dirty="0">
                <a:solidFill>
                  <a:schemeClr val="tx1"/>
                </a:solidFill>
                <a:latin typeface="Cambria"/>
                <a:cs typeface="Cambria"/>
              </a:rPr>
              <a:t>to</a:t>
            </a:r>
            <a:r>
              <a:rPr sz="1600" spc="-30" dirty="0">
                <a:solidFill>
                  <a:schemeClr val="tx1"/>
                </a:solidFill>
                <a:latin typeface="Cambria"/>
                <a:cs typeface="Cambria"/>
              </a:rPr>
              <a:t> </a:t>
            </a:r>
            <a:r>
              <a:rPr sz="1600" dirty="0">
                <a:solidFill>
                  <a:srgbClr val="FF0000"/>
                </a:solidFill>
                <a:latin typeface="Cambria"/>
                <a:cs typeface="Cambria"/>
              </a:rPr>
              <a:t>list</a:t>
            </a:r>
            <a:r>
              <a:rPr sz="1600" spc="40" dirty="0">
                <a:solidFill>
                  <a:schemeClr val="tx1"/>
                </a:solidFill>
                <a:latin typeface="Cambria"/>
                <a:cs typeface="Cambria"/>
              </a:rPr>
              <a:t> </a:t>
            </a:r>
            <a:r>
              <a:rPr sz="1600" dirty="0">
                <a:solidFill>
                  <a:schemeClr val="tx1"/>
                </a:solidFill>
                <a:latin typeface="Cambria"/>
                <a:cs typeface="Cambria"/>
              </a:rPr>
              <a:t>files</a:t>
            </a:r>
            <a:r>
              <a:rPr sz="1600" spc="-25" dirty="0">
                <a:solidFill>
                  <a:schemeClr val="tx1"/>
                </a:solidFill>
                <a:latin typeface="Cambria"/>
                <a:cs typeface="Cambria"/>
              </a:rPr>
              <a:t> </a:t>
            </a:r>
            <a:r>
              <a:rPr sz="1600" dirty="0">
                <a:solidFill>
                  <a:schemeClr val="tx1"/>
                </a:solidFill>
                <a:latin typeface="Cambria"/>
                <a:cs typeface="Cambria"/>
              </a:rPr>
              <a:t>and</a:t>
            </a:r>
            <a:r>
              <a:rPr sz="1600" spc="-10" dirty="0">
                <a:solidFill>
                  <a:schemeClr val="tx1"/>
                </a:solidFill>
                <a:latin typeface="Cambria"/>
                <a:cs typeface="Cambria"/>
              </a:rPr>
              <a:t> </a:t>
            </a:r>
            <a:r>
              <a:rPr sz="1600" spc="-20" dirty="0">
                <a:solidFill>
                  <a:schemeClr val="tx1"/>
                </a:solidFill>
                <a:latin typeface="Cambria"/>
                <a:cs typeface="Cambria"/>
              </a:rPr>
              <a:t>folders</a:t>
            </a:r>
            <a:r>
              <a:rPr sz="1600" spc="-55" dirty="0">
                <a:solidFill>
                  <a:schemeClr val="tx1"/>
                </a:solidFill>
                <a:latin typeface="Cambria"/>
                <a:cs typeface="Cambria"/>
              </a:rPr>
              <a:t> </a:t>
            </a:r>
            <a:r>
              <a:rPr sz="1600" dirty="0">
                <a:solidFill>
                  <a:schemeClr val="tx1"/>
                </a:solidFill>
                <a:latin typeface="Cambria"/>
                <a:cs typeface="Cambria"/>
              </a:rPr>
              <a:t>in</a:t>
            </a:r>
            <a:r>
              <a:rPr sz="1600" spc="-10" dirty="0">
                <a:solidFill>
                  <a:schemeClr val="tx1"/>
                </a:solidFill>
                <a:latin typeface="Cambria"/>
                <a:cs typeface="Cambria"/>
              </a:rPr>
              <a:t> </a:t>
            </a:r>
            <a:r>
              <a:rPr sz="1600" dirty="0">
                <a:solidFill>
                  <a:schemeClr val="tx1"/>
                </a:solidFill>
                <a:latin typeface="Cambria"/>
                <a:cs typeface="Cambria"/>
              </a:rPr>
              <a:t>the</a:t>
            </a:r>
            <a:r>
              <a:rPr sz="1600" spc="-30" dirty="0">
                <a:solidFill>
                  <a:schemeClr val="tx1"/>
                </a:solidFill>
                <a:latin typeface="Cambria"/>
                <a:cs typeface="Cambria"/>
              </a:rPr>
              <a:t> </a:t>
            </a:r>
            <a:r>
              <a:rPr sz="1600" spc="-20" dirty="0">
                <a:solidFill>
                  <a:schemeClr val="tx1"/>
                </a:solidFill>
                <a:latin typeface="Cambria"/>
                <a:cs typeface="Cambria"/>
              </a:rPr>
              <a:t>current</a:t>
            </a:r>
            <a:r>
              <a:rPr sz="1600" spc="65" dirty="0">
                <a:solidFill>
                  <a:schemeClr val="tx1"/>
                </a:solidFill>
                <a:latin typeface="Cambria"/>
                <a:cs typeface="Cambria"/>
              </a:rPr>
              <a:t> </a:t>
            </a:r>
            <a:r>
              <a:rPr sz="1600" spc="-30" dirty="0">
                <a:solidFill>
                  <a:schemeClr val="tx1"/>
                </a:solidFill>
                <a:latin typeface="Cambria"/>
                <a:cs typeface="Cambria"/>
              </a:rPr>
              <a:t>working</a:t>
            </a:r>
            <a:r>
              <a:rPr sz="1600" spc="-20" dirty="0">
                <a:solidFill>
                  <a:schemeClr val="tx1"/>
                </a:solidFill>
                <a:latin typeface="Cambria"/>
                <a:cs typeface="Cambria"/>
              </a:rPr>
              <a:t> </a:t>
            </a:r>
            <a:r>
              <a:rPr sz="1600" spc="-10" dirty="0">
                <a:solidFill>
                  <a:schemeClr val="tx1"/>
                </a:solidFill>
                <a:latin typeface="Cambria"/>
                <a:cs typeface="Cambria"/>
              </a:rPr>
              <a:t>directori</a:t>
            </a:r>
            <a:r>
              <a:rPr sz="1600" spc="-10" dirty="0">
                <a:latin typeface="Cambria"/>
                <a:cs typeface="Cambria"/>
              </a:rPr>
              <a:t>es</a:t>
            </a:r>
            <a:endParaRPr sz="1600" dirty="0">
              <a:latin typeface="Cambria"/>
              <a:cs typeface="Cambria"/>
            </a:endParaRPr>
          </a:p>
          <a:p>
            <a:pPr marL="511175" indent="-228600">
              <a:lnSpc>
                <a:spcPct val="100000"/>
              </a:lnSpc>
              <a:spcBef>
                <a:spcPts val="1135"/>
              </a:spcBef>
              <a:buFont typeface="Arial" panose="020B0604020202020204" pitchFamily="34" charset="0"/>
              <a:buChar char="•"/>
            </a:pPr>
            <a:r>
              <a:rPr lang="en-US" sz="1400" b="1" spc="-25" dirty="0" smtClean="0">
                <a:solidFill>
                  <a:srgbClr val="FF0000"/>
                </a:solidFill>
                <a:latin typeface="Cambria"/>
                <a:cs typeface="Cambria"/>
              </a:rPr>
              <a:t>ls –l </a:t>
            </a:r>
            <a:r>
              <a:rPr lang="en-US" sz="1600" spc="-35" dirty="0" smtClean="0">
                <a:solidFill>
                  <a:schemeClr val="tx1"/>
                </a:solidFill>
                <a:latin typeface="Cambria"/>
                <a:cs typeface="Cambria"/>
              </a:rPr>
              <a:t>U</a:t>
            </a:r>
            <a:r>
              <a:rPr sz="1600" spc="-35" dirty="0" smtClean="0">
                <a:solidFill>
                  <a:schemeClr val="tx1"/>
                </a:solidFill>
                <a:latin typeface="Cambria"/>
                <a:cs typeface="Cambria"/>
              </a:rPr>
              <a:t>sed</a:t>
            </a:r>
            <a:r>
              <a:rPr sz="1600" spc="15" dirty="0" smtClean="0">
                <a:solidFill>
                  <a:schemeClr val="tx1"/>
                </a:solidFill>
                <a:latin typeface="Cambria"/>
                <a:cs typeface="Cambria"/>
              </a:rPr>
              <a:t> </a:t>
            </a:r>
            <a:r>
              <a:rPr sz="1600" dirty="0">
                <a:solidFill>
                  <a:schemeClr val="tx1"/>
                </a:solidFill>
                <a:latin typeface="Cambria"/>
                <a:cs typeface="Cambria"/>
              </a:rPr>
              <a:t>to</a:t>
            </a:r>
            <a:r>
              <a:rPr sz="1600" spc="-15" dirty="0">
                <a:solidFill>
                  <a:schemeClr val="tx1"/>
                </a:solidFill>
                <a:latin typeface="Cambria"/>
                <a:cs typeface="Cambria"/>
              </a:rPr>
              <a:t> </a:t>
            </a:r>
            <a:r>
              <a:rPr sz="1600" dirty="0">
                <a:solidFill>
                  <a:srgbClr val="FF0000"/>
                </a:solidFill>
                <a:latin typeface="Cambria"/>
                <a:cs typeface="Cambria"/>
              </a:rPr>
              <a:t>Sort</a:t>
            </a:r>
            <a:r>
              <a:rPr sz="1600" spc="45" dirty="0">
                <a:solidFill>
                  <a:schemeClr val="tx1"/>
                </a:solidFill>
                <a:latin typeface="Cambria"/>
                <a:cs typeface="Cambria"/>
              </a:rPr>
              <a:t> </a:t>
            </a:r>
            <a:r>
              <a:rPr sz="1600" spc="-35" dirty="0" smtClean="0">
                <a:solidFill>
                  <a:schemeClr val="tx1"/>
                </a:solidFill>
                <a:latin typeface="Cambria"/>
                <a:cs typeface="Cambria"/>
              </a:rPr>
              <a:t>f</a:t>
            </a:r>
            <a:r>
              <a:rPr lang="en-US" sz="1600" spc="-35" dirty="0" smtClean="0">
                <a:solidFill>
                  <a:schemeClr val="tx1"/>
                </a:solidFill>
                <a:latin typeface="Cambria"/>
                <a:cs typeface="Cambria"/>
              </a:rPr>
              <a:t>il</a:t>
            </a:r>
            <a:r>
              <a:rPr sz="1600" spc="-35" dirty="0" smtClean="0">
                <a:solidFill>
                  <a:schemeClr val="tx1"/>
                </a:solidFill>
                <a:latin typeface="Cambria"/>
                <a:cs typeface="Cambria"/>
              </a:rPr>
              <a:t>e</a:t>
            </a:r>
            <a:r>
              <a:rPr sz="1600" spc="-25" dirty="0" smtClean="0">
                <a:solidFill>
                  <a:schemeClr val="tx1"/>
                </a:solidFill>
                <a:latin typeface="Cambria"/>
                <a:cs typeface="Cambria"/>
              </a:rPr>
              <a:t> </a:t>
            </a:r>
            <a:r>
              <a:rPr sz="1600" dirty="0">
                <a:solidFill>
                  <a:schemeClr val="tx1"/>
                </a:solidFill>
                <a:latin typeface="Cambria"/>
                <a:cs typeface="Cambria"/>
              </a:rPr>
              <a:t>as</a:t>
            </a:r>
            <a:r>
              <a:rPr sz="1600" spc="-50" dirty="0">
                <a:solidFill>
                  <a:schemeClr val="tx1"/>
                </a:solidFill>
                <a:latin typeface="Cambria"/>
                <a:cs typeface="Cambria"/>
              </a:rPr>
              <a:t> </a:t>
            </a:r>
            <a:r>
              <a:rPr sz="1600" spc="-10" dirty="0">
                <a:solidFill>
                  <a:schemeClr val="tx1"/>
                </a:solidFill>
                <a:latin typeface="Cambria"/>
                <a:cs typeface="Cambria"/>
              </a:rPr>
              <a:t>per</a:t>
            </a:r>
            <a:r>
              <a:rPr sz="1600" spc="15" dirty="0">
                <a:solidFill>
                  <a:schemeClr val="tx1"/>
                </a:solidFill>
                <a:latin typeface="Cambria"/>
                <a:cs typeface="Cambria"/>
              </a:rPr>
              <a:t> </a:t>
            </a:r>
            <a:r>
              <a:rPr sz="1600" spc="-70" dirty="0">
                <a:solidFill>
                  <a:schemeClr val="tx1"/>
                </a:solidFill>
                <a:latin typeface="Cambria"/>
                <a:cs typeface="Cambria"/>
              </a:rPr>
              <a:t>last</a:t>
            </a:r>
            <a:r>
              <a:rPr sz="1600" spc="-10" dirty="0">
                <a:solidFill>
                  <a:schemeClr val="tx1"/>
                </a:solidFill>
                <a:latin typeface="Cambria"/>
                <a:cs typeface="Cambria"/>
              </a:rPr>
              <a:t> </a:t>
            </a:r>
            <a:r>
              <a:rPr sz="1600" spc="-25" dirty="0">
                <a:solidFill>
                  <a:schemeClr val="tx1"/>
                </a:solidFill>
                <a:latin typeface="Cambria"/>
                <a:cs typeface="Cambria"/>
              </a:rPr>
              <a:t>modified</a:t>
            </a:r>
            <a:r>
              <a:rPr sz="1600" spc="105" dirty="0">
                <a:solidFill>
                  <a:schemeClr val="tx1"/>
                </a:solidFill>
                <a:latin typeface="Cambria"/>
                <a:cs typeface="Cambria"/>
              </a:rPr>
              <a:t> </a:t>
            </a:r>
            <a:r>
              <a:rPr sz="1600" spc="-60" dirty="0">
                <a:solidFill>
                  <a:srgbClr val="FF0000"/>
                </a:solidFill>
                <a:latin typeface="Cambria"/>
                <a:cs typeface="Cambria"/>
              </a:rPr>
              <a:t>time</a:t>
            </a:r>
            <a:r>
              <a:rPr sz="1600" spc="-5" dirty="0">
                <a:solidFill>
                  <a:schemeClr val="tx1"/>
                </a:solidFill>
                <a:latin typeface="Cambria"/>
                <a:cs typeface="Cambria"/>
              </a:rPr>
              <a:t> </a:t>
            </a:r>
            <a:r>
              <a:rPr sz="1600" spc="-30" dirty="0">
                <a:solidFill>
                  <a:schemeClr val="tx1"/>
                </a:solidFill>
                <a:latin typeface="Cambria"/>
                <a:cs typeface="Cambria"/>
              </a:rPr>
              <a:t>and</a:t>
            </a:r>
            <a:r>
              <a:rPr sz="1600" spc="-5" dirty="0">
                <a:solidFill>
                  <a:schemeClr val="tx1"/>
                </a:solidFill>
                <a:latin typeface="Cambria"/>
                <a:cs typeface="Cambria"/>
              </a:rPr>
              <a:t> </a:t>
            </a:r>
            <a:r>
              <a:rPr sz="1600" spc="-45" dirty="0">
                <a:solidFill>
                  <a:srgbClr val="FF0000"/>
                </a:solidFill>
                <a:latin typeface="Cambria"/>
                <a:cs typeface="Cambria"/>
              </a:rPr>
              <a:t>permission</a:t>
            </a:r>
            <a:r>
              <a:rPr sz="1600" spc="105" dirty="0">
                <a:solidFill>
                  <a:schemeClr val="tx1"/>
                </a:solidFill>
                <a:latin typeface="Cambria"/>
                <a:cs typeface="Cambria"/>
              </a:rPr>
              <a:t> </a:t>
            </a:r>
            <a:r>
              <a:rPr sz="1600" spc="-20" dirty="0" smtClean="0">
                <a:solidFill>
                  <a:schemeClr val="tx1"/>
                </a:solidFill>
                <a:latin typeface="Cambria"/>
                <a:cs typeface="Cambria"/>
              </a:rPr>
              <a:t>typ</a:t>
            </a:r>
            <a:r>
              <a:rPr lang="en-US" sz="1600" spc="-20" dirty="0" smtClean="0">
                <a:solidFill>
                  <a:schemeClr val="tx1"/>
                </a:solidFill>
                <a:latin typeface="Cambria"/>
                <a:cs typeface="Cambria"/>
              </a:rPr>
              <a:t>e for file or directory</a:t>
            </a:r>
          </a:p>
          <a:p>
            <a:pPr marL="540385" indent="-285750">
              <a:spcBef>
                <a:spcPts val="1135"/>
              </a:spcBef>
              <a:buFont typeface="Arial" panose="020B0604020202020204" pitchFamily="34" charset="0"/>
              <a:buChar char="•"/>
            </a:pPr>
            <a:r>
              <a:rPr lang="en-US" sz="1600" b="1" dirty="0" smtClean="0">
                <a:solidFill>
                  <a:srgbClr val="FF0000"/>
                </a:solidFill>
                <a:latin typeface="Cambria"/>
                <a:cs typeface="Cambria"/>
              </a:rPr>
              <a:t>cd</a:t>
            </a:r>
            <a:r>
              <a:rPr lang="en-US" sz="1600" dirty="0" smtClean="0">
                <a:solidFill>
                  <a:srgbClr val="1C1C1C"/>
                </a:solidFill>
                <a:latin typeface="Cambria"/>
                <a:cs typeface="Cambria"/>
              </a:rPr>
              <a:t> Used to </a:t>
            </a:r>
            <a:r>
              <a:rPr lang="en-US" sz="1600" dirty="0" smtClean="0">
                <a:solidFill>
                  <a:srgbClr val="FF0000"/>
                </a:solidFill>
                <a:latin typeface="Cambria"/>
                <a:cs typeface="Cambria"/>
              </a:rPr>
              <a:t>change directory</a:t>
            </a:r>
            <a:r>
              <a:rPr lang="en-US" sz="1600" spc="165" dirty="0" smtClean="0">
                <a:solidFill>
                  <a:srgbClr val="FF0000"/>
                </a:solidFill>
                <a:latin typeface="Cambria"/>
                <a:cs typeface="Cambria"/>
              </a:rPr>
              <a:t> </a:t>
            </a:r>
            <a:r>
              <a:rPr lang="en-US" sz="1600" dirty="0" smtClean="0">
                <a:solidFill>
                  <a:srgbClr val="181818"/>
                </a:solidFill>
                <a:latin typeface="Cambria"/>
                <a:cs typeface="Cambria"/>
              </a:rPr>
              <a:t>from</a:t>
            </a:r>
            <a:r>
              <a:rPr lang="en-US" sz="1600" spc="100" dirty="0" smtClean="0">
                <a:solidFill>
                  <a:srgbClr val="181818"/>
                </a:solidFill>
                <a:latin typeface="Cambria"/>
                <a:cs typeface="Cambria"/>
              </a:rPr>
              <a:t> </a:t>
            </a:r>
            <a:r>
              <a:rPr lang="en-US" sz="1600" dirty="0" smtClean="0">
                <a:latin typeface="Cambria"/>
                <a:cs typeface="Cambria"/>
              </a:rPr>
              <a:t>the</a:t>
            </a:r>
            <a:r>
              <a:rPr lang="en-US" sz="1600" spc="35" dirty="0" smtClean="0">
                <a:latin typeface="Cambria"/>
                <a:cs typeface="Cambria"/>
              </a:rPr>
              <a:t> </a:t>
            </a:r>
            <a:r>
              <a:rPr lang="en-US" sz="1600" dirty="0" smtClean="0">
                <a:latin typeface="Cambria"/>
                <a:cs typeface="Cambria"/>
              </a:rPr>
              <a:t>current</a:t>
            </a:r>
            <a:r>
              <a:rPr lang="en-US" sz="1600" spc="130" dirty="0" smtClean="0">
                <a:latin typeface="Cambria"/>
                <a:cs typeface="Cambria"/>
              </a:rPr>
              <a:t> </a:t>
            </a:r>
            <a:r>
              <a:rPr lang="en-US" sz="1600" dirty="0" smtClean="0">
                <a:solidFill>
                  <a:srgbClr val="161616"/>
                </a:solidFill>
                <a:latin typeface="Cambria"/>
                <a:cs typeface="Cambria"/>
              </a:rPr>
              <a:t>you</a:t>
            </a:r>
            <a:r>
              <a:rPr lang="en-US" sz="1600" spc="105" dirty="0" smtClean="0">
                <a:solidFill>
                  <a:srgbClr val="161616"/>
                </a:solidFill>
                <a:latin typeface="Cambria"/>
                <a:cs typeface="Cambria"/>
              </a:rPr>
              <a:t> are </a:t>
            </a:r>
            <a:r>
              <a:rPr lang="en-US" sz="1600" dirty="0" smtClean="0">
                <a:solidFill>
                  <a:srgbClr val="0F0F0F"/>
                </a:solidFill>
                <a:latin typeface="Cambria"/>
                <a:cs typeface="Cambria"/>
              </a:rPr>
              <a:t>working</a:t>
            </a:r>
            <a:r>
              <a:rPr lang="en-US" sz="1600" spc="155" dirty="0" smtClean="0">
                <a:solidFill>
                  <a:srgbClr val="0F0F0F"/>
                </a:solidFill>
                <a:latin typeface="Cambria"/>
                <a:cs typeface="Cambria"/>
              </a:rPr>
              <a:t> </a:t>
            </a:r>
            <a:r>
              <a:rPr lang="en-US" sz="1600" dirty="0" smtClean="0">
                <a:solidFill>
                  <a:srgbClr val="161616"/>
                </a:solidFill>
                <a:latin typeface="Cambria"/>
                <a:cs typeface="Cambria"/>
              </a:rPr>
              <a:t>on</a:t>
            </a:r>
            <a:r>
              <a:rPr lang="en-US" sz="1600" spc="150" dirty="0" smtClean="0">
                <a:solidFill>
                  <a:srgbClr val="161616"/>
                </a:solidFill>
                <a:latin typeface="Cambria"/>
                <a:cs typeface="Cambria"/>
              </a:rPr>
              <a:t> </a:t>
            </a:r>
            <a:r>
              <a:rPr lang="en-US" sz="1600" spc="-25" dirty="0" smtClean="0">
                <a:solidFill>
                  <a:srgbClr val="363636"/>
                </a:solidFill>
                <a:latin typeface="Cambria"/>
                <a:cs typeface="Cambria"/>
              </a:rPr>
              <a:t>to other</a:t>
            </a:r>
          </a:p>
          <a:p>
            <a:pPr marL="540385" indent="-285750">
              <a:spcBef>
                <a:spcPts val="1135"/>
              </a:spcBef>
              <a:buFont typeface="Arial" panose="020B0604020202020204" pitchFamily="34" charset="0"/>
              <a:buChar char="•"/>
            </a:pPr>
            <a:r>
              <a:rPr lang="en-US" sz="1600" b="1" spc="-25" dirty="0" smtClean="0">
                <a:solidFill>
                  <a:srgbClr val="FF0000"/>
                </a:solidFill>
                <a:latin typeface="Cambria"/>
                <a:cs typeface="Cambria"/>
              </a:rPr>
              <a:t>cd/ </a:t>
            </a:r>
            <a:r>
              <a:rPr lang="en-US" sz="1600" spc="-25" dirty="0" smtClean="0">
                <a:solidFill>
                  <a:srgbClr val="363636"/>
                </a:solidFill>
                <a:latin typeface="Cambria"/>
                <a:cs typeface="Cambria"/>
              </a:rPr>
              <a:t>Take you to the root directory</a:t>
            </a:r>
          </a:p>
          <a:p>
            <a:pPr marL="577850" lvl="1">
              <a:spcBef>
                <a:spcPts val="1135"/>
              </a:spcBef>
            </a:pPr>
            <a:r>
              <a:rPr lang="en-US" sz="1600" dirty="0" smtClean="0">
                <a:solidFill>
                  <a:srgbClr val="151515"/>
                </a:solidFill>
                <a:latin typeface="Times New Roman"/>
                <a:cs typeface="Times New Roman"/>
              </a:rPr>
              <a:t>Example</a:t>
            </a:r>
            <a:r>
              <a:rPr lang="en-US" sz="1600" spc="90" dirty="0">
                <a:solidFill>
                  <a:srgbClr val="151515"/>
                </a:solidFill>
                <a:latin typeface="Times New Roman"/>
                <a:cs typeface="Times New Roman"/>
              </a:rPr>
              <a:t>:</a:t>
            </a:r>
            <a:r>
              <a:rPr lang="en-US" sz="1600" spc="330" dirty="0" smtClean="0">
                <a:solidFill>
                  <a:srgbClr val="898970"/>
                </a:solidFill>
                <a:latin typeface="Times New Roman"/>
                <a:cs typeface="Times New Roman"/>
              </a:rPr>
              <a:t> </a:t>
            </a:r>
            <a:r>
              <a:rPr lang="en-US" sz="1600" b="1" spc="145" dirty="0" smtClean="0">
                <a:solidFill>
                  <a:srgbClr val="FF0000"/>
                </a:solidFill>
                <a:latin typeface="Times New Roman"/>
                <a:cs typeface="Times New Roman"/>
              </a:rPr>
              <a:t>root/d1/d2/d4$</a:t>
            </a:r>
            <a:r>
              <a:rPr lang="en-US" sz="1600" b="1" dirty="0" smtClean="0">
                <a:solidFill>
                  <a:srgbClr val="FF0000"/>
                </a:solidFill>
                <a:latin typeface="Times New Roman"/>
                <a:cs typeface="Times New Roman"/>
              </a:rPr>
              <a:t> </a:t>
            </a:r>
            <a:r>
              <a:rPr lang="en-US" sz="1600" b="1" spc="155" dirty="0" smtClean="0">
                <a:solidFill>
                  <a:srgbClr val="FF0000"/>
                </a:solidFill>
                <a:latin typeface="Times New Roman"/>
                <a:cs typeface="Times New Roman"/>
              </a:rPr>
              <a:t>cd</a:t>
            </a:r>
            <a:r>
              <a:rPr lang="en-US" sz="1600" b="1" spc="-10" dirty="0" smtClean="0">
                <a:solidFill>
                  <a:srgbClr val="FF0000"/>
                </a:solidFill>
                <a:latin typeface="Times New Roman"/>
                <a:cs typeface="Times New Roman"/>
              </a:rPr>
              <a:t> </a:t>
            </a:r>
            <a:r>
              <a:rPr lang="en-US" sz="1600" spc="60" dirty="0" smtClean="0">
                <a:solidFill>
                  <a:srgbClr val="5D3426"/>
                </a:solidFill>
                <a:latin typeface="Times New Roman"/>
                <a:cs typeface="Times New Roman"/>
              </a:rPr>
              <a:t>…</a:t>
            </a:r>
            <a:r>
              <a:rPr lang="en-US" sz="1600" dirty="0" smtClean="0">
                <a:solidFill>
                  <a:srgbClr val="5D3426"/>
                </a:solidFill>
                <a:latin typeface="Times New Roman"/>
                <a:cs typeface="Times New Roman"/>
              </a:rPr>
              <a:t>	</a:t>
            </a:r>
            <a:r>
              <a:rPr lang="en-US" sz="1600" spc="-10" dirty="0" smtClean="0">
                <a:latin typeface="Times New Roman"/>
                <a:cs typeface="Times New Roman"/>
              </a:rPr>
              <a:t>Becomes</a:t>
            </a:r>
            <a:r>
              <a:rPr lang="en-US" sz="1600" spc="335" dirty="0" smtClean="0">
                <a:latin typeface="Times New Roman"/>
                <a:cs typeface="Times New Roman"/>
              </a:rPr>
              <a:t> </a:t>
            </a:r>
            <a:r>
              <a:rPr lang="en-US" sz="1600" b="1" spc="-10" dirty="0" smtClean="0">
                <a:solidFill>
                  <a:srgbClr val="FF0000"/>
                </a:solidFill>
                <a:latin typeface="Times New Roman"/>
                <a:cs typeface="Times New Roman"/>
              </a:rPr>
              <a:t>root$</a:t>
            </a:r>
            <a:endParaRPr sz="1500" b="1" dirty="0">
              <a:solidFill>
                <a:srgbClr val="FF0000"/>
              </a:solidFill>
              <a:latin typeface="Cambria"/>
              <a:cs typeface="Cambria"/>
            </a:endParaRPr>
          </a:p>
        </p:txBody>
      </p:sp>
      <p:sp>
        <p:nvSpPr>
          <p:cNvPr id="16" name="Date Placeholder 15"/>
          <p:cNvSpPr>
            <a:spLocks noGrp="1"/>
          </p:cNvSpPr>
          <p:nvPr>
            <p:ph type="dt" sz="half" idx="6"/>
          </p:nvPr>
        </p:nvSpPr>
        <p:spPr/>
        <p:txBody>
          <a:bodyPr/>
          <a:lstStyle/>
          <a:p>
            <a:fld id="{59A03831-3C65-4D4E-9C8A-4464C05E0DDB}"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70962" y="676275"/>
            <a:ext cx="5999638" cy="3570336"/>
          </a:xfrm>
          <a:prstGeom prst="rect">
            <a:avLst/>
          </a:prstGeom>
        </p:spPr>
        <p:txBody>
          <a:bodyPr vert="horz" wrap="square" lIns="0" tIns="12700" rIns="0" bIns="0" rtlCol="0">
            <a:spAutoFit/>
          </a:bodyPr>
          <a:lstStyle/>
          <a:p>
            <a:pPr marL="53975">
              <a:lnSpc>
                <a:spcPct val="100000"/>
              </a:lnSpc>
              <a:spcBef>
                <a:spcPts val="100"/>
              </a:spcBef>
              <a:tabLst>
                <a:tab pos="3408045" algn="l"/>
              </a:tabLst>
            </a:pPr>
            <a:r>
              <a:rPr lang="en-US" b="1" dirty="0" smtClean="0">
                <a:solidFill>
                  <a:srgbClr val="FF0000"/>
                </a:solidFill>
              </a:rPr>
              <a:t>Some commands used in Linux: …</a:t>
            </a:r>
            <a:endParaRPr lang="en-US" dirty="0" smtClean="0">
              <a:solidFill>
                <a:srgbClr val="FF0000"/>
              </a:solidFill>
              <a:latin typeface="Times New Roman"/>
              <a:cs typeface="Times New Roman"/>
            </a:endParaRPr>
          </a:p>
          <a:p>
            <a:pPr marL="514350" indent="-285750">
              <a:lnSpc>
                <a:spcPct val="100000"/>
              </a:lnSpc>
              <a:spcBef>
                <a:spcPts val="100"/>
              </a:spcBef>
              <a:buFont typeface="Arial" panose="020B0604020202020204" pitchFamily="34" charset="0"/>
              <a:buChar char="•"/>
              <a:tabLst>
                <a:tab pos="3408045" algn="l"/>
              </a:tabLst>
            </a:pPr>
            <a:endParaRPr lang="en-US" sz="800" dirty="0" smtClean="0">
              <a:solidFill>
                <a:srgbClr val="151515"/>
              </a:solidFill>
              <a:latin typeface="Times New Roman"/>
              <a:cs typeface="Times New Roman"/>
            </a:endParaRPr>
          </a:p>
          <a:p>
            <a:pPr marL="298450" indent="-177800">
              <a:lnSpc>
                <a:spcPct val="100000"/>
              </a:lnSpc>
              <a:spcBef>
                <a:spcPts val="1105"/>
              </a:spcBef>
              <a:buFont typeface="Arial" panose="020B0604020202020204" pitchFamily="34" charset="0"/>
              <a:buChar char="•"/>
              <a:tabLst>
                <a:tab pos="819785" algn="l"/>
              </a:tabLst>
            </a:pPr>
            <a:r>
              <a:rPr lang="en-US" sz="1600" b="1" dirty="0" smtClean="0">
                <a:solidFill>
                  <a:srgbClr val="FF0000"/>
                </a:solidFill>
                <a:latin typeface="Times New Roman"/>
                <a:cs typeface="Times New Roman"/>
              </a:rPr>
              <a:t>c</a:t>
            </a:r>
            <a:r>
              <a:rPr sz="1600" b="1" dirty="0" smtClean="0">
                <a:solidFill>
                  <a:srgbClr val="FF0000"/>
                </a:solidFill>
                <a:latin typeface="Times New Roman"/>
                <a:cs typeface="Times New Roman"/>
              </a:rPr>
              <a:t>d</a:t>
            </a:r>
            <a:r>
              <a:rPr lang="en-US" sz="1600" b="1" spc="370" dirty="0" smtClean="0">
                <a:solidFill>
                  <a:srgbClr val="FF0000"/>
                </a:solidFill>
                <a:latin typeface="Times New Roman"/>
                <a:cs typeface="Times New Roman"/>
              </a:rPr>
              <a:t> ..</a:t>
            </a:r>
            <a:r>
              <a:rPr sz="1600" dirty="0">
                <a:latin typeface="Times New Roman"/>
                <a:cs typeface="Times New Roman"/>
              </a:rPr>
              <a:t>	</a:t>
            </a:r>
            <a:r>
              <a:rPr lang="en-US" sz="1600" dirty="0">
                <a:solidFill>
                  <a:srgbClr val="161616"/>
                </a:solidFill>
                <a:latin typeface="Times New Roman"/>
                <a:cs typeface="Times New Roman"/>
              </a:rPr>
              <a:t>U</a:t>
            </a:r>
            <a:r>
              <a:rPr sz="1600" dirty="0">
                <a:solidFill>
                  <a:srgbClr val="161616"/>
                </a:solidFill>
                <a:latin typeface="Times New Roman"/>
                <a:cs typeface="Times New Roman"/>
              </a:rPr>
              <a:t>sed</a:t>
            </a:r>
            <a:r>
              <a:rPr lang="en-US" sz="1600" dirty="0">
                <a:solidFill>
                  <a:srgbClr val="161616"/>
                </a:solidFill>
                <a:latin typeface="Times New Roman"/>
                <a:cs typeface="Times New Roman"/>
              </a:rPr>
              <a:t> to </a:t>
            </a:r>
            <a:r>
              <a:rPr lang="en-US" sz="1600" dirty="0">
                <a:solidFill>
                  <a:srgbClr val="FF0000"/>
                </a:solidFill>
                <a:latin typeface="Times New Roman"/>
                <a:cs typeface="Times New Roman"/>
              </a:rPr>
              <a:t>return back </a:t>
            </a:r>
            <a:r>
              <a:rPr lang="en-US" sz="1600" dirty="0">
                <a:solidFill>
                  <a:srgbClr val="161616"/>
                </a:solidFill>
                <a:latin typeface="Times New Roman"/>
                <a:cs typeface="Times New Roman"/>
              </a:rPr>
              <a:t>one directory from the current directory</a:t>
            </a:r>
            <a:endParaRPr sz="1600" dirty="0">
              <a:solidFill>
                <a:srgbClr val="161616"/>
              </a:solidFill>
              <a:latin typeface="Times New Roman"/>
              <a:cs typeface="Times New Roman"/>
            </a:endParaRPr>
          </a:p>
          <a:p>
            <a:pPr marL="521334">
              <a:lnSpc>
                <a:spcPct val="100000"/>
              </a:lnSpc>
              <a:spcBef>
                <a:spcPts val="1075"/>
              </a:spcBef>
              <a:tabLst>
                <a:tab pos="3408045" algn="l"/>
              </a:tabLst>
            </a:pPr>
            <a:r>
              <a:rPr sz="1600" b="1" dirty="0" smtClean="0">
                <a:latin typeface="Times New Roman"/>
                <a:cs typeface="Times New Roman"/>
              </a:rPr>
              <a:t>Example</a:t>
            </a:r>
            <a:r>
              <a:rPr sz="1600" dirty="0" smtClean="0">
                <a:solidFill>
                  <a:srgbClr val="1F1F1F"/>
                </a:solidFill>
                <a:latin typeface="Times New Roman"/>
                <a:cs typeface="Times New Roman"/>
              </a:rPr>
              <a:t>:</a:t>
            </a:r>
            <a:r>
              <a:rPr sz="1600" spc="105" dirty="0" smtClean="0">
                <a:solidFill>
                  <a:srgbClr val="1F1F1F"/>
                </a:solidFill>
                <a:latin typeface="Times New Roman"/>
                <a:cs typeface="Times New Roman"/>
              </a:rPr>
              <a:t>  </a:t>
            </a:r>
            <a:r>
              <a:rPr sz="1600" b="1" spc="135" dirty="0" smtClean="0">
                <a:solidFill>
                  <a:srgbClr val="FF0000"/>
                </a:solidFill>
                <a:latin typeface="Times New Roman"/>
                <a:cs typeface="Times New Roman"/>
              </a:rPr>
              <a:t>root/dl</a:t>
            </a:r>
            <a:r>
              <a:rPr lang="en-US" sz="1600" b="1" spc="135" dirty="0" smtClean="0">
                <a:solidFill>
                  <a:srgbClr val="FF0000"/>
                </a:solidFill>
                <a:latin typeface="Times New Roman"/>
                <a:cs typeface="Times New Roman"/>
              </a:rPr>
              <a:t>/</a:t>
            </a:r>
            <a:r>
              <a:rPr sz="1600" b="1" spc="135" dirty="0" smtClean="0">
                <a:solidFill>
                  <a:srgbClr val="FF0000"/>
                </a:solidFill>
                <a:latin typeface="Times New Roman"/>
                <a:cs typeface="Times New Roman"/>
              </a:rPr>
              <a:t>d2/d4</a:t>
            </a:r>
            <a:r>
              <a:rPr lang="en-US" sz="1600" b="1" spc="135" dirty="0" smtClean="0">
                <a:solidFill>
                  <a:srgbClr val="FF0000"/>
                </a:solidFill>
                <a:latin typeface="Times New Roman"/>
                <a:cs typeface="Times New Roman"/>
              </a:rPr>
              <a:t>$</a:t>
            </a:r>
            <a:r>
              <a:rPr sz="1600" b="1" spc="280" dirty="0" smtClean="0">
                <a:solidFill>
                  <a:srgbClr val="FF0000"/>
                </a:solidFill>
                <a:latin typeface="Times New Roman"/>
                <a:cs typeface="Times New Roman"/>
              </a:rPr>
              <a:t> </a:t>
            </a:r>
            <a:r>
              <a:rPr sz="1600" b="1" spc="65" dirty="0">
                <a:solidFill>
                  <a:srgbClr val="FF0000"/>
                </a:solidFill>
                <a:latin typeface="Times New Roman"/>
                <a:cs typeface="Times New Roman"/>
              </a:rPr>
              <a:t>cd</a:t>
            </a:r>
            <a:r>
              <a:rPr sz="1600" b="1" spc="185" dirty="0">
                <a:solidFill>
                  <a:srgbClr val="FF0000"/>
                </a:solidFill>
                <a:latin typeface="Times New Roman"/>
                <a:cs typeface="Times New Roman"/>
              </a:rPr>
              <a:t> </a:t>
            </a:r>
            <a:r>
              <a:rPr sz="1600" b="1" spc="-25" dirty="0">
                <a:solidFill>
                  <a:srgbClr val="FF0000"/>
                </a:solidFill>
                <a:latin typeface="Times New Roman"/>
                <a:cs typeface="Times New Roman"/>
              </a:rPr>
              <a:t>..</a:t>
            </a:r>
            <a:r>
              <a:rPr sz="1600" dirty="0">
                <a:solidFill>
                  <a:srgbClr val="743F31"/>
                </a:solidFill>
                <a:latin typeface="Times New Roman"/>
                <a:cs typeface="Times New Roman"/>
              </a:rPr>
              <a:t>	</a:t>
            </a:r>
            <a:r>
              <a:rPr sz="1600" dirty="0" smtClean="0">
                <a:solidFill>
                  <a:srgbClr val="0A0A0A"/>
                </a:solidFill>
                <a:latin typeface="Times New Roman"/>
                <a:cs typeface="Times New Roman"/>
              </a:rPr>
              <a:t>Bec</a:t>
            </a:r>
            <a:r>
              <a:rPr lang="en-US" sz="1600" dirty="0" smtClean="0">
                <a:solidFill>
                  <a:srgbClr val="0A0A0A"/>
                </a:solidFill>
                <a:latin typeface="Times New Roman"/>
                <a:cs typeface="Times New Roman"/>
              </a:rPr>
              <a:t>o</a:t>
            </a:r>
            <a:r>
              <a:rPr sz="1600" dirty="0" smtClean="0">
                <a:solidFill>
                  <a:srgbClr val="0A0A0A"/>
                </a:solidFill>
                <a:latin typeface="Times New Roman"/>
                <a:cs typeface="Times New Roman"/>
              </a:rPr>
              <a:t>mes</a:t>
            </a:r>
            <a:r>
              <a:rPr sz="1600" spc="245" dirty="0" smtClean="0">
                <a:solidFill>
                  <a:srgbClr val="0A0A0A"/>
                </a:solidFill>
                <a:latin typeface="Times New Roman"/>
                <a:cs typeface="Times New Roman"/>
              </a:rPr>
              <a:t>  </a:t>
            </a:r>
            <a:r>
              <a:rPr sz="1600" b="1" spc="130" dirty="0" smtClean="0">
                <a:solidFill>
                  <a:srgbClr val="FF0000"/>
                </a:solidFill>
                <a:latin typeface="Times New Roman"/>
                <a:cs typeface="Times New Roman"/>
              </a:rPr>
              <a:t>root/d1/d2</a:t>
            </a:r>
            <a:r>
              <a:rPr lang="en-US" sz="1600" b="1" spc="130" dirty="0" smtClean="0">
                <a:solidFill>
                  <a:srgbClr val="FF0000"/>
                </a:solidFill>
                <a:latin typeface="Times New Roman"/>
                <a:cs typeface="Times New Roman"/>
              </a:rPr>
              <a:t>&gt;</a:t>
            </a:r>
            <a:endParaRPr sz="1600" b="1" dirty="0">
              <a:solidFill>
                <a:srgbClr val="FF0000"/>
              </a:solidFill>
              <a:latin typeface="Times New Roman"/>
              <a:cs typeface="Times New Roman"/>
            </a:endParaRPr>
          </a:p>
          <a:p>
            <a:pPr marL="306070" indent="-285750">
              <a:lnSpc>
                <a:spcPct val="100000"/>
              </a:lnSpc>
              <a:spcBef>
                <a:spcPts val="1100"/>
              </a:spcBef>
              <a:buFont typeface="Arial" panose="020B0604020202020204" pitchFamily="34" charset="0"/>
              <a:buChar char="•"/>
              <a:tabLst>
                <a:tab pos="282575" algn="l"/>
                <a:tab pos="631825" algn="l"/>
              </a:tabLst>
            </a:pPr>
            <a:r>
              <a:rPr sz="1600" b="1" spc="-25" dirty="0" smtClean="0">
                <a:solidFill>
                  <a:srgbClr val="FF0000"/>
                </a:solidFill>
                <a:latin typeface="Times New Roman"/>
                <a:cs typeface="Times New Roman"/>
              </a:rPr>
              <a:t>apt</a:t>
            </a:r>
            <a:r>
              <a:rPr sz="1600" b="1" dirty="0">
                <a:solidFill>
                  <a:srgbClr val="FF0000"/>
                </a:solidFill>
                <a:latin typeface="Times New Roman"/>
                <a:cs typeface="Times New Roman"/>
              </a:rPr>
              <a:t>	</a:t>
            </a:r>
            <a:r>
              <a:rPr sz="1600" b="1" spc="204" dirty="0">
                <a:solidFill>
                  <a:srgbClr val="FF0000"/>
                </a:solidFill>
                <a:latin typeface="Times New Roman"/>
                <a:cs typeface="Times New Roman"/>
              </a:rPr>
              <a:t>-</a:t>
            </a:r>
            <a:r>
              <a:rPr sz="1600" b="1" spc="-25" dirty="0">
                <a:solidFill>
                  <a:srgbClr val="FF0000"/>
                </a:solidFill>
                <a:latin typeface="Times New Roman"/>
                <a:cs typeface="Times New Roman"/>
              </a:rPr>
              <a:t>ge</a:t>
            </a:r>
            <a:r>
              <a:rPr lang="en-US" sz="1600" b="1" spc="-25" dirty="0">
                <a:solidFill>
                  <a:srgbClr val="FF0000"/>
                </a:solidFill>
                <a:latin typeface="Times New Roman"/>
                <a:cs typeface="Times New Roman"/>
              </a:rPr>
              <a:t>t</a:t>
            </a:r>
            <a:r>
              <a:rPr sz="1600" b="1" spc="275" dirty="0" smtClean="0">
                <a:solidFill>
                  <a:srgbClr val="FF0000"/>
                </a:solidFill>
                <a:latin typeface="Times New Roman"/>
                <a:cs typeface="Times New Roman"/>
              </a:rPr>
              <a:t> </a:t>
            </a:r>
            <a:r>
              <a:rPr lang="en-US" sz="1600" dirty="0" smtClean="0">
                <a:solidFill>
                  <a:schemeClr val="tx1"/>
                </a:solidFill>
                <a:latin typeface="Times New Roman"/>
                <a:cs typeface="Times New Roman"/>
              </a:rPr>
              <a:t>U</a:t>
            </a:r>
            <a:r>
              <a:rPr sz="1600" dirty="0" smtClean="0">
                <a:solidFill>
                  <a:schemeClr val="tx1"/>
                </a:solidFill>
                <a:latin typeface="Times New Roman"/>
                <a:cs typeface="Times New Roman"/>
              </a:rPr>
              <a:t>sed</a:t>
            </a:r>
            <a:r>
              <a:rPr sz="1600" spc="245" dirty="0" smtClean="0">
                <a:solidFill>
                  <a:schemeClr val="tx1"/>
                </a:solidFill>
                <a:latin typeface="Times New Roman"/>
                <a:cs typeface="Times New Roman"/>
              </a:rPr>
              <a:t> </a:t>
            </a:r>
            <a:r>
              <a:rPr lang="en-US" sz="1600" dirty="0" smtClean="0">
                <a:solidFill>
                  <a:schemeClr val="tx1"/>
                </a:solidFill>
                <a:latin typeface="Times New Roman"/>
                <a:cs typeface="Times New Roman"/>
              </a:rPr>
              <a:t>to</a:t>
            </a:r>
            <a:r>
              <a:rPr sz="1600" spc="190" dirty="0" smtClean="0">
                <a:solidFill>
                  <a:schemeClr val="tx1"/>
                </a:solidFill>
                <a:latin typeface="Times New Roman"/>
                <a:cs typeface="Times New Roman"/>
              </a:rPr>
              <a:t> </a:t>
            </a:r>
            <a:r>
              <a:rPr sz="1600" dirty="0">
                <a:solidFill>
                  <a:srgbClr val="FF0000"/>
                </a:solidFill>
                <a:latin typeface="Times New Roman"/>
                <a:cs typeface="Times New Roman"/>
              </a:rPr>
              <a:t>install</a:t>
            </a:r>
            <a:r>
              <a:rPr sz="1600" dirty="0">
                <a:solidFill>
                  <a:schemeClr val="tx1"/>
                </a:solidFill>
                <a:latin typeface="Times New Roman"/>
                <a:cs typeface="Times New Roman"/>
              </a:rPr>
              <a:t>,</a:t>
            </a:r>
            <a:r>
              <a:rPr sz="1600" spc="220" dirty="0">
                <a:solidFill>
                  <a:schemeClr val="tx1"/>
                </a:solidFill>
                <a:latin typeface="Times New Roman"/>
                <a:cs typeface="Times New Roman"/>
              </a:rPr>
              <a:t> </a:t>
            </a:r>
            <a:r>
              <a:rPr sz="1600" dirty="0">
                <a:solidFill>
                  <a:srgbClr val="FF0000"/>
                </a:solidFill>
                <a:latin typeface="Times New Roman"/>
                <a:cs typeface="Times New Roman"/>
              </a:rPr>
              <a:t>upgrade</a:t>
            </a:r>
            <a:r>
              <a:rPr sz="1600" spc="-30" dirty="0">
                <a:solidFill>
                  <a:schemeClr val="tx1"/>
                </a:solidFill>
                <a:latin typeface="Times New Roman"/>
                <a:cs typeface="Times New Roman"/>
              </a:rPr>
              <a:t> </a:t>
            </a:r>
            <a:r>
              <a:rPr sz="1600" dirty="0" smtClean="0">
                <a:solidFill>
                  <a:schemeClr val="tx1"/>
                </a:solidFill>
                <a:latin typeface="Times New Roman"/>
                <a:cs typeface="Times New Roman"/>
              </a:rPr>
              <a:t>and</a:t>
            </a:r>
            <a:r>
              <a:rPr sz="1600" spc="280" dirty="0" smtClean="0">
                <a:solidFill>
                  <a:schemeClr val="tx1"/>
                </a:solidFill>
                <a:latin typeface="Times New Roman"/>
                <a:cs typeface="Times New Roman"/>
              </a:rPr>
              <a:t> </a:t>
            </a:r>
            <a:r>
              <a:rPr sz="1600" dirty="0">
                <a:solidFill>
                  <a:srgbClr val="FF0000"/>
                </a:solidFill>
                <a:latin typeface="Times New Roman"/>
                <a:cs typeface="Times New Roman"/>
              </a:rPr>
              <a:t>update</a:t>
            </a:r>
            <a:r>
              <a:rPr sz="1600" spc="215" dirty="0">
                <a:solidFill>
                  <a:schemeClr val="tx1"/>
                </a:solidFill>
                <a:latin typeface="Times New Roman"/>
                <a:cs typeface="Times New Roman"/>
              </a:rPr>
              <a:t> </a:t>
            </a:r>
            <a:r>
              <a:rPr sz="1600" spc="-10" dirty="0" smtClean="0">
                <a:solidFill>
                  <a:schemeClr val="tx1"/>
                </a:solidFill>
                <a:latin typeface="Times New Roman"/>
                <a:cs typeface="Times New Roman"/>
              </a:rPr>
              <a:t>s</a:t>
            </a:r>
            <a:r>
              <a:rPr lang="en-US" sz="1600" spc="-10" dirty="0" smtClean="0">
                <a:solidFill>
                  <a:schemeClr val="tx1"/>
                </a:solidFill>
                <a:latin typeface="Times New Roman"/>
                <a:cs typeface="Times New Roman"/>
              </a:rPr>
              <a:t>o</a:t>
            </a:r>
            <a:r>
              <a:rPr sz="1600" spc="-10" dirty="0" smtClean="0">
                <a:solidFill>
                  <a:schemeClr val="tx1"/>
                </a:solidFill>
                <a:latin typeface="Times New Roman"/>
                <a:cs typeface="Times New Roman"/>
              </a:rPr>
              <a:t>ftware</a:t>
            </a:r>
            <a:endParaRPr sz="1600" dirty="0">
              <a:solidFill>
                <a:schemeClr val="tx1"/>
              </a:solidFill>
              <a:latin typeface="Times New Roman"/>
              <a:cs typeface="Times New Roman"/>
            </a:endParaRPr>
          </a:p>
          <a:p>
            <a:pPr marL="521970">
              <a:lnSpc>
                <a:spcPct val="100000"/>
              </a:lnSpc>
              <a:spcBef>
                <a:spcPts val="980"/>
              </a:spcBef>
            </a:pPr>
            <a:r>
              <a:rPr lang="en-US" sz="1600" b="1" dirty="0" smtClean="0">
                <a:latin typeface="Times New Roman"/>
                <a:cs typeface="Times New Roman"/>
              </a:rPr>
              <a:t>Ex</a:t>
            </a:r>
            <a:r>
              <a:rPr sz="1600" b="1" dirty="0" smtClean="0">
                <a:latin typeface="Times New Roman"/>
                <a:cs typeface="Times New Roman"/>
              </a:rPr>
              <a:t>ample</a:t>
            </a:r>
            <a:r>
              <a:rPr lang="en-US" sz="1600" dirty="0" smtClean="0">
                <a:latin typeface="Times New Roman"/>
                <a:cs typeface="Times New Roman"/>
              </a:rPr>
              <a:t>:</a:t>
            </a:r>
            <a:r>
              <a:rPr sz="1600" dirty="0" smtClean="0">
                <a:solidFill>
                  <a:srgbClr val="D4D4D4"/>
                </a:solidFill>
                <a:latin typeface="Times New Roman"/>
                <a:cs typeface="Times New Roman"/>
              </a:rPr>
              <a:t>:</a:t>
            </a:r>
            <a:r>
              <a:rPr sz="1600" spc="390" dirty="0" smtClean="0">
                <a:solidFill>
                  <a:srgbClr val="D4D4D4"/>
                </a:solidFill>
                <a:latin typeface="Times New Roman"/>
                <a:cs typeface="Times New Roman"/>
              </a:rPr>
              <a:t> </a:t>
            </a:r>
            <a:r>
              <a:rPr sz="1600" b="1" spc="135" dirty="0" smtClean="0">
                <a:solidFill>
                  <a:schemeClr val="tx1"/>
                </a:solidFill>
                <a:latin typeface="Times New Roman"/>
                <a:cs typeface="Times New Roman"/>
              </a:rPr>
              <a:t>r</a:t>
            </a:r>
            <a:r>
              <a:rPr lang="en-US" sz="1600" b="1" spc="135" dirty="0" smtClean="0">
                <a:solidFill>
                  <a:schemeClr val="tx1"/>
                </a:solidFill>
                <a:latin typeface="Times New Roman"/>
                <a:cs typeface="Times New Roman"/>
              </a:rPr>
              <a:t>o</a:t>
            </a:r>
            <a:r>
              <a:rPr sz="1600" b="1" spc="135" dirty="0" smtClean="0">
                <a:solidFill>
                  <a:schemeClr val="tx1"/>
                </a:solidFill>
                <a:latin typeface="Times New Roman"/>
                <a:cs typeface="Times New Roman"/>
              </a:rPr>
              <a:t>ot/d1/d2/d4</a:t>
            </a:r>
            <a:r>
              <a:rPr lang="en-US" sz="1600" b="1" spc="135" dirty="0" smtClean="0">
                <a:solidFill>
                  <a:schemeClr val="tx1"/>
                </a:solidFill>
                <a:latin typeface="Times New Roman"/>
                <a:cs typeface="Times New Roman"/>
              </a:rPr>
              <a:t>$</a:t>
            </a:r>
            <a:r>
              <a:rPr sz="1600" spc="15" dirty="0" smtClean="0">
                <a:solidFill>
                  <a:srgbClr val="973D3A"/>
                </a:solidFill>
                <a:latin typeface="Times New Roman"/>
                <a:cs typeface="Times New Roman"/>
              </a:rPr>
              <a:t> </a:t>
            </a:r>
            <a:r>
              <a:rPr sz="1600" b="1" spc="125" dirty="0">
                <a:solidFill>
                  <a:srgbClr val="FF0000"/>
                </a:solidFill>
                <a:latin typeface="Times New Roman"/>
                <a:cs typeface="Times New Roman"/>
              </a:rPr>
              <a:t>apt</a:t>
            </a:r>
            <a:r>
              <a:rPr sz="1600" b="1" spc="-160" dirty="0">
                <a:solidFill>
                  <a:srgbClr val="FF0000"/>
                </a:solidFill>
                <a:latin typeface="Times New Roman"/>
                <a:cs typeface="Times New Roman"/>
              </a:rPr>
              <a:t> </a:t>
            </a:r>
            <a:r>
              <a:rPr sz="1600" b="1" spc="-65" dirty="0">
                <a:solidFill>
                  <a:srgbClr val="FF0000"/>
                </a:solidFill>
                <a:latin typeface="Times New Roman"/>
                <a:cs typeface="Times New Roman"/>
              </a:rPr>
              <a:t>—</a:t>
            </a:r>
            <a:r>
              <a:rPr sz="1600" b="1" dirty="0" smtClean="0">
                <a:solidFill>
                  <a:srgbClr val="FF0000"/>
                </a:solidFill>
                <a:latin typeface="Times New Roman"/>
                <a:cs typeface="Times New Roman"/>
              </a:rPr>
              <a:t>get</a:t>
            </a:r>
            <a:r>
              <a:rPr lang="en-US" sz="1600" b="1" dirty="0" smtClean="0">
                <a:solidFill>
                  <a:srgbClr val="FF0000"/>
                </a:solidFill>
                <a:latin typeface="Times New Roman"/>
                <a:cs typeface="Times New Roman"/>
              </a:rPr>
              <a:t> </a:t>
            </a:r>
            <a:r>
              <a:rPr sz="1600" b="1" dirty="0" smtClean="0">
                <a:solidFill>
                  <a:srgbClr val="FF0000"/>
                </a:solidFill>
                <a:latin typeface="Times New Roman"/>
                <a:cs typeface="Times New Roman"/>
              </a:rPr>
              <a:t>insta</a:t>
            </a:r>
            <a:r>
              <a:rPr lang="en-US" sz="1600" b="1" dirty="0" smtClean="0">
                <a:solidFill>
                  <a:srgbClr val="FF0000"/>
                </a:solidFill>
                <a:latin typeface="Times New Roman"/>
                <a:cs typeface="Times New Roman"/>
              </a:rPr>
              <a:t>ll</a:t>
            </a:r>
            <a:r>
              <a:rPr sz="1600" b="1" spc="90" dirty="0" smtClean="0">
                <a:solidFill>
                  <a:srgbClr val="FF0000"/>
                </a:solidFill>
                <a:latin typeface="Times New Roman"/>
                <a:cs typeface="Times New Roman"/>
              </a:rPr>
              <a:t>  </a:t>
            </a:r>
            <a:r>
              <a:rPr lang="en-US" sz="1600" b="1" spc="-25" dirty="0" smtClean="0">
                <a:solidFill>
                  <a:srgbClr val="FF0000"/>
                </a:solidFill>
                <a:latin typeface="Times New Roman"/>
                <a:cs typeface="Times New Roman"/>
              </a:rPr>
              <a:t>s</a:t>
            </a:r>
            <a:r>
              <a:rPr sz="1600" b="1" spc="-25" dirty="0" smtClean="0">
                <a:solidFill>
                  <a:srgbClr val="FF0000"/>
                </a:solidFill>
                <a:latin typeface="Times New Roman"/>
                <a:cs typeface="Times New Roman"/>
              </a:rPr>
              <a:t>w1</a:t>
            </a:r>
            <a:endParaRPr sz="1600" b="1" dirty="0">
              <a:solidFill>
                <a:srgbClr val="FF0000"/>
              </a:solidFill>
              <a:latin typeface="Times New Roman"/>
              <a:cs typeface="Times New Roman"/>
            </a:endParaRPr>
          </a:p>
          <a:p>
            <a:pPr marL="298450" marR="5080" indent="-285750">
              <a:lnSpc>
                <a:spcPct val="162000"/>
              </a:lnSpc>
              <a:spcBef>
                <a:spcPts val="75"/>
              </a:spcBef>
              <a:buFont typeface="Arial" panose="020B0604020202020204" pitchFamily="34" charset="0"/>
              <a:buChar char="•"/>
            </a:pPr>
            <a:r>
              <a:rPr lang="en-US" sz="1600" b="1" dirty="0" err="1">
                <a:solidFill>
                  <a:srgbClr val="FF0000"/>
                </a:solidFill>
                <a:latin typeface="Times New Roman"/>
                <a:cs typeface="Times New Roman"/>
              </a:rPr>
              <a:t>p</a:t>
            </a:r>
            <a:r>
              <a:rPr lang="en-US" sz="1600" b="1" dirty="0" err="1" smtClean="0">
                <a:solidFill>
                  <a:srgbClr val="FF0000"/>
                </a:solidFill>
                <a:latin typeface="Times New Roman"/>
                <a:cs typeface="Times New Roman"/>
              </a:rPr>
              <a:t>wd</a:t>
            </a:r>
            <a:r>
              <a:rPr lang="en-US" sz="1600" dirty="0" smtClean="0">
                <a:solidFill>
                  <a:srgbClr val="D14F3A"/>
                </a:solidFill>
                <a:latin typeface="Times New Roman"/>
                <a:cs typeface="Times New Roman"/>
              </a:rPr>
              <a:t> </a:t>
            </a:r>
            <a:r>
              <a:rPr lang="en-US" sz="1600" dirty="0" smtClean="0">
                <a:latin typeface="Times New Roman"/>
                <a:cs typeface="Times New Roman"/>
              </a:rPr>
              <a:t>U</a:t>
            </a:r>
            <a:r>
              <a:rPr sz="1600" dirty="0" smtClean="0">
                <a:latin typeface="Times New Roman"/>
                <a:cs typeface="Times New Roman"/>
              </a:rPr>
              <a:t>sed</a:t>
            </a:r>
            <a:r>
              <a:rPr sz="1600" spc="114" dirty="0" smtClean="0">
                <a:latin typeface="Times New Roman"/>
                <a:cs typeface="Times New Roman"/>
              </a:rPr>
              <a:t> </a:t>
            </a:r>
            <a:r>
              <a:rPr sz="1600" dirty="0" smtClean="0">
                <a:solidFill>
                  <a:srgbClr val="212121"/>
                </a:solidFill>
                <a:latin typeface="Times New Roman"/>
                <a:cs typeface="Times New Roman"/>
              </a:rPr>
              <a:t>t</a:t>
            </a:r>
            <a:r>
              <a:rPr lang="en-US" sz="1600" dirty="0" smtClean="0">
                <a:solidFill>
                  <a:srgbClr val="212121"/>
                </a:solidFill>
                <a:latin typeface="Times New Roman"/>
                <a:cs typeface="Times New Roman"/>
              </a:rPr>
              <a:t>o</a:t>
            </a:r>
            <a:r>
              <a:rPr sz="1600" spc="105" dirty="0" smtClean="0">
                <a:solidFill>
                  <a:srgbClr val="212121"/>
                </a:solidFill>
                <a:latin typeface="Times New Roman"/>
                <a:cs typeface="Times New Roman"/>
              </a:rPr>
              <a:t> </a:t>
            </a:r>
            <a:r>
              <a:rPr sz="1600" dirty="0">
                <a:solidFill>
                  <a:srgbClr val="FF0000"/>
                </a:solidFill>
                <a:latin typeface="Times New Roman"/>
                <a:cs typeface="Times New Roman"/>
              </a:rPr>
              <a:t>print</a:t>
            </a:r>
            <a:r>
              <a:rPr sz="1600" spc="110" dirty="0">
                <a:solidFill>
                  <a:srgbClr val="FF0000"/>
                </a:solidFill>
                <a:latin typeface="Times New Roman"/>
                <a:cs typeface="Times New Roman"/>
              </a:rPr>
              <a:t> </a:t>
            </a:r>
            <a:r>
              <a:rPr sz="1600" dirty="0">
                <a:solidFill>
                  <a:srgbClr val="FF0000"/>
                </a:solidFill>
                <a:latin typeface="Times New Roman"/>
                <a:cs typeface="Times New Roman"/>
              </a:rPr>
              <a:t>the</a:t>
            </a:r>
            <a:r>
              <a:rPr sz="1600" spc="105" dirty="0">
                <a:solidFill>
                  <a:srgbClr val="FF0000"/>
                </a:solidFill>
                <a:latin typeface="Times New Roman"/>
                <a:cs typeface="Times New Roman"/>
              </a:rPr>
              <a:t> </a:t>
            </a:r>
            <a:r>
              <a:rPr sz="1600" spc="-10" dirty="0">
                <a:solidFill>
                  <a:srgbClr val="FF0000"/>
                </a:solidFill>
                <a:latin typeface="Times New Roman"/>
                <a:cs typeface="Times New Roman"/>
              </a:rPr>
              <a:t>full</a:t>
            </a:r>
            <a:r>
              <a:rPr sz="1600" spc="35" dirty="0">
                <a:solidFill>
                  <a:srgbClr val="FF0000"/>
                </a:solidFill>
                <a:latin typeface="Times New Roman"/>
                <a:cs typeface="Times New Roman"/>
              </a:rPr>
              <a:t> </a:t>
            </a:r>
            <a:r>
              <a:rPr sz="1600" dirty="0">
                <a:solidFill>
                  <a:srgbClr val="FF0000"/>
                </a:solidFill>
                <a:latin typeface="Times New Roman"/>
                <a:cs typeface="Times New Roman"/>
              </a:rPr>
              <a:t>path</a:t>
            </a:r>
            <a:r>
              <a:rPr sz="1600" spc="-105" dirty="0">
                <a:solidFill>
                  <a:srgbClr val="FF0000"/>
                </a:solidFill>
                <a:latin typeface="Times New Roman"/>
                <a:cs typeface="Times New Roman"/>
              </a:rPr>
              <a:t> </a:t>
            </a:r>
            <a:r>
              <a:rPr sz="1600" dirty="0" smtClean="0">
                <a:latin typeface="Times New Roman"/>
                <a:cs typeface="Times New Roman"/>
              </a:rPr>
              <a:t>of</a:t>
            </a:r>
            <a:r>
              <a:rPr sz="1600" spc="254" dirty="0" smtClean="0">
                <a:latin typeface="Times New Roman"/>
                <a:cs typeface="Times New Roman"/>
              </a:rPr>
              <a:t> </a:t>
            </a:r>
            <a:r>
              <a:rPr sz="1600" dirty="0">
                <a:solidFill>
                  <a:srgbClr val="0F0F0F"/>
                </a:solidFill>
                <a:latin typeface="Times New Roman"/>
                <a:cs typeface="Times New Roman"/>
              </a:rPr>
              <a:t>current</a:t>
            </a:r>
            <a:r>
              <a:rPr sz="1600" spc="75" dirty="0">
                <a:solidFill>
                  <a:srgbClr val="0F0F0F"/>
                </a:solidFill>
                <a:latin typeface="Times New Roman"/>
                <a:cs typeface="Times New Roman"/>
              </a:rPr>
              <a:t> </a:t>
            </a:r>
            <a:r>
              <a:rPr lang="en-US" sz="1600" dirty="0" smtClean="0">
                <a:solidFill>
                  <a:srgbClr val="111111"/>
                </a:solidFill>
                <a:latin typeface="Times New Roman"/>
                <a:cs typeface="Times New Roman"/>
              </a:rPr>
              <a:t>wo</a:t>
            </a:r>
            <a:r>
              <a:rPr sz="1600" dirty="0" smtClean="0">
                <a:solidFill>
                  <a:srgbClr val="111111"/>
                </a:solidFill>
                <a:latin typeface="Times New Roman"/>
                <a:cs typeface="Times New Roman"/>
              </a:rPr>
              <a:t>rking</a:t>
            </a:r>
            <a:r>
              <a:rPr sz="1600" spc="-20" dirty="0" smtClean="0">
                <a:solidFill>
                  <a:srgbClr val="111111"/>
                </a:solidFill>
                <a:latin typeface="Times New Roman"/>
                <a:cs typeface="Times New Roman"/>
              </a:rPr>
              <a:t> </a:t>
            </a:r>
            <a:r>
              <a:rPr sz="1600" spc="-30" dirty="0" smtClean="0">
                <a:latin typeface="Times New Roman"/>
                <a:cs typeface="Times New Roman"/>
              </a:rPr>
              <a:t>directory</a:t>
            </a:r>
            <a:r>
              <a:rPr sz="1600" spc="180" dirty="0" smtClean="0">
                <a:latin typeface="Times New Roman"/>
                <a:cs typeface="Times New Roman"/>
              </a:rPr>
              <a:t> </a:t>
            </a:r>
            <a:r>
              <a:rPr sz="1600" dirty="0">
                <a:latin typeface="Times New Roman"/>
                <a:cs typeface="Times New Roman"/>
              </a:rPr>
              <a:t>(print</a:t>
            </a:r>
            <a:r>
              <a:rPr sz="1600" spc="125" dirty="0">
                <a:latin typeface="Times New Roman"/>
                <a:cs typeface="Times New Roman"/>
              </a:rPr>
              <a:t> </a:t>
            </a:r>
            <a:r>
              <a:rPr sz="1600" spc="-25" dirty="0">
                <a:solidFill>
                  <a:srgbClr val="0E0E0E"/>
                </a:solidFill>
                <a:latin typeface="Times New Roman"/>
                <a:cs typeface="Times New Roman"/>
              </a:rPr>
              <a:t>working </a:t>
            </a:r>
            <a:r>
              <a:rPr sz="1600" spc="-10" dirty="0" smtClean="0">
                <a:solidFill>
                  <a:srgbClr val="181818"/>
                </a:solidFill>
                <a:latin typeface="Times New Roman"/>
                <a:cs typeface="Times New Roman"/>
              </a:rPr>
              <a:t>direc</a:t>
            </a:r>
            <a:r>
              <a:rPr lang="en-US" sz="1600" spc="-10" dirty="0" smtClean="0">
                <a:solidFill>
                  <a:srgbClr val="181818"/>
                </a:solidFill>
                <a:latin typeface="Times New Roman"/>
                <a:cs typeface="Times New Roman"/>
              </a:rPr>
              <a:t>to</a:t>
            </a:r>
            <a:r>
              <a:rPr sz="1600" spc="-10" dirty="0" smtClean="0">
                <a:solidFill>
                  <a:srgbClr val="181818"/>
                </a:solidFill>
                <a:latin typeface="Times New Roman"/>
                <a:cs typeface="Times New Roman"/>
              </a:rPr>
              <a:t>ry</a:t>
            </a:r>
            <a:r>
              <a:rPr lang="en-US" sz="1600" spc="-10" dirty="0" smtClean="0">
                <a:solidFill>
                  <a:srgbClr val="181818"/>
                </a:solidFill>
                <a:latin typeface="Times New Roman"/>
                <a:cs typeface="Times New Roman"/>
              </a:rPr>
              <a:t>)</a:t>
            </a:r>
            <a:endParaRPr sz="1600" dirty="0">
              <a:latin typeface="Times New Roman"/>
              <a:cs typeface="Times New Roman"/>
            </a:endParaRPr>
          </a:p>
          <a:p>
            <a:pPr marL="511175">
              <a:lnSpc>
                <a:spcPct val="100000"/>
              </a:lnSpc>
              <a:spcBef>
                <a:spcPts val="955"/>
              </a:spcBef>
            </a:pPr>
            <a:r>
              <a:rPr sz="1600" b="1" dirty="0" smtClean="0">
                <a:solidFill>
                  <a:schemeClr val="tx1"/>
                </a:solidFill>
                <a:latin typeface="Times New Roman"/>
                <a:cs typeface="Times New Roman"/>
              </a:rPr>
              <a:t>Example</a:t>
            </a:r>
            <a:r>
              <a:rPr lang="en-US" sz="1600" dirty="0" smtClean="0">
                <a:latin typeface="Times New Roman"/>
                <a:cs typeface="Times New Roman"/>
              </a:rPr>
              <a:t>:</a:t>
            </a:r>
            <a:r>
              <a:rPr sz="1600" dirty="0" smtClean="0">
                <a:solidFill>
                  <a:srgbClr val="B3B397"/>
                </a:solidFill>
                <a:latin typeface="Times New Roman"/>
                <a:cs typeface="Times New Roman"/>
              </a:rPr>
              <a:t>:</a:t>
            </a:r>
            <a:r>
              <a:rPr sz="1600" spc="245" dirty="0" smtClean="0">
                <a:solidFill>
                  <a:srgbClr val="B3B397"/>
                </a:solidFill>
                <a:latin typeface="Times New Roman"/>
                <a:cs typeface="Times New Roman"/>
              </a:rPr>
              <a:t> </a:t>
            </a:r>
            <a:r>
              <a:rPr sz="1600" b="1" spc="90" dirty="0" smtClean="0">
                <a:solidFill>
                  <a:schemeClr val="tx1"/>
                </a:solidFill>
                <a:latin typeface="Times New Roman"/>
                <a:cs typeface="Times New Roman"/>
              </a:rPr>
              <a:t>admin/</a:t>
            </a:r>
            <a:r>
              <a:rPr lang="en-US" sz="1600" b="1" spc="90" dirty="0" smtClean="0">
                <a:solidFill>
                  <a:schemeClr val="tx1"/>
                </a:solidFill>
                <a:latin typeface="Times New Roman"/>
                <a:cs typeface="Times New Roman"/>
              </a:rPr>
              <a:t>Desktop</a:t>
            </a:r>
            <a:r>
              <a:rPr sz="1600" b="1" spc="90" dirty="0" smtClean="0">
                <a:solidFill>
                  <a:schemeClr val="tx1"/>
                </a:solidFill>
                <a:latin typeface="Times New Roman"/>
                <a:cs typeface="Times New Roman"/>
              </a:rPr>
              <a:t>/</a:t>
            </a:r>
            <a:r>
              <a:rPr lang="en-US" sz="1600" b="1" spc="90" dirty="0" smtClean="0">
                <a:solidFill>
                  <a:schemeClr val="tx1"/>
                </a:solidFill>
                <a:latin typeface="Times New Roman"/>
                <a:cs typeface="Times New Roman"/>
              </a:rPr>
              <a:t>d</a:t>
            </a:r>
            <a:r>
              <a:rPr sz="1600" b="1" spc="90" dirty="0" smtClean="0">
                <a:solidFill>
                  <a:schemeClr val="tx1"/>
                </a:solidFill>
                <a:latin typeface="Times New Roman"/>
                <a:cs typeface="Times New Roman"/>
              </a:rPr>
              <a:t>2/d4$</a:t>
            </a:r>
            <a:r>
              <a:rPr lang="en-US" sz="1600" b="1" spc="90" dirty="0" smtClean="0">
                <a:solidFill>
                  <a:schemeClr val="tx1"/>
                </a:solidFill>
                <a:latin typeface="Times New Roman"/>
                <a:cs typeface="Times New Roman"/>
              </a:rPr>
              <a:t> </a:t>
            </a:r>
            <a:r>
              <a:rPr sz="1600" b="1" spc="90" dirty="0" err="1" smtClean="0">
                <a:solidFill>
                  <a:srgbClr val="FF0000"/>
                </a:solidFill>
                <a:latin typeface="Times New Roman"/>
                <a:cs typeface="Times New Roman"/>
              </a:rPr>
              <a:t>pwd</a:t>
            </a:r>
            <a:r>
              <a:rPr sz="1600" spc="85" dirty="0" smtClean="0">
                <a:solidFill>
                  <a:srgbClr val="89413A"/>
                </a:solidFill>
                <a:latin typeface="Times New Roman"/>
                <a:cs typeface="Times New Roman"/>
              </a:rPr>
              <a:t> </a:t>
            </a:r>
            <a:r>
              <a:rPr sz="1600" spc="-65" dirty="0" smtClean="0">
                <a:latin typeface="Times New Roman"/>
                <a:cs typeface="Times New Roman"/>
              </a:rPr>
              <a:t>wi</a:t>
            </a:r>
            <a:r>
              <a:rPr lang="en-US" sz="1600" spc="-65" dirty="0" smtClean="0">
                <a:latin typeface="Times New Roman"/>
                <a:cs typeface="Times New Roman"/>
              </a:rPr>
              <a:t>ll</a:t>
            </a:r>
            <a:r>
              <a:rPr sz="1600" spc="-75" dirty="0" smtClean="0">
                <a:latin typeface="Times New Roman"/>
                <a:cs typeface="Times New Roman"/>
              </a:rPr>
              <a:t> </a:t>
            </a:r>
            <a:r>
              <a:rPr lang="en-US" sz="1600" spc="-10" dirty="0">
                <a:solidFill>
                  <a:srgbClr val="232323"/>
                </a:solidFill>
                <a:latin typeface="Times New Roman"/>
                <a:cs typeface="Times New Roman"/>
              </a:rPr>
              <a:t> </a:t>
            </a:r>
            <a:r>
              <a:rPr sz="1600" spc="-10" dirty="0" smtClean="0">
                <a:solidFill>
                  <a:srgbClr val="232323"/>
                </a:solidFill>
                <a:latin typeface="Times New Roman"/>
                <a:cs typeface="Times New Roman"/>
              </a:rPr>
              <a:t>display</a:t>
            </a:r>
            <a:endParaRPr sz="1600" dirty="0">
              <a:latin typeface="Times New Roman"/>
              <a:cs typeface="Times New Roman"/>
            </a:endParaRPr>
          </a:p>
          <a:p>
            <a:pPr marL="492759">
              <a:lnSpc>
                <a:spcPct val="100000"/>
              </a:lnSpc>
              <a:spcBef>
                <a:spcPts val="894"/>
              </a:spcBef>
            </a:pPr>
            <a:r>
              <a:rPr sz="1450" spc="85" dirty="0">
                <a:solidFill>
                  <a:srgbClr val="F0DBC6"/>
                </a:solidFill>
                <a:latin typeface="Times New Roman"/>
                <a:cs typeface="Times New Roman"/>
              </a:rPr>
              <a:t>./</a:t>
            </a:r>
            <a:r>
              <a:rPr sz="1450" b="1" spc="85" dirty="0" smtClean="0">
                <a:solidFill>
                  <a:srgbClr val="FF0000"/>
                </a:solidFill>
                <a:latin typeface="Times New Roman"/>
                <a:cs typeface="Times New Roman"/>
              </a:rPr>
              <a:t>home/admin/Desktop/d2/d4</a:t>
            </a:r>
            <a:r>
              <a:rPr sz="1450" b="1" spc="85" dirty="0">
                <a:solidFill>
                  <a:srgbClr val="FF0000"/>
                </a:solidFill>
                <a:latin typeface="Times New Roman"/>
                <a:cs typeface="Times New Roman"/>
              </a:rPr>
              <a:t>$</a:t>
            </a:r>
            <a:endParaRPr sz="1450" b="1" dirty="0">
              <a:solidFill>
                <a:srgbClr val="FF0000"/>
              </a:solidFill>
              <a:latin typeface="Times New Roman"/>
              <a:cs typeface="Times New Roman"/>
            </a:endParaRPr>
          </a:p>
        </p:txBody>
      </p:sp>
      <p:sp>
        <p:nvSpPr>
          <p:cNvPr id="7" name="object 6"/>
          <p:cNvSpPr txBox="1">
            <a:spLocks/>
          </p:cNvSpPr>
          <p:nvPr/>
        </p:nvSpPr>
        <p:spPr>
          <a:xfrm>
            <a:off x="106074" y="142875"/>
            <a:ext cx="5824826" cy="382156"/>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12700">
              <a:spcBef>
                <a:spcPts val="100"/>
              </a:spcBef>
            </a:pPr>
            <a:r>
              <a:rPr lang="en-US" sz="2400" b="1" dirty="0" smtClean="0">
                <a:solidFill>
                  <a:srgbClr val="AA210E"/>
                </a:solidFill>
                <a:latin typeface="Calibri"/>
                <a:cs typeface="Calibri"/>
              </a:rPr>
              <a:t>Linux</a:t>
            </a:r>
            <a:r>
              <a:rPr lang="en-US" sz="2400" b="1" spc="70" dirty="0" smtClean="0">
                <a:solidFill>
                  <a:srgbClr val="AA210E"/>
                </a:solidFill>
                <a:latin typeface="Calibri"/>
                <a:cs typeface="Calibri"/>
              </a:rPr>
              <a:t> </a:t>
            </a:r>
            <a:r>
              <a:rPr lang="en-US" sz="2400" b="1" dirty="0" smtClean="0">
                <a:solidFill>
                  <a:srgbClr val="B31C1C"/>
                </a:solidFill>
                <a:latin typeface="Calibri"/>
                <a:cs typeface="Calibri"/>
              </a:rPr>
              <a:t>Commands</a:t>
            </a:r>
            <a:r>
              <a:rPr lang="en-US" sz="2400" b="1" spc="90" dirty="0" smtClean="0">
                <a:solidFill>
                  <a:srgbClr val="B31C1C"/>
                </a:solidFill>
                <a:latin typeface="Calibri"/>
                <a:cs typeface="Calibri"/>
              </a:rPr>
              <a:t> </a:t>
            </a:r>
            <a:r>
              <a:rPr lang="en-US" sz="2400" b="1" dirty="0" smtClean="0">
                <a:solidFill>
                  <a:srgbClr val="AF2A26"/>
                </a:solidFill>
                <a:latin typeface="Calibri"/>
                <a:cs typeface="Calibri"/>
              </a:rPr>
              <a:t>for</a:t>
            </a:r>
            <a:r>
              <a:rPr lang="en-US" sz="2400" b="1" spc="-50" dirty="0" smtClean="0">
                <a:solidFill>
                  <a:srgbClr val="AF2A26"/>
                </a:solidFill>
                <a:latin typeface="Calibri"/>
                <a:cs typeface="Calibri"/>
              </a:rPr>
              <a:t> </a:t>
            </a:r>
            <a:r>
              <a:rPr lang="en-US" sz="2400" b="1" spc="-30" dirty="0" smtClean="0">
                <a:solidFill>
                  <a:srgbClr val="AF2A26"/>
                </a:solidFill>
                <a:latin typeface="Calibri"/>
                <a:cs typeface="Calibri"/>
              </a:rPr>
              <a:t>System</a:t>
            </a:r>
            <a:r>
              <a:rPr lang="en-US" sz="2400" b="1" spc="-40" dirty="0" smtClean="0">
                <a:solidFill>
                  <a:srgbClr val="AF2A26"/>
                </a:solidFill>
                <a:latin typeface="Calibri"/>
                <a:cs typeface="Calibri"/>
              </a:rPr>
              <a:t> </a:t>
            </a:r>
            <a:r>
              <a:rPr lang="en-US" sz="2400" b="1" spc="-40" dirty="0" smtClean="0">
                <a:solidFill>
                  <a:srgbClr val="971311"/>
                </a:solidFill>
                <a:latin typeface="Calibri"/>
                <a:cs typeface="Calibri"/>
              </a:rPr>
              <a:t>Administrators …</a:t>
            </a:r>
            <a:endParaRPr lang="en-US" sz="2400" b="1" spc="-40" dirty="0">
              <a:solidFill>
                <a:srgbClr val="971311"/>
              </a:solidFill>
              <a:latin typeface="Calibri"/>
              <a:cs typeface="Calibri"/>
            </a:endParaRPr>
          </a:p>
        </p:txBody>
      </p:sp>
      <p:sp>
        <p:nvSpPr>
          <p:cNvPr id="16" name="Date Placeholder 15"/>
          <p:cNvSpPr>
            <a:spLocks noGrp="1"/>
          </p:cNvSpPr>
          <p:nvPr>
            <p:ph type="dt" sz="half" idx="6"/>
          </p:nvPr>
        </p:nvSpPr>
        <p:spPr/>
        <p:txBody>
          <a:bodyPr/>
          <a:lstStyle/>
          <a:p>
            <a:fld id="{C5F4B23A-0DC7-4031-B20C-D484BCBF5D2C}"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p:nvPr/>
        </p:nvSpPr>
        <p:spPr>
          <a:xfrm>
            <a:off x="63500" y="1057275"/>
            <a:ext cx="5952565" cy="2439129"/>
          </a:xfrm>
          <a:prstGeom prst="rect">
            <a:avLst/>
          </a:prstGeom>
        </p:spPr>
        <p:txBody>
          <a:bodyPr vert="horz" wrap="square" lIns="0" tIns="12700" rIns="0" bIns="0" rtlCol="0">
            <a:spAutoFit/>
          </a:bodyPr>
          <a:lstStyle/>
          <a:p>
            <a:pPr marL="12700">
              <a:lnSpc>
                <a:spcPct val="100000"/>
              </a:lnSpc>
              <a:spcBef>
                <a:spcPts val="100"/>
              </a:spcBef>
            </a:pPr>
            <a:r>
              <a:rPr b="1" dirty="0" smtClean="0">
                <a:solidFill>
                  <a:srgbClr val="FF0000"/>
                </a:solidFill>
                <a:latin typeface="Times New Roman"/>
                <a:cs typeface="Times New Roman"/>
              </a:rPr>
              <a:t>Some</a:t>
            </a:r>
            <a:r>
              <a:rPr lang="en-US" b="1" dirty="0" smtClean="0">
                <a:solidFill>
                  <a:srgbClr val="FF0000"/>
                </a:solidFill>
                <a:latin typeface="Times New Roman"/>
                <a:cs typeface="Times New Roman"/>
              </a:rPr>
              <a:t> </a:t>
            </a:r>
            <a:r>
              <a:rPr b="1" dirty="0" smtClean="0">
                <a:solidFill>
                  <a:srgbClr val="FF0000"/>
                </a:solidFill>
                <a:latin typeface="Times New Roman"/>
                <a:cs typeface="Times New Roman"/>
              </a:rPr>
              <a:t>co</a:t>
            </a:r>
            <a:r>
              <a:rPr lang="en-US" b="1" dirty="0" smtClean="0">
                <a:solidFill>
                  <a:srgbClr val="FF0000"/>
                </a:solidFill>
                <a:latin typeface="Times New Roman"/>
                <a:cs typeface="Times New Roman"/>
              </a:rPr>
              <a:t>mm</a:t>
            </a:r>
            <a:r>
              <a:rPr b="1" dirty="0" smtClean="0">
                <a:solidFill>
                  <a:srgbClr val="FF0000"/>
                </a:solidFill>
                <a:latin typeface="Times New Roman"/>
                <a:cs typeface="Times New Roman"/>
              </a:rPr>
              <a:t>on</a:t>
            </a:r>
            <a:r>
              <a:rPr lang="en-US" b="1" dirty="0" smtClean="0">
                <a:solidFill>
                  <a:srgbClr val="FF0000"/>
                </a:solidFill>
                <a:latin typeface="Times New Roman"/>
                <a:cs typeface="Times New Roman"/>
              </a:rPr>
              <a:t> </a:t>
            </a:r>
            <a:r>
              <a:rPr b="1" dirty="0" smtClean="0">
                <a:solidFill>
                  <a:srgbClr val="FF0000"/>
                </a:solidFill>
                <a:latin typeface="Times New Roman"/>
                <a:cs typeface="Times New Roman"/>
              </a:rPr>
              <a:t>com</a:t>
            </a:r>
            <a:r>
              <a:rPr lang="en-US" b="1" dirty="0" smtClean="0">
                <a:solidFill>
                  <a:srgbClr val="FF0000"/>
                </a:solidFill>
                <a:latin typeface="Times New Roman"/>
                <a:cs typeface="Times New Roman"/>
              </a:rPr>
              <a:t>m</a:t>
            </a:r>
            <a:r>
              <a:rPr b="1" dirty="0" smtClean="0">
                <a:solidFill>
                  <a:srgbClr val="FF0000"/>
                </a:solidFill>
                <a:latin typeface="Times New Roman"/>
                <a:cs typeface="Times New Roman"/>
              </a:rPr>
              <a:t>ands used</a:t>
            </a:r>
            <a:r>
              <a:rPr lang="en-US" b="1" dirty="0" smtClean="0">
                <a:solidFill>
                  <a:srgbClr val="FF0000"/>
                </a:solidFill>
                <a:latin typeface="Times New Roman"/>
                <a:cs typeface="Times New Roman"/>
              </a:rPr>
              <a:t> </a:t>
            </a:r>
            <a:r>
              <a:rPr b="1" dirty="0" smtClean="0">
                <a:solidFill>
                  <a:srgbClr val="FF0000"/>
                </a:solidFill>
                <a:latin typeface="Times New Roman"/>
                <a:cs typeface="Times New Roman"/>
              </a:rPr>
              <a:t>i</a:t>
            </a:r>
            <a:r>
              <a:rPr lang="en-US" b="1" dirty="0" smtClean="0">
                <a:solidFill>
                  <a:srgbClr val="FF0000"/>
                </a:solidFill>
                <a:latin typeface="Times New Roman"/>
                <a:cs typeface="Times New Roman"/>
              </a:rPr>
              <a:t>n</a:t>
            </a:r>
            <a:r>
              <a:rPr b="1" dirty="0" smtClean="0">
                <a:solidFill>
                  <a:srgbClr val="FF0000"/>
                </a:solidFill>
                <a:latin typeface="Times New Roman"/>
                <a:cs typeface="Times New Roman"/>
              </a:rPr>
              <a:t> </a:t>
            </a:r>
            <a:r>
              <a:rPr lang="en-US" b="1" dirty="0" smtClean="0">
                <a:solidFill>
                  <a:srgbClr val="FF0000"/>
                </a:solidFill>
                <a:latin typeface="Times New Roman"/>
                <a:cs typeface="Times New Roman"/>
              </a:rPr>
              <a:t>Linux</a:t>
            </a:r>
            <a:r>
              <a:rPr b="1" dirty="0" smtClean="0">
                <a:solidFill>
                  <a:srgbClr val="FF0000"/>
                </a:solidFill>
                <a:latin typeface="Times New Roman"/>
                <a:cs typeface="Times New Roman"/>
              </a:rPr>
              <a:t>...</a:t>
            </a:r>
            <a:endParaRPr b="1" dirty="0">
              <a:solidFill>
                <a:srgbClr val="FF0000"/>
              </a:solidFill>
              <a:latin typeface="Times New Roman"/>
              <a:cs typeface="Times New Roman"/>
            </a:endParaRPr>
          </a:p>
          <a:p>
            <a:pPr marL="228600" indent="-214313">
              <a:lnSpc>
                <a:spcPct val="100000"/>
              </a:lnSpc>
              <a:spcBef>
                <a:spcPts val="1100"/>
              </a:spcBef>
              <a:buFont typeface="Arial" panose="020B0604020202020204" pitchFamily="34" charset="0"/>
              <a:buChar char="•"/>
              <a:tabLst>
                <a:tab pos="440055" algn="l"/>
              </a:tabLst>
            </a:pPr>
            <a:r>
              <a:rPr lang="en-US" b="1" spc="-25" dirty="0" err="1" smtClean="0">
                <a:solidFill>
                  <a:srgbClr val="FF0000"/>
                </a:solidFill>
                <a:latin typeface="Times New Roman"/>
                <a:cs typeface="Times New Roman"/>
              </a:rPr>
              <a:t>c</a:t>
            </a:r>
            <a:r>
              <a:rPr b="1" spc="-25" dirty="0" err="1" smtClean="0">
                <a:solidFill>
                  <a:srgbClr val="FF0000"/>
                </a:solidFill>
                <a:latin typeface="Times New Roman"/>
                <a:cs typeface="Times New Roman"/>
              </a:rPr>
              <a:t>p</a:t>
            </a:r>
            <a:r>
              <a:rPr lang="en-US" b="1" spc="-25" dirty="0" smtClean="0">
                <a:solidFill>
                  <a:srgbClr val="FF0000"/>
                </a:solidFill>
                <a:latin typeface="Times New Roman"/>
                <a:cs typeface="Times New Roman"/>
              </a:rPr>
              <a:t> </a:t>
            </a:r>
            <a:r>
              <a:rPr lang="en-US" dirty="0" smtClean="0">
                <a:latin typeface="Times New Roman"/>
                <a:cs typeface="Times New Roman"/>
              </a:rPr>
              <a:t>U</a:t>
            </a:r>
            <a:r>
              <a:rPr dirty="0" smtClean="0">
                <a:latin typeface="Times New Roman"/>
                <a:cs typeface="Times New Roman"/>
              </a:rPr>
              <a:t>sed</a:t>
            </a:r>
            <a:r>
              <a:rPr spc="105" dirty="0" smtClean="0">
                <a:latin typeface="Times New Roman"/>
                <a:cs typeface="Times New Roman"/>
              </a:rPr>
              <a:t> </a:t>
            </a:r>
            <a:r>
              <a:rPr lang="en-US" dirty="0" smtClean="0">
                <a:solidFill>
                  <a:srgbClr val="282828"/>
                </a:solidFill>
                <a:latin typeface="Times New Roman"/>
                <a:cs typeface="Times New Roman"/>
              </a:rPr>
              <a:t>t</a:t>
            </a:r>
            <a:r>
              <a:rPr dirty="0" smtClean="0">
                <a:solidFill>
                  <a:srgbClr val="282828"/>
                </a:solidFill>
                <a:latin typeface="Times New Roman"/>
                <a:cs typeface="Times New Roman"/>
              </a:rPr>
              <a:t>o</a:t>
            </a:r>
            <a:r>
              <a:rPr spc="15" dirty="0" smtClean="0">
                <a:solidFill>
                  <a:srgbClr val="282828"/>
                </a:solidFill>
                <a:latin typeface="Times New Roman"/>
                <a:cs typeface="Times New Roman"/>
              </a:rPr>
              <a:t> </a:t>
            </a:r>
            <a:r>
              <a:rPr spc="-10" dirty="0" smtClean="0">
                <a:solidFill>
                  <a:srgbClr val="FF0000"/>
                </a:solidFill>
                <a:latin typeface="Times New Roman"/>
                <a:cs typeface="Times New Roman"/>
              </a:rPr>
              <a:t>c</a:t>
            </a:r>
            <a:r>
              <a:rPr lang="en-US" spc="-10" dirty="0" smtClean="0">
                <a:solidFill>
                  <a:srgbClr val="FF0000"/>
                </a:solidFill>
                <a:latin typeface="Times New Roman"/>
                <a:cs typeface="Times New Roman"/>
              </a:rPr>
              <a:t>o</a:t>
            </a:r>
            <a:r>
              <a:rPr spc="-10" dirty="0" smtClean="0">
                <a:solidFill>
                  <a:srgbClr val="FF0000"/>
                </a:solidFill>
                <a:latin typeface="Times New Roman"/>
                <a:cs typeface="Times New Roman"/>
              </a:rPr>
              <a:t>py</a:t>
            </a:r>
            <a:r>
              <a:rPr spc="80" dirty="0" smtClean="0">
                <a:solidFill>
                  <a:srgbClr val="FF0000"/>
                </a:solidFill>
                <a:latin typeface="Times New Roman"/>
                <a:cs typeface="Times New Roman"/>
              </a:rPr>
              <a:t> </a:t>
            </a:r>
            <a:r>
              <a:rPr dirty="0" smtClean="0">
                <a:solidFill>
                  <a:srgbClr val="FF0000"/>
                </a:solidFill>
                <a:latin typeface="Times New Roman"/>
                <a:cs typeface="Times New Roman"/>
              </a:rPr>
              <a:t>file</a:t>
            </a:r>
            <a:r>
              <a:rPr lang="en-US" dirty="0" smtClean="0">
                <a:solidFill>
                  <a:srgbClr val="8C5749"/>
                </a:solidFill>
                <a:latin typeface="Times New Roman"/>
                <a:cs typeface="Times New Roman"/>
              </a:rPr>
              <a:t>.</a:t>
            </a:r>
            <a:r>
              <a:rPr spc="80" dirty="0" smtClean="0">
                <a:solidFill>
                  <a:srgbClr val="8C5749"/>
                </a:solidFill>
                <a:latin typeface="Times New Roman"/>
                <a:cs typeface="Times New Roman"/>
              </a:rPr>
              <a:t> </a:t>
            </a:r>
            <a:r>
              <a:rPr lang="en-US" dirty="0" smtClean="0">
                <a:solidFill>
                  <a:schemeClr val="tx1"/>
                </a:solidFill>
                <a:latin typeface="Times New Roman"/>
                <a:cs typeface="Times New Roman"/>
              </a:rPr>
              <a:t>Yo</a:t>
            </a:r>
            <a:r>
              <a:rPr dirty="0" smtClean="0">
                <a:solidFill>
                  <a:schemeClr val="tx1"/>
                </a:solidFill>
                <a:latin typeface="Times New Roman"/>
                <a:cs typeface="Times New Roman"/>
              </a:rPr>
              <a:t>u</a:t>
            </a:r>
            <a:r>
              <a:rPr spc="65" dirty="0" smtClean="0">
                <a:solidFill>
                  <a:schemeClr val="tx1"/>
                </a:solidFill>
                <a:latin typeface="Times New Roman"/>
                <a:cs typeface="Times New Roman"/>
              </a:rPr>
              <a:t> </a:t>
            </a:r>
            <a:r>
              <a:rPr dirty="0">
                <a:solidFill>
                  <a:schemeClr val="tx1"/>
                </a:solidFill>
                <a:latin typeface="Times New Roman"/>
                <a:cs typeface="Times New Roman"/>
              </a:rPr>
              <a:t>should</a:t>
            </a:r>
            <a:r>
              <a:rPr spc="145" dirty="0">
                <a:solidFill>
                  <a:schemeClr val="tx1"/>
                </a:solidFill>
                <a:latin typeface="Times New Roman"/>
                <a:cs typeface="Times New Roman"/>
              </a:rPr>
              <a:t> </a:t>
            </a:r>
            <a:r>
              <a:rPr spc="-20" dirty="0" smtClean="0">
                <a:solidFill>
                  <a:srgbClr val="383838"/>
                </a:solidFill>
                <a:latin typeface="Times New Roman"/>
                <a:cs typeface="Times New Roman"/>
              </a:rPr>
              <a:t>t</a:t>
            </a:r>
            <a:r>
              <a:rPr lang="en-US" spc="-20" dirty="0" smtClean="0">
                <a:solidFill>
                  <a:srgbClr val="383838"/>
                </a:solidFill>
                <a:latin typeface="Times New Roman"/>
                <a:cs typeface="Times New Roman"/>
              </a:rPr>
              <a:t>o</a:t>
            </a:r>
            <a:r>
              <a:rPr spc="25" dirty="0" smtClean="0">
                <a:solidFill>
                  <a:srgbClr val="383838"/>
                </a:solidFill>
                <a:latin typeface="Times New Roman"/>
                <a:cs typeface="Times New Roman"/>
              </a:rPr>
              <a:t> </a:t>
            </a:r>
            <a:r>
              <a:rPr dirty="0" smtClean="0">
                <a:solidFill>
                  <a:srgbClr val="1F1F1F"/>
                </a:solidFill>
                <a:latin typeface="Times New Roman"/>
                <a:cs typeface="Times New Roman"/>
              </a:rPr>
              <a:t>specif</a:t>
            </a:r>
            <a:r>
              <a:rPr lang="en-US" dirty="0" smtClean="0">
                <a:solidFill>
                  <a:srgbClr val="1F1F1F"/>
                </a:solidFill>
                <a:latin typeface="Times New Roman"/>
                <a:cs typeface="Times New Roman"/>
              </a:rPr>
              <a:t>y</a:t>
            </a:r>
            <a:r>
              <a:rPr spc="160" dirty="0" smtClean="0">
                <a:solidFill>
                  <a:srgbClr val="1F1F1F"/>
                </a:solidFill>
                <a:latin typeface="Times New Roman"/>
                <a:cs typeface="Times New Roman"/>
              </a:rPr>
              <a:t> </a:t>
            </a:r>
            <a:r>
              <a:rPr dirty="0">
                <a:solidFill>
                  <a:srgbClr val="313131"/>
                </a:solidFill>
                <a:latin typeface="Times New Roman"/>
                <a:cs typeface="Times New Roman"/>
              </a:rPr>
              <a:t>both</a:t>
            </a:r>
            <a:r>
              <a:rPr spc="140" dirty="0">
                <a:solidFill>
                  <a:srgbClr val="313131"/>
                </a:solidFill>
                <a:latin typeface="Times New Roman"/>
                <a:cs typeface="Times New Roman"/>
              </a:rPr>
              <a:t> </a:t>
            </a:r>
            <a:r>
              <a:rPr lang="en-US" spc="140" dirty="0" smtClean="0">
                <a:solidFill>
                  <a:srgbClr val="313131"/>
                </a:solidFill>
                <a:latin typeface="Times New Roman"/>
                <a:cs typeface="Times New Roman"/>
              </a:rPr>
              <a:t>a </a:t>
            </a:r>
            <a:r>
              <a:rPr b="1" dirty="0" smtClean="0">
                <a:solidFill>
                  <a:srgbClr val="2A2A2A"/>
                </a:solidFill>
                <a:latin typeface="Times New Roman"/>
                <a:cs typeface="Times New Roman"/>
              </a:rPr>
              <a:t>file</a:t>
            </a:r>
            <a:r>
              <a:rPr spc="85" dirty="0" smtClean="0">
                <a:solidFill>
                  <a:srgbClr val="2A2A2A"/>
                </a:solidFill>
                <a:latin typeface="Times New Roman"/>
                <a:cs typeface="Times New Roman"/>
              </a:rPr>
              <a:t> </a:t>
            </a:r>
            <a:r>
              <a:rPr dirty="0">
                <a:latin typeface="Times New Roman"/>
                <a:cs typeface="Times New Roman"/>
              </a:rPr>
              <a:t>you</a:t>
            </a:r>
            <a:r>
              <a:rPr spc="20" dirty="0">
                <a:latin typeface="Times New Roman"/>
                <a:cs typeface="Times New Roman"/>
              </a:rPr>
              <a:t> </a:t>
            </a:r>
            <a:r>
              <a:rPr dirty="0">
                <a:latin typeface="Times New Roman"/>
                <a:cs typeface="Times New Roman"/>
              </a:rPr>
              <a:t>copy</a:t>
            </a:r>
            <a:r>
              <a:rPr spc="15" dirty="0">
                <a:latin typeface="Times New Roman"/>
                <a:cs typeface="Times New Roman"/>
              </a:rPr>
              <a:t> </a:t>
            </a:r>
            <a:r>
              <a:rPr spc="-25" dirty="0" smtClean="0">
                <a:latin typeface="Times New Roman"/>
                <a:cs typeface="Times New Roman"/>
              </a:rPr>
              <a:t>an</a:t>
            </a:r>
            <a:r>
              <a:rPr lang="en-US" spc="-25" dirty="0" smtClean="0">
                <a:latin typeface="Times New Roman"/>
                <a:cs typeface="Times New Roman"/>
              </a:rPr>
              <a:t>d </a:t>
            </a:r>
            <a:r>
              <a:rPr lang="en-US" b="1" spc="-25" dirty="0" smtClean="0">
                <a:latin typeface="Times New Roman"/>
                <a:cs typeface="Times New Roman"/>
              </a:rPr>
              <a:t>location</a:t>
            </a:r>
            <a:r>
              <a:rPr lang="en-US" spc="-25" dirty="0" smtClean="0">
                <a:latin typeface="Times New Roman"/>
                <a:cs typeface="Times New Roman"/>
              </a:rPr>
              <a:t> </a:t>
            </a:r>
            <a:r>
              <a:rPr dirty="0" smtClean="0">
                <a:solidFill>
                  <a:srgbClr val="161616"/>
                </a:solidFill>
                <a:latin typeface="Times New Roman"/>
                <a:cs typeface="Times New Roman"/>
              </a:rPr>
              <a:t>where</a:t>
            </a:r>
            <a:r>
              <a:rPr spc="35" dirty="0" smtClean="0">
                <a:solidFill>
                  <a:srgbClr val="161616"/>
                </a:solidFill>
                <a:latin typeface="Times New Roman"/>
                <a:cs typeface="Times New Roman"/>
              </a:rPr>
              <a:t> </a:t>
            </a:r>
            <a:r>
              <a:rPr dirty="0">
                <a:solidFill>
                  <a:srgbClr val="282828"/>
                </a:solidFill>
                <a:latin typeface="Times New Roman"/>
                <a:cs typeface="Times New Roman"/>
              </a:rPr>
              <a:t>you</a:t>
            </a:r>
            <a:r>
              <a:rPr spc="5" dirty="0">
                <a:solidFill>
                  <a:srgbClr val="282828"/>
                </a:solidFill>
                <a:latin typeface="Times New Roman"/>
                <a:cs typeface="Times New Roman"/>
              </a:rPr>
              <a:t> </a:t>
            </a:r>
            <a:r>
              <a:rPr dirty="0" smtClean="0">
                <a:solidFill>
                  <a:srgbClr val="3F3F3F"/>
                </a:solidFill>
                <a:latin typeface="Times New Roman"/>
                <a:cs typeface="Times New Roman"/>
              </a:rPr>
              <a:t>goi</a:t>
            </a:r>
            <a:r>
              <a:rPr lang="en-US" dirty="0" smtClean="0">
                <a:solidFill>
                  <a:srgbClr val="3F3F3F"/>
                </a:solidFill>
                <a:latin typeface="Times New Roman"/>
                <a:cs typeface="Times New Roman"/>
              </a:rPr>
              <a:t>n</a:t>
            </a:r>
            <a:r>
              <a:rPr dirty="0" smtClean="0">
                <a:solidFill>
                  <a:srgbClr val="3F3F3F"/>
                </a:solidFill>
                <a:latin typeface="Times New Roman"/>
                <a:cs typeface="Times New Roman"/>
              </a:rPr>
              <a:t>g</a:t>
            </a:r>
            <a:r>
              <a:rPr spc="30" dirty="0" smtClean="0">
                <a:solidFill>
                  <a:srgbClr val="3F3F3F"/>
                </a:solidFill>
                <a:latin typeface="Times New Roman"/>
                <a:cs typeface="Times New Roman"/>
              </a:rPr>
              <a:t> </a:t>
            </a:r>
            <a:r>
              <a:rPr dirty="0">
                <a:solidFill>
                  <a:srgbClr val="131313"/>
                </a:solidFill>
                <a:latin typeface="Times New Roman"/>
                <a:cs typeface="Times New Roman"/>
              </a:rPr>
              <a:t>to</a:t>
            </a:r>
            <a:r>
              <a:rPr spc="-75" dirty="0">
                <a:solidFill>
                  <a:srgbClr val="131313"/>
                </a:solidFill>
                <a:latin typeface="Times New Roman"/>
                <a:cs typeface="Times New Roman"/>
              </a:rPr>
              <a:t> </a:t>
            </a:r>
            <a:r>
              <a:rPr spc="-20" dirty="0">
                <a:solidFill>
                  <a:srgbClr val="080808"/>
                </a:solidFill>
                <a:latin typeface="Times New Roman"/>
                <a:cs typeface="Times New Roman"/>
              </a:rPr>
              <a:t>copy</a:t>
            </a:r>
            <a:endParaRPr dirty="0">
              <a:latin typeface="Times New Roman"/>
              <a:cs typeface="Times New Roman"/>
            </a:endParaRPr>
          </a:p>
          <a:p>
            <a:pPr marL="283845">
              <a:lnSpc>
                <a:spcPct val="100000"/>
              </a:lnSpc>
              <a:spcBef>
                <a:spcPts val="895"/>
              </a:spcBef>
            </a:pPr>
            <a:r>
              <a:rPr b="1" spc="-30" dirty="0">
                <a:solidFill>
                  <a:schemeClr val="tx1"/>
                </a:solidFill>
                <a:latin typeface="Times New Roman"/>
                <a:cs typeface="Times New Roman"/>
              </a:rPr>
              <a:t>Example:</a:t>
            </a:r>
            <a:r>
              <a:rPr spc="45" dirty="0">
                <a:solidFill>
                  <a:srgbClr val="994F44"/>
                </a:solidFill>
                <a:latin typeface="Times New Roman"/>
                <a:cs typeface="Times New Roman"/>
              </a:rPr>
              <a:t> </a:t>
            </a:r>
            <a:r>
              <a:rPr b="1" dirty="0">
                <a:solidFill>
                  <a:srgbClr val="FF0000"/>
                </a:solidFill>
                <a:latin typeface="Times New Roman"/>
                <a:cs typeface="Times New Roman"/>
              </a:rPr>
              <a:t>cp</a:t>
            </a:r>
            <a:r>
              <a:rPr spc="65" dirty="0">
                <a:solidFill>
                  <a:srgbClr val="CFCFCF"/>
                </a:solidFill>
                <a:latin typeface="Times New Roman"/>
                <a:cs typeface="Times New Roman"/>
              </a:rPr>
              <a:t> </a:t>
            </a:r>
            <a:r>
              <a:rPr spc="55" dirty="0">
                <a:latin typeface="Times New Roman"/>
                <a:cs typeface="Times New Roman"/>
              </a:rPr>
              <a:t>/</a:t>
            </a:r>
            <a:r>
              <a:rPr spc="55" dirty="0" smtClean="0">
                <a:latin typeface="Times New Roman"/>
                <a:cs typeface="Times New Roman"/>
              </a:rPr>
              <a:t>home/admin/De</a:t>
            </a:r>
            <a:r>
              <a:rPr lang="en-US" spc="204" dirty="0">
                <a:latin typeface="Times New Roman"/>
                <a:cs typeface="Times New Roman"/>
              </a:rPr>
              <a:t>s</a:t>
            </a:r>
            <a:r>
              <a:rPr dirty="0" smtClean="0">
                <a:latin typeface="Times New Roman"/>
                <a:cs typeface="Times New Roman"/>
              </a:rPr>
              <a:t>ktop/</a:t>
            </a:r>
            <a:r>
              <a:rPr lang="en-US" b="1" dirty="0" err="1" smtClean="0">
                <a:solidFill>
                  <a:srgbClr val="FF0000"/>
                </a:solidFill>
                <a:latin typeface="Times New Roman"/>
                <a:cs typeface="Times New Roman"/>
              </a:rPr>
              <a:t>sata</a:t>
            </a:r>
            <a:r>
              <a:rPr lang="en-US" b="1" spc="200" dirty="0" err="1" smtClean="0">
                <a:solidFill>
                  <a:srgbClr val="FF0000"/>
                </a:solidFill>
                <a:latin typeface="Times New Roman"/>
                <a:cs typeface="Times New Roman"/>
              </a:rPr>
              <a:t>$</a:t>
            </a:r>
            <a:r>
              <a:rPr lang="en-US" spc="-10" dirty="0" err="1" smtClean="0">
                <a:solidFill>
                  <a:srgbClr val="0C0C0C"/>
                </a:solidFill>
                <a:latin typeface="Times New Roman"/>
                <a:cs typeface="Times New Roman"/>
              </a:rPr>
              <a:t>file.odt</a:t>
            </a:r>
            <a:endParaRPr dirty="0">
              <a:latin typeface="Times New Roman"/>
              <a:cs typeface="Times New Roman"/>
            </a:endParaRPr>
          </a:p>
          <a:p>
            <a:pPr marL="297180">
              <a:lnSpc>
                <a:spcPct val="100000"/>
              </a:lnSpc>
              <a:spcBef>
                <a:spcPts val="885"/>
              </a:spcBef>
            </a:pPr>
            <a:r>
              <a:rPr lang="en-US" spc="-10" dirty="0" smtClean="0">
                <a:latin typeface="Times New Roman"/>
                <a:cs typeface="Times New Roman"/>
              </a:rPr>
              <a:t>                      </a:t>
            </a:r>
            <a:r>
              <a:rPr spc="-10" dirty="0" smtClean="0">
                <a:latin typeface="Times New Roman"/>
                <a:cs typeface="Times New Roman"/>
              </a:rPr>
              <a:t>/home/</a:t>
            </a:r>
            <a:r>
              <a:rPr lang="en-US" spc="-10" dirty="0" smtClean="0">
                <a:latin typeface="Times New Roman"/>
                <a:cs typeface="Times New Roman"/>
              </a:rPr>
              <a:t>a</a:t>
            </a:r>
            <a:r>
              <a:rPr spc="-10" dirty="0" smtClean="0">
                <a:latin typeface="Times New Roman"/>
                <a:cs typeface="Times New Roman"/>
              </a:rPr>
              <a:t>dmin/Desktop/</a:t>
            </a:r>
            <a:r>
              <a:rPr b="1" spc="-10" dirty="0" smtClean="0">
                <a:solidFill>
                  <a:srgbClr val="FF0000"/>
                </a:solidFill>
                <a:latin typeface="Times New Roman"/>
                <a:cs typeface="Times New Roman"/>
              </a:rPr>
              <a:t>new</a:t>
            </a:r>
            <a:r>
              <a:rPr lang="en-US" b="1" spc="-10" dirty="0" smtClean="0">
                <a:solidFill>
                  <a:srgbClr val="FF0000"/>
                </a:solidFill>
                <a:latin typeface="Times New Roman"/>
                <a:cs typeface="Times New Roman"/>
              </a:rPr>
              <a:t>$</a:t>
            </a:r>
          </a:p>
          <a:p>
            <a:pPr marL="228600" indent="-228600">
              <a:lnSpc>
                <a:spcPct val="100000"/>
              </a:lnSpc>
              <a:spcBef>
                <a:spcPts val="885"/>
              </a:spcBef>
              <a:buFont typeface="Arial" panose="020B0604020202020204" pitchFamily="34" charset="0"/>
              <a:buChar char="•"/>
            </a:pPr>
            <a:r>
              <a:rPr lang="en-US" sz="1600" b="1" spc="-10" dirty="0" smtClean="0">
                <a:solidFill>
                  <a:srgbClr val="FF0000"/>
                </a:solidFill>
                <a:latin typeface="Times New Roman"/>
                <a:cs typeface="Times New Roman"/>
              </a:rPr>
              <a:t>This example copies a file called </a:t>
            </a:r>
            <a:r>
              <a:rPr lang="en-US" sz="1600" b="1" spc="-10" dirty="0" err="1" smtClean="0">
                <a:solidFill>
                  <a:srgbClr val="FF0000"/>
                </a:solidFill>
                <a:latin typeface="Times New Roman"/>
                <a:cs typeface="Times New Roman"/>
              </a:rPr>
              <a:t>file.odt</a:t>
            </a:r>
            <a:r>
              <a:rPr lang="en-US" sz="1600" b="1" spc="-10" dirty="0" smtClean="0">
                <a:solidFill>
                  <a:srgbClr val="FF0000"/>
                </a:solidFill>
                <a:latin typeface="Times New Roman"/>
                <a:cs typeface="Times New Roman"/>
              </a:rPr>
              <a:t> from </a:t>
            </a:r>
            <a:r>
              <a:rPr lang="en-US" sz="1600" b="1" i="1" spc="-10" dirty="0" err="1" smtClean="0">
                <a:solidFill>
                  <a:srgbClr val="FF0000"/>
                </a:solidFill>
                <a:latin typeface="Times New Roman"/>
                <a:cs typeface="Times New Roman"/>
              </a:rPr>
              <a:t>sata</a:t>
            </a:r>
            <a:r>
              <a:rPr lang="en-US" sz="1600" b="1" spc="-10" dirty="0" smtClean="0">
                <a:solidFill>
                  <a:srgbClr val="FF0000"/>
                </a:solidFill>
                <a:latin typeface="Times New Roman"/>
                <a:cs typeface="Times New Roman"/>
              </a:rPr>
              <a:t> directory to </a:t>
            </a:r>
            <a:r>
              <a:rPr lang="en-US" sz="1600" b="1" i="1" spc="-10" dirty="0" smtClean="0">
                <a:solidFill>
                  <a:srgbClr val="FF0000"/>
                </a:solidFill>
                <a:latin typeface="Times New Roman"/>
                <a:cs typeface="Times New Roman"/>
              </a:rPr>
              <a:t>new</a:t>
            </a:r>
            <a:r>
              <a:rPr lang="en-US" sz="1600" b="1" spc="-10" dirty="0" smtClean="0">
                <a:solidFill>
                  <a:srgbClr val="FF0000"/>
                </a:solidFill>
                <a:latin typeface="Times New Roman"/>
                <a:cs typeface="Times New Roman"/>
              </a:rPr>
              <a:t> directory</a:t>
            </a:r>
            <a:endParaRPr sz="1600" b="1" dirty="0">
              <a:solidFill>
                <a:srgbClr val="FF0000"/>
              </a:solidFill>
              <a:latin typeface="Times New Roman"/>
              <a:cs typeface="Times New Roman"/>
            </a:endParaRPr>
          </a:p>
        </p:txBody>
      </p:sp>
      <p:sp>
        <p:nvSpPr>
          <p:cNvPr id="9" name="Rectangle 8"/>
          <p:cNvSpPr/>
          <p:nvPr/>
        </p:nvSpPr>
        <p:spPr>
          <a:xfrm>
            <a:off x="27641" y="142875"/>
            <a:ext cx="5930900" cy="430887"/>
          </a:xfrm>
          <a:prstGeom prst="rect">
            <a:avLst/>
          </a:prstGeom>
        </p:spPr>
        <p:txBody>
          <a:bodyPr wrap="square">
            <a:spAutoFit/>
          </a:bodyPr>
          <a:lstStyle/>
          <a:p>
            <a:pPr marL="12700">
              <a:spcBef>
                <a:spcPts val="100"/>
              </a:spcBef>
            </a:pPr>
            <a:r>
              <a:rPr lang="en-US" sz="2200" b="1" dirty="0" smtClean="0">
                <a:solidFill>
                  <a:srgbClr val="AA210E"/>
                </a:solidFill>
                <a:latin typeface="Calibri"/>
                <a:cs typeface="Calibri"/>
              </a:rPr>
              <a:t>Linux</a:t>
            </a:r>
            <a:r>
              <a:rPr lang="en-US" sz="2200" b="1" spc="70" dirty="0" smtClean="0">
                <a:solidFill>
                  <a:srgbClr val="AA210E"/>
                </a:solidFill>
                <a:latin typeface="Calibri"/>
                <a:cs typeface="Calibri"/>
              </a:rPr>
              <a:t> </a:t>
            </a:r>
            <a:r>
              <a:rPr lang="en-US" sz="2200" b="1" dirty="0" smtClean="0">
                <a:solidFill>
                  <a:srgbClr val="B31C1C"/>
                </a:solidFill>
                <a:latin typeface="Calibri"/>
                <a:cs typeface="Calibri"/>
              </a:rPr>
              <a:t>Commands</a:t>
            </a:r>
            <a:r>
              <a:rPr lang="en-US" sz="2200" b="1" spc="90" dirty="0" smtClean="0">
                <a:solidFill>
                  <a:srgbClr val="B31C1C"/>
                </a:solidFill>
                <a:latin typeface="Calibri"/>
                <a:cs typeface="Calibri"/>
              </a:rPr>
              <a:t> </a:t>
            </a:r>
            <a:r>
              <a:rPr lang="en-US" sz="2200" b="1" dirty="0" smtClean="0">
                <a:solidFill>
                  <a:srgbClr val="AF2A26"/>
                </a:solidFill>
                <a:latin typeface="Calibri"/>
                <a:cs typeface="Calibri"/>
              </a:rPr>
              <a:t>for</a:t>
            </a:r>
            <a:r>
              <a:rPr lang="en-US" sz="2200" b="1" spc="-50" dirty="0" smtClean="0">
                <a:solidFill>
                  <a:srgbClr val="AF2A26"/>
                </a:solidFill>
                <a:latin typeface="Calibri"/>
                <a:cs typeface="Calibri"/>
              </a:rPr>
              <a:t> </a:t>
            </a:r>
            <a:r>
              <a:rPr lang="en-US" sz="2200" b="1" spc="-30" dirty="0" smtClean="0">
                <a:solidFill>
                  <a:srgbClr val="AF2A26"/>
                </a:solidFill>
                <a:latin typeface="Calibri"/>
                <a:cs typeface="Calibri"/>
              </a:rPr>
              <a:t>System</a:t>
            </a:r>
            <a:r>
              <a:rPr lang="en-US" sz="2200" b="1" spc="-40" dirty="0" smtClean="0">
                <a:solidFill>
                  <a:srgbClr val="AF2A26"/>
                </a:solidFill>
                <a:latin typeface="Calibri"/>
                <a:cs typeface="Calibri"/>
              </a:rPr>
              <a:t> </a:t>
            </a:r>
            <a:r>
              <a:rPr lang="en-US" sz="2200" b="1" spc="-40" dirty="0" smtClean="0">
                <a:solidFill>
                  <a:srgbClr val="971311"/>
                </a:solidFill>
                <a:latin typeface="Calibri"/>
                <a:cs typeface="Calibri"/>
              </a:rPr>
              <a:t>Administrators …</a:t>
            </a:r>
            <a:endParaRPr lang="en-US" sz="2200" b="1" spc="-40" dirty="0">
              <a:solidFill>
                <a:srgbClr val="971311"/>
              </a:solidFill>
              <a:latin typeface="Calibri"/>
              <a:cs typeface="Calibri"/>
            </a:endParaRPr>
          </a:p>
        </p:txBody>
      </p:sp>
      <p:sp>
        <p:nvSpPr>
          <p:cNvPr id="16" name="Date Placeholder 15"/>
          <p:cNvSpPr>
            <a:spLocks noGrp="1"/>
          </p:cNvSpPr>
          <p:nvPr>
            <p:ph type="dt" sz="half" idx="6"/>
          </p:nvPr>
        </p:nvSpPr>
        <p:spPr/>
        <p:txBody>
          <a:bodyPr/>
          <a:lstStyle/>
          <a:p>
            <a:fld id="{FA8C3C76-AD08-4801-AF08-89FEA6AF696D}" type="datetime1">
              <a:rPr lang="en-US" smtClean="0"/>
              <a:t>12/3/2025</a:t>
            </a:fld>
            <a:endParaRPr lang="en-US" dirty="0"/>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dirty="0"/>
          </a:p>
        </p:txBody>
      </p:sp>
      <p:sp>
        <p:nvSpPr>
          <p:cNvPr id="18" name="Slide Number Placeholder 17"/>
          <p:cNvSpPr>
            <a:spLocks noGrp="1"/>
          </p:cNvSpPr>
          <p:nvPr>
            <p:ph type="sldNum" sz="quarter" idx="7"/>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215899" y="600075"/>
            <a:ext cx="4606667" cy="289823"/>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Times New Roman"/>
                <a:cs typeface="Times New Roman"/>
              </a:rPr>
              <a:t>Some</a:t>
            </a:r>
            <a:r>
              <a:rPr sz="1800" b="1" spc="85" dirty="0">
                <a:solidFill>
                  <a:srgbClr val="FF0000"/>
                </a:solidFill>
                <a:latin typeface="Times New Roman"/>
                <a:cs typeface="Times New Roman"/>
              </a:rPr>
              <a:t> </a:t>
            </a:r>
            <a:r>
              <a:rPr sz="1800" b="1" dirty="0">
                <a:solidFill>
                  <a:srgbClr val="FF0000"/>
                </a:solidFill>
                <a:latin typeface="Times New Roman"/>
                <a:cs typeface="Times New Roman"/>
              </a:rPr>
              <a:t>common</a:t>
            </a:r>
            <a:r>
              <a:rPr sz="1800" b="1" spc="130" dirty="0">
                <a:solidFill>
                  <a:srgbClr val="FF0000"/>
                </a:solidFill>
                <a:latin typeface="Times New Roman"/>
                <a:cs typeface="Times New Roman"/>
              </a:rPr>
              <a:t> </a:t>
            </a:r>
            <a:r>
              <a:rPr sz="1800" b="1" dirty="0" smtClean="0">
                <a:solidFill>
                  <a:srgbClr val="FF0000"/>
                </a:solidFill>
                <a:latin typeface="Times New Roman"/>
                <a:cs typeface="Times New Roman"/>
              </a:rPr>
              <a:t>com</a:t>
            </a:r>
            <a:r>
              <a:rPr lang="en-US" sz="1800" b="1" dirty="0" smtClean="0">
                <a:solidFill>
                  <a:srgbClr val="FF0000"/>
                </a:solidFill>
                <a:latin typeface="Times New Roman"/>
                <a:cs typeface="Times New Roman"/>
              </a:rPr>
              <a:t>m</a:t>
            </a:r>
            <a:r>
              <a:rPr sz="1800" b="1" dirty="0" smtClean="0">
                <a:solidFill>
                  <a:srgbClr val="FF0000"/>
                </a:solidFill>
                <a:latin typeface="Times New Roman"/>
                <a:cs typeface="Times New Roman"/>
              </a:rPr>
              <a:t>ands</a:t>
            </a:r>
            <a:r>
              <a:rPr sz="1800" b="1" spc="210" dirty="0" smtClean="0">
                <a:solidFill>
                  <a:srgbClr val="FF0000"/>
                </a:solidFill>
                <a:latin typeface="Times New Roman"/>
                <a:cs typeface="Times New Roman"/>
              </a:rPr>
              <a:t> </a:t>
            </a:r>
            <a:r>
              <a:rPr sz="1800" b="1" dirty="0">
                <a:solidFill>
                  <a:srgbClr val="FF0000"/>
                </a:solidFill>
                <a:latin typeface="Times New Roman"/>
                <a:cs typeface="Times New Roman"/>
              </a:rPr>
              <a:t>used</a:t>
            </a:r>
            <a:r>
              <a:rPr sz="1800" b="1" spc="125" dirty="0">
                <a:solidFill>
                  <a:srgbClr val="FF0000"/>
                </a:solidFill>
                <a:latin typeface="Times New Roman"/>
                <a:cs typeface="Times New Roman"/>
              </a:rPr>
              <a:t> </a:t>
            </a:r>
            <a:r>
              <a:rPr sz="1800" b="1" dirty="0">
                <a:solidFill>
                  <a:srgbClr val="FF0000"/>
                </a:solidFill>
                <a:latin typeface="Times New Roman"/>
                <a:cs typeface="Times New Roman"/>
              </a:rPr>
              <a:t>in</a:t>
            </a:r>
            <a:r>
              <a:rPr sz="1800" b="1" spc="90" dirty="0">
                <a:solidFill>
                  <a:srgbClr val="FF0000"/>
                </a:solidFill>
                <a:latin typeface="Times New Roman"/>
                <a:cs typeface="Times New Roman"/>
              </a:rPr>
              <a:t> </a:t>
            </a:r>
            <a:r>
              <a:rPr sz="1800" b="1" dirty="0">
                <a:solidFill>
                  <a:srgbClr val="FF0000"/>
                </a:solidFill>
                <a:latin typeface="Times New Roman"/>
                <a:cs typeface="Times New Roman"/>
              </a:rPr>
              <a:t>Linux</a:t>
            </a:r>
            <a:r>
              <a:rPr sz="1800" b="1" spc="210" dirty="0">
                <a:solidFill>
                  <a:srgbClr val="FF0000"/>
                </a:solidFill>
                <a:latin typeface="Times New Roman"/>
                <a:cs typeface="Times New Roman"/>
              </a:rPr>
              <a:t> </a:t>
            </a:r>
            <a:r>
              <a:rPr sz="1800" b="1" spc="-25" dirty="0">
                <a:solidFill>
                  <a:srgbClr val="FF0000"/>
                </a:solidFill>
                <a:latin typeface="Times New Roman"/>
                <a:cs typeface="Times New Roman"/>
              </a:rPr>
              <a:t>...</a:t>
            </a:r>
            <a:endParaRPr sz="1800" b="1" dirty="0">
              <a:solidFill>
                <a:srgbClr val="FF0000"/>
              </a:solidFill>
              <a:latin typeface="Times New Roman"/>
              <a:cs typeface="Times New Roman"/>
            </a:endParaRPr>
          </a:p>
        </p:txBody>
      </p:sp>
      <p:sp>
        <p:nvSpPr>
          <p:cNvPr id="8" name="object 8"/>
          <p:cNvSpPr txBox="1"/>
          <p:nvPr/>
        </p:nvSpPr>
        <p:spPr>
          <a:xfrm>
            <a:off x="452497" y="828675"/>
            <a:ext cx="4370070" cy="970137"/>
          </a:xfrm>
          <a:prstGeom prst="rect">
            <a:avLst/>
          </a:prstGeom>
        </p:spPr>
        <p:txBody>
          <a:bodyPr vert="horz" wrap="square" lIns="0" tIns="142875" rIns="0" bIns="0" rtlCol="0">
            <a:spAutoFit/>
          </a:bodyPr>
          <a:lstStyle/>
          <a:p>
            <a:pPr marL="627063" indent="-614363">
              <a:lnSpc>
                <a:spcPct val="100000"/>
              </a:lnSpc>
              <a:spcBef>
                <a:spcPts val="1125"/>
              </a:spcBef>
            </a:pPr>
            <a:r>
              <a:rPr sz="1500" b="1" dirty="0" err="1">
                <a:solidFill>
                  <a:srgbClr val="FF0000"/>
                </a:solidFill>
                <a:latin typeface="Times New Roman"/>
                <a:cs typeface="Times New Roman"/>
              </a:rPr>
              <a:t>mkdir</a:t>
            </a:r>
            <a:r>
              <a:rPr sz="1500" b="1" dirty="0">
                <a:solidFill>
                  <a:srgbClr val="FF0000"/>
                </a:solidFill>
                <a:latin typeface="Times New Roman"/>
                <a:cs typeface="Times New Roman"/>
              </a:rPr>
              <a:t>/</a:t>
            </a:r>
            <a:r>
              <a:rPr sz="1450" b="1" spc="285" dirty="0" smtClean="0">
                <a:solidFill>
                  <a:srgbClr val="FF0000"/>
                </a:solidFill>
                <a:latin typeface="Times New Roman"/>
                <a:cs typeface="Times New Roman"/>
              </a:rPr>
              <a:t> </a:t>
            </a:r>
            <a:r>
              <a:rPr lang="en-US" sz="1450" spc="10" dirty="0" smtClean="0">
                <a:solidFill>
                  <a:srgbClr val="080808"/>
                </a:solidFill>
                <a:latin typeface="Times New Roman"/>
                <a:cs typeface="Times New Roman"/>
              </a:rPr>
              <a:t>U</a:t>
            </a:r>
            <a:r>
              <a:rPr sz="1450" spc="10" dirty="0" smtClean="0">
                <a:solidFill>
                  <a:srgbClr val="080808"/>
                </a:solidFill>
                <a:latin typeface="Times New Roman"/>
                <a:cs typeface="Times New Roman"/>
              </a:rPr>
              <a:t>sed</a:t>
            </a:r>
            <a:r>
              <a:rPr sz="1450" spc="290" dirty="0" smtClean="0">
                <a:solidFill>
                  <a:srgbClr val="080808"/>
                </a:solidFill>
                <a:latin typeface="Times New Roman"/>
                <a:cs typeface="Times New Roman"/>
              </a:rPr>
              <a:t> </a:t>
            </a:r>
            <a:r>
              <a:rPr sz="1450" spc="10" dirty="0" smtClean="0">
                <a:solidFill>
                  <a:srgbClr val="151515"/>
                </a:solidFill>
                <a:latin typeface="Times New Roman"/>
                <a:cs typeface="Times New Roman"/>
              </a:rPr>
              <a:t>t</a:t>
            </a:r>
            <a:r>
              <a:rPr lang="en-US" sz="1450" spc="10" dirty="0">
                <a:solidFill>
                  <a:srgbClr val="151515"/>
                </a:solidFill>
                <a:latin typeface="Times New Roman"/>
                <a:cs typeface="Times New Roman"/>
              </a:rPr>
              <a:t>o</a:t>
            </a:r>
            <a:r>
              <a:rPr sz="1450" spc="204" dirty="0" smtClean="0">
                <a:solidFill>
                  <a:srgbClr val="151515"/>
                </a:solidFill>
                <a:latin typeface="Times New Roman"/>
                <a:cs typeface="Times New Roman"/>
              </a:rPr>
              <a:t> </a:t>
            </a:r>
            <a:r>
              <a:rPr sz="1450" spc="10" dirty="0">
                <a:solidFill>
                  <a:srgbClr val="FF0000"/>
                </a:solidFill>
                <a:latin typeface="Times New Roman"/>
                <a:cs typeface="Times New Roman"/>
              </a:rPr>
              <a:t>create</a:t>
            </a:r>
            <a:r>
              <a:rPr sz="1450" spc="190" dirty="0">
                <a:solidFill>
                  <a:srgbClr val="FF0000"/>
                </a:solidFill>
                <a:latin typeface="Times New Roman"/>
                <a:cs typeface="Times New Roman"/>
              </a:rPr>
              <a:t> </a:t>
            </a:r>
            <a:r>
              <a:rPr lang="en-US" sz="1450" spc="190" dirty="0" smtClean="0">
                <a:solidFill>
                  <a:srgbClr val="FF0000"/>
                </a:solidFill>
                <a:latin typeface="Times New Roman"/>
                <a:cs typeface="Times New Roman"/>
              </a:rPr>
              <a:t>new directories (also known as folders </a:t>
            </a:r>
            <a:r>
              <a:rPr sz="1450" spc="10" dirty="0" smtClean="0">
                <a:solidFill>
                  <a:srgbClr val="131313"/>
                </a:solidFill>
                <a:latin typeface="Times New Roman"/>
                <a:cs typeface="Times New Roman"/>
              </a:rPr>
              <a:t>in</a:t>
            </a:r>
            <a:r>
              <a:rPr sz="1450" spc="155" dirty="0" smtClean="0">
                <a:solidFill>
                  <a:srgbClr val="131313"/>
                </a:solidFill>
                <a:latin typeface="Times New Roman"/>
                <a:cs typeface="Times New Roman"/>
              </a:rPr>
              <a:t> </a:t>
            </a:r>
            <a:r>
              <a:rPr sz="1450" spc="10" dirty="0" smtClean="0">
                <a:latin typeface="Times New Roman"/>
                <a:cs typeface="Times New Roman"/>
              </a:rPr>
              <a:t>the</a:t>
            </a:r>
            <a:r>
              <a:rPr lang="en-US" sz="1450" spc="10" dirty="0" smtClean="0">
                <a:latin typeface="Times New Roman"/>
                <a:cs typeface="Times New Roman"/>
              </a:rPr>
              <a:t> </a:t>
            </a:r>
            <a:r>
              <a:rPr sz="1450" spc="10" dirty="0" smtClean="0">
                <a:latin typeface="Times New Roman"/>
                <a:cs typeface="Times New Roman"/>
              </a:rPr>
              <a:t>current</a:t>
            </a:r>
            <a:r>
              <a:rPr sz="1450" spc="190" dirty="0" smtClean="0">
                <a:latin typeface="Times New Roman"/>
                <a:cs typeface="Times New Roman"/>
              </a:rPr>
              <a:t> </a:t>
            </a:r>
            <a:r>
              <a:rPr sz="1450" spc="-10" dirty="0" smtClean="0">
                <a:latin typeface="Times New Roman"/>
                <a:cs typeface="Times New Roman"/>
              </a:rPr>
              <a:t>directory</a:t>
            </a:r>
            <a:r>
              <a:rPr lang="en-US" sz="1450" spc="-10" dirty="0" smtClean="0">
                <a:latin typeface="Times New Roman"/>
                <a:cs typeface="Times New Roman"/>
              </a:rPr>
              <a:t>)</a:t>
            </a:r>
            <a:endParaRPr sz="1450" dirty="0">
              <a:latin typeface="Times New Roman"/>
              <a:cs typeface="Times New Roman"/>
            </a:endParaRPr>
          </a:p>
          <a:p>
            <a:pPr marL="276860">
              <a:lnSpc>
                <a:spcPct val="100000"/>
              </a:lnSpc>
              <a:spcBef>
                <a:spcPts val="1060"/>
              </a:spcBef>
            </a:pPr>
            <a:r>
              <a:rPr sz="1500" b="1" dirty="0">
                <a:latin typeface="Times New Roman"/>
                <a:cs typeface="Times New Roman"/>
              </a:rPr>
              <a:t>Exemple</a:t>
            </a:r>
            <a:r>
              <a:rPr sz="1500" b="1" dirty="0">
                <a:solidFill>
                  <a:schemeClr val="tx1"/>
                </a:solidFill>
                <a:latin typeface="Times New Roman"/>
                <a:cs typeface="Times New Roman"/>
              </a:rPr>
              <a:t>:</a:t>
            </a:r>
            <a:r>
              <a:rPr sz="1500" b="1" spc="180" dirty="0">
                <a:solidFill>
                  <a:schemeClr val="tx1"/>
                </a:solidFill>
                <a:latin typeface="Times New Roman"/>
                <a:cs typeface="Times New Roman"/>
              </a:rPr>
              <a:t> </a:t>
            </a:r>
            <a:r>
              <a:rPr sz="1500" b="1" spc="135" dirty="0">
                <a:solidFill>
                  <a:schemeClr val="tx1"/>
                </a:solidFill>
                <a:latin typeface="Times New Roman"/>
                <a:cs typeface="Times New Roman"/>
              </a:rPr>
              <a:t>/</a:t>
            </a:r>
            <a:r>
              <a:rPr sz="1500" b="1" spc="135" dirty="0" smtClean="0">
                <a:solidFill>
                  <a:schemeClr val="tx1"/>
                </a:solidFill>
                <a:latin typeface="Times New Roman"/>
                <a:cs typeface="Times New Roman"/>
              </a:rPr>
              <a:t>ad</a:t>
            </a:r>
            <a:r>
              <a:rPr lang="en-US" sz="1500" b="1" spc="135" dirty="0">
                <a:solidFill>
                  <a:schemeClr val="tx1"/>
                </a:solidFill>
                <a:latin typeface="Times New Roman"/>
                <a:cs typeface="Times New Roman"/>
              </a:rPr>
              <a:t>m</a:t>
            </a:r>
            <a:r>
              <a:rPr sz="1500" b="1" spc="135" dirty="0" smtClean="0">
                <a:solidFill>
                  <a:schemeClr val="tx1"/>
                </a:solidFill>
                <a:latin typeface="Times New Roman"/>
                <a:cs typeface="Times New Roman"/>
              </a:rPr>
              <a:t>in/</a:t>
            </a:r>
            <a:r>
              <a:rPr lang="en-US" sz="1500" b="1" spc="135" dirty="0" smtClean="0">
                <a:solidFill>
                  <a:schemeClr val="tx1"/>
                </a:solidFill>
                <a:latin typeface="Times New Roman"/>
                <a:cs typeface="Times New Roman"/>
              </a:rPr>
              <a:t>D</a:t>
            </a:r>
            <a:r>
              <a:rPr sz="1500" b="1" spc="135" dirty="0" smtClean="0">
                <a:solidFill>
                  <a:schemeClr val="tx1"/>
                </a:solidFill>
                <a:latin typeface="Times New Roman"/>
                <a:cs typeface="Times New Roman"/>
              </a:rPr>
              <a:t>esktop</a:t>
            </a:r>
            <a:r>
              <a:rPr lang="en-US" sz="1500" b="1" spc="135" dirty="0" smtClean="0">
                <a:solidFill>
                  <a:schemeClr val="tx1"/>
                </a:solidFill>
                <a:latin typeface="Times New Roman"/>
                <a:cs typeface="Times New Roman"/>
              </a:rPr>
              <a:t>$</a:t>
            </a:r>
            <a:r>
              <a:rPr sz="1500" b="1" spc="-75" dirty="0" smtClean="0">
                <a:solidFill>
                  <a:schemeClr val="tx1"/>
                </a:solidFill>
                <a:latin typeface="Times New Roman"/>
                <a:cs typeface="Times New Roman"/>
              </a:rPr>
              <a:t> </a:t>
            </a:r>
            <a:r>
              <a:rPr sz="1500" b="1" spc="75" dirty="0" err="1">
                <a:solidFill>
                  <a:srgbClr val="FF0000"/>
                </a:solidFill>
                <a:latin typeface="Times New Roman"/>
                <a:cs typeface="Times New Roman"/>
              </a:rPr>
              <a:t>mkdir</a:t>
            </a:r>
            <a:r>
              <a:rPr sz="1500" b="1" spc="45" dirty="0">
                <a:solidFill>
                  <a:srgbClr val="FF0000"/>
                </a:solidFill>
                <a:latin typeface="Times New Roman"/>
                <a:cs typeface="Times New Roman"/>
              </a:rPr>
              <a:t> </a:t>
            </a:r>
            <a:r>
              <a:rPr sz="1500" b="1" spc="70" dirty="0" smtClean="0">
                <a:solidFill>
                  <a:srgbClr val="FF0000"/>
                </a:solidFill>
                <a:latin typeface="Times New Roman"/>
                <a:cs typeface="Times New Roman"/>
              </a:rPr>
              <a:t>folde</a:t>
            </a:r>
            <a:r>
              <a:rPr lang="en-US" sz="1500" b="1" spc="70" dirty="0" smtClean="0">
                <a:solidFill>
                  <a:srgbClr val="FF0000"/>
                </a:solidFill>
                <a:latin typeface="Times New Roman"/>
                <a:cs typeface="Times New Roman"/>
              </a:rPr>
              <a:t>r</a:t>
            </a:r>
            <a:r>
              <a:rPr lang="en-US" sz="1500" b="1" spc="40" dirty="0" smtClean="0">
                <a:solidFill>
                  <a:srgbClr val="FF0000"/>
                </a:solidFill>
                <a:latin typeface="Times New Roman"/>
                <a:cs typeface="Times New Roman"/>
              </a:rPr>
              <a:t>1 </a:t>
            </a:r>
            <a:endParaRPr sz="1500" b="1" dirty="0">
              <a:solidFill>
                <a:srgbClr val="FF0000"/>
              </a:solidFill>
              <a:latin typeface="Times New Roman"/>
              <a:cs typeface="Times New Roman"/>
            </a:endParaRPr>
          </a:p>
        </p:txBody>
      </p:sp>
      <p:sp>
        <p:nvSpPr>
          <p:cNvPr id="10" name="object 10"/>
          <p:cNvSpPr txBox="1"/>
          <p:nvPr/>
        </p:nvSpPr>
        <p:spPr>
          <a:xfrm>
            <a:off x="452497" y="1895475"/>
            <a:ext cx="4968268" cy="1109980"/>
          </a:xfrm>
          <a:prstGeom prst="rect">
            <a:avLst/>
          </a:prstGeom>
        </p:spPr>
        <p:txBody>
          <a:bodyPr vert="horz" wrap="square" lIns="0" tIns="12700" rIns="0" bIns="0" rtlCol="0">
            <a:spAutoFit/>
          </a:bodyPr>
          <a:lstStyle/>
          <a:p>
            <a:pPr marL="228600" marR="5080" indent="-228600">
              <a:lnSpc>
                <a:spcPct val="158300"/>
              </a:lnSpc>
              <a:spcBef>
                <a:spcPts val="100"/>
              </a:spcBef>
            </a:pPr>
            <a:r>
              <a:rPr lang="en-US" sz="1500" b="1" dirty="0" err="1" smtClean="0">
                <a:solidFill>
                  <a:srgbClr val="FF0000"/>
                </a:solidFill>
                <a:latin typeface="Times New Roman"/>
                <a:cs typeface="Times New Roman"/>
              </a:rPr>
              <a:t>rmdir</a:t>
            </a:r>
            <a:r>
              <a:rPr lang="en-US" sz="1500" b="1" dirty="0" smtClean="0">
                <a:solidFill>
                  <a:srgbClr val="FF0000"/>
                </a:solidFill>
                <a:latin typeface="Times New Roman"/>
                <a:cs typeface="Times New Roman"/>
              </a:rPr>
              <a:t>/ </a:t>
            </a:r>
            <a:r>
              <a:rPr lang="en-US" sz="1500" dirty="0" smtClean="0">
                <a:solidFill>
                  <a:srgbClr val="080808"/>
                </a:solidFill>
                <a:latin typeface="Times New Roman"/>
                <a:cs typeface="Times New Roman"/>
              </a:rPr>
              <a:t>U</a:t>
            </a:r>
            <a:r>
              <a:rPr sz="1500" dirty="0" smtClean="0">
                <a:solidFill>
                  <a:srgbClr val="080808"/>
                </a:solidFill>
                <a:latin typeface="Times New Roman"/>
                <a:cs typeface="Times New Roman"/>
              </a:rPr>
              <a:t>sed</a:t>
            </a:r>
            <a:r>
              <a:rPr sz="1500" spc="240" dirty="0" smtClean="0">
                <a:solidFill>
                  <a:srgbClr val="080808"/>
                </a:solidFill>
                <a:latin typeface="Times New Roman"/>
                <a:cs typeface="Times New Roman"/>
              </a:rPr>
              <a:t> </a:t>
            </a:r>
            <a:r>
              <a:rPr sz="1500" spc="-30" dirty="0" smtClean="0">
                <a:solidFill>
                  <a:srgbClr val="080808"/>
                </a:solidFill>
                <a:latin typeface="Times New Roman"/>
                <a:cs typeface="Times New Roman"/>
              </a:rPr>
              <a:t>t</a:t>
            </a:r>
            <a:r>
              <a:rPr lang="en-US" sz="1500" spc="-30" dirty="0" smtClean="0">
                <a:solidFill>
                  <a:srgbClr val="080808"/>
                </a:solidFill>
                <a:latin typeface="Times New Roman"/>
                <a:cs typeface="Times New Roman"/>
              </a:rPr>
              <a:t>o </a:t>
            </a:r>
            <a:r>
              <a:rPr sz="1500" dirty="0" smtClean="0">
                <a:solidFill>
                  <a:srgbClr val="FF0000"/>
                </a:solidFill>
                <a:latin typeface="Times New Roman"/>
                <a:cs typeface="Times New Roman"/>
              </a:rPr>
              <a:t>re</a:t>
            </a:r>
            <a:r>
              <a:rPr lang="en-US" sz="1500" dirty="0" smtClean="0">
                <a:solidFill>
                  <a:srgbClr val="FF0000"/>
                </a:solidFill>
                <a:latin typeface="Times New Roman"/>
                <a:cs typeface="Times New Roman"/>
              </a:rPr>
              <a:t>m</a:t>
            </a:r>
            <a:r>
              <a:rPr sz="1500" dirty="0" smtClean="0">
                <a:solidFill>
                  <a:srgbClr val="FF0000"/>
                </a:solidFill>
                <a:latin typeface="Times New Roman"/>
                <a:cs typeface="Times New Roman"/>
              </a:rPr>
              <a:t>ove</a:t>
            </a:r>
            <a:r>
              <a:rPr sz="1500" spc="110" dirty="0" smtClean="0">
                <a:solidFill>
                  <a:srgbClr val="FF0000"/>
                </a:solidFill>
                <a:latin typeface="Times New Roman"/>
                <a:cs typeface="Times New Roman"/>
              </a:rPr>
              <a:t> </a:t>
            </a:r>
            <a:r>
              <a:rPr sz="1500" dirty="0">
                <a:latin typeface="Times New Roman"/>
                <a:cs typeface="Times New Roman"/>
              </a:rPr>
              <a:t>or</a:t>
            </a:r>
            <a:r>
              <a:rPr sz="1500" spc="85" dirty="0">
                <a:latin typeface="Times New Roman"/>
                <a:cs typeface="Times New Roman"/>
              </a:rPr>
              <a:t> </a:t>
            </a:r>
            <a:r>
              <a:rPr sz="1500" dirty="0">
                <a:solidFill>
                  <a:srgbClr val="FF0000"/>
                </a:solidFill>
                <a:latin typeface="Times New Roman"/>
                <a:cs typeface="Times New Roman"/>
              </a:rPr>
              <a:t>delete</a:t>
            </a:r>
            <a:r>
              <a:rPr sz="1500" spc="95" dirty="0">
                <a:latin typeface="Times New Roman"/>
                <a:cs typeface="Times New Roman"/>
              </a:rPr>
              <a:t> </a:t>
            </a:r>
            <a:r>
              <a:rPr sz="1500" dirty="0">
                <a:solidFill>
                  <a:srgbClr val="FF0000"/>
                </a:solidFill>
                <a:latin typeface="Times New Roman"/>
                <a:cs typeface="Times New Roman"/>
              </a:rPr>
              <a:t>directory</a:t>
            </a:r>
            <a:r>
              <a:rPr sz="1500" spc="210" dirty="0">
                <a:latin typeface="Times New Roman"/>
                <a:cs typeface="Times New Roman"/>
              </a:rPr>
              <a:t> </a:t>
            </a:r>
            <a:r>
              <a:rPr sz="1500" dirty="0">
                <a:solidFill>
                  <a:srgbClr val="080808"/>
                </a:solidFill>
                <a:latin typeface="Times New Roman"/>
                <a:cs typeface="Times New Roman"/>
              </a:rPr>
              <a:t>from</a:t>
            </a:r>
            <a:r>
              <a:rPr sz="1500" spc="140" dirty="0">
                <a:solidFill>
                  <a:srgbClr val="080808"/>
                </a:solidFill>
                <a:latin typeface="Times New Roman"/>
                <a:cs typeface="Times New Roman"/>
              </a:rPr>
              <a:t> </a:t>
            </a:r>
            <a:r>
              <a:rPr sz="1500" dirty="0">
                <a:latin typeface="Times New Roman"/>
                <a:cs typeface="Times New Roman"/>
              </a:rPr>
              <a:t>the</a:t>
            </a:r>
            <a:r>
              <a:rPr sz="1500" spc="-10" dirty="0">
                <a:latin typeface="Times New Roman"/>
                <a:cs typeface="Times New Roman"/>
              </a:rPr>
              <a:t> </a:t>
            </a:r>
            <a:r>
              <a:rPr lang="en-US" sz="1500" spc="-30" dirty="0" smtClean="0">
                <a:latin typeface="Times New Roman"/>
                <a:cs typeface="Times New Roman"/>
              </a:rPr>
              <a:t>s</a:t>
            </a:r>
            <a:r>
              <a:rPr sz="1500" spc="-30" dirty="0" smtClean="0">
                <a:latin typeface="Times New Roman"/>
                <a:cs typeface="Times New Roman"/>
              </a:rPr>
              <a:t>ystem </a:t>
            </a:r>
            <a:r>
              <a:rPr lang="en-US" sz="1500" spc="-30" dirty="0" smtClean="0">
                <a:latin typeface="Times New Roman"/>
                <a:cs typeface="Times New Roman"/>
              </a:rPr>
              <a:t> </a:t>
            </a:r>
            <a:r>
              <a:rPr sz="1500" b="1" dirty="0" smtClean="0">
                <a:latin typeface="Times New Roman"/>
                <a:cs typeface="Times New Roman"/>
              </a:rPr>
              <a:t>Exa</a:t>
            </a:r>
            <a:r>
              <a:rPr lang="en-US" sz="1500" b="1" dirty="0" smtClean="0">
                <a:latin typeface="Times New Roman"/>
                <a:cs typeface="Times New Roman"/>
              </a:rPr>
              <a:t>m</a:t>
            </a:r>
            <a:r>
              <a:rPr sz="1500" b="1" dirty="0" smtClean="0">
                <a:latin typeface="Times New Roman"/>
                <a:cs typeface="Times New Roman"/>
              </a:rPr>
              <a:t>ple</a:t>
            </a:r>
            <a:r>
              <a:rPr sz="1500" dirty="0">
                <a:latin typeface="Times New Roman"/>
                <a:cs typeface="Times New Roman"/>
              </a:rPr>
              <a:t>:</a:t>
            </a:r>
            <a:r>
              <a:rPr sz="1500" spc="125" dirty="0">
                <a:latin typeface="Times New Roman"/>
                <a:cs typeface="Times New Roman"/>
              </a:rPr>
              <a:t> </a:t>
            </a:r>
            <a:r>
              <a:rPr sz="1500" b="1" spc="100" dirty="0" smtClean="0">
                <a:solidFill>
                  <a:schemeClr val="tx1"/>
                </a:solidFill>
                <a:latin typeface="Times New Roman"/>
                <a:cs typeface="Times New Roman"/>
              </a:rPr>
              <a:t>/</a:t>
            </a:r>
            <a:r>
              <a:rPr lang="en-US" sz="1500" b="1" spc="100" dirty="0" smtClean="0">
                <a:solidFill>
                  <a:schemeClr val="tx1"/>
                </a:solidFill>
                <a:latin typeface="Times New Roman"/>
                <a:cs typeface="Times New Roman"/>
              </a:rPr>
              <a:t>a</a:t>
            </a:r>
            <a:r>
              <a:rPr sz="1500" b="1" spc="100" dirty="0" smtClean="0">
                <a:solidFill>
                  <a:schemeClr val="tx1"/>
                </a:solidFill>
                <a:latin typeface="Times New Roman"/>
                <a:cs typeface="Times New Roman"/>
              </a:rPr>
              <a:t>dmin/</a:t>
            </a:r>
            <a:r>
              <a:rPr lang="en-US" sz="1500" b="1" spc="100" dirty="0" smtClean="0">
                <a:solidFill>
                  <a:schemeClr val="tx1"/>
                </a:solidFill>
                <a:latin typeface="Times New Roman"/>
                <a:cs typeface="Times New Roman"/>
              </a:rPr>
              <a:t>D</a:t>
            </a:r>
            <a:r>
              <a:rPr sz="1500" b="1" spc="100" dirty="0" smtClean="0">
                <a:solidFill>
                  <a:schemeClr val="tx1"/>
                </a:solidFill>
                <a:latin typeface="Times New Roman"/>
                <a:cs typeface="Times New Roman"/>
              </a:rPr>
              <a:t>e</a:t>
            </a:r>
            <a:r>
              <a:rPr lang="en-US" sz="1500" b="1" spc="100" dirty="0" smtClean="0">
                <a:solidFill>
                  <a:schemeClr val="tx1"/>
                </a:solidFill>
                <a:latin typeface="Times New Roman"/>
                <a:cs typeface="Times New Roman"/>
              </a:rPr>
              <a:t>s</a:t>
            </a:r>
            <a:r>
              <a:rPr sz="1500" b="1" spc="100" dirty="0" smtClean="0">
                <a:solidFill>
                  <a:schemeClr val="tx1"/>
                </a:solidFill>
                <a:latin typeface="Times New Roman"/>
                <a:cs typeface="Times New Roman"/>
              </a:rPr>
              <a:t>ktop</a:t>
            </a:r>
            <a:r>
              <a:rPr lang="en-US" sz="1500" b="1" spc="100" dirty="0" smtClean="0">
                <a:solidFill>
                  <a:schemeClr val="tx1"/>
                </a:solidFill>
                <a:latin typeface="Times New Roman"/>
                <a:cs typeface="Times New Roman"/>
              </a:rPr>
              <a:t>$</a:t>
            </a:r>
            <a:r>
              <a:rPr sz="1500" b="1" spc="40" dirty="0" smtClean="0">
                <a:solidFill>
                  <a:schemeClr val="tx1"/>
                </a:solidFill>
                <a:latin typeface="Times New Roman"/>
                <a:cs typeface="Times New Roman"/>
              </a:rPr>
              <a:t> </a:t>
            </a:r>
            <a:r>
              <a:rPr sz="1500" b="1" spc="55" dirty="0" err="1" smtClean="0">
                <a:solidFill>
                  <a:srgbClr val="FF0000"/>
                </a:solidFill>
                <a:latin typeface="Times New Roman"/>
                <a:cs typeface="Times New Roman"/>
              </a:rPr>
              <a:t>rmdi</a:t>
            </a:r>
            <a:r>
              <a:rPr lang="en-US" sz="1500" b="1" spc="55" dirty="0" err="1" smtClean="0">
                <a:solidFill>
                  <a:srgbClr val="FF0000"/>
                </a:solidFill>
                <a:latin typeface="Times New Roman"/>
                <a:cs typeface="Times New Roman"/>
              </a:rPr>
              <a:t>r</a:t>
            </a:r>
            <a:r>
              <a:rPr sz="1500" b="1" spc="10" dirty="0" smtClean="0">
                <a:solidFill>
                  <a:srgbClr val="FF0000"/>
                </a:solidFill>
                <a:latin typeface="Times New Roman"/>
                <a:cs typeface="Times New Roman"/>
              </a:rPr>
              <a:t> </a:t>
            </a:r>
            <a:r>
              <a:rPr sz="1500" b="1" spc="40" dirty="0" smtClean="0">
                <a:solidFill>
                  <a:srgbClr val="FF0000"/>
                </a:solidFill>
                <a:latin typeface="Times New Roman"/>
                <a:cs typeface="Times New Roman"/>
              </a:rPr>
              <a:t>folder</a:t>
            </a:r>
            <a:r>
              <a:rPr lang="en-US" sz="1500" b="1" spc="40" dirty="0" smtClean="0">
                <a:solidFill>
                  <a:srgbClr val="FF0000"/>
                </a:solidFill>
                <a:latin typeface="Times New Roman"/>
                <a:cs typeface="Times New Roman"/>
              </a:rPr>
              <a:t>1</a:t>
            </a:r>
            <a:endParaRPr sz="1500" b="1" dirty="0">
              <a:solidFill>
                <a:srgbClr val="FF0000"/>
              </a:solidFill>
              <a:latin typeface="Times New Roman"/>
              <a:cs typeface="Times New Roman"/>
            </a:endParaRPr>
          </a:p>
          <a:p>
            <a:pPr marL="228600">
              <a:lnSpc>
                <a:spcPct val="100000"/>
              </a:lnSpc>
              <a:spcBef>
                <a:spcPts val="1100"/>
              </a:spcBef>
            </a:pPr>
            <a:r>
              <a:rPr sz="1450" dirty="0">
                <a:solidFill>
                  <a:srgbClr val="1A1A01"/>
                </a:solidFill>
                <a:latin typeface="Times New Roman"/>
                <a:cs typeface="Times New Roman"/>
              </a:rPr>
              <a:t>This</a:t>
            </a:r>
            <a:r>
              <a:rPr sz="1450" spc="130" dirty="0">
                <a:solidFill>
                  <a:srgbClr val="1A1A01"/>
                </a:solidFill>
                <a:latin typeface="Times New Roman"/>
                <a:cs typeface="Times New Roman"/>
              </a:rPr>
              <a:t> </a:t>
            </a:r>
            <a:r>
              <a:rPr sz="1450" dirty="0">
                <a:solidFill>
                  <a:srgbClr val="161616"/>
                </a:solidFill>
                <a:latin typeface="Times New Roman"/>
                <a:cs typeface="Times New Roman"/>
              </a:rPr>
              <a:t>syntax</a:t>
            </a:r>
            <a:r>
              <a:rPr sz="1450" spc="50" dirty="0">
                <a:solidFill>
                  <a:srgbClr val="161616"/>
                </a:solidFill>
                <a:latin typeface="Times New Roman"/>
                <a:cs typeface="Times New Roman"/>
              </a:rPr>
              <a:t> </a:t>
            </a:r>
            <a:r>
              <a:rPr sz="1450" dirty="0">
                <a:solidFill>
                  <a:srgbClr val="212121"/>
                </a:solidFill>
                <a:latin typeface="Times New Roman"/>
                <a:cs typeface="Times New Roman"/>
              </a:rPr>
              <a:t>is</a:t>
            </a:r>
            <a:r>
              <a:rPr sz="1450" spc="185" dirty="0">
                <a:solidFill>
                  <a:srgbClr val="212121"/>
                </a:solidFill>
                <a:latin typeface="Times New Roman"/>
                <a:cs typeface="Times New Roman"/>
              </a:rPr>
              <a:t> </a:t>
            </a:r>
            <a:r>
              <a:rPr sz="1450" dirty="0">
                <a:latin typeface="Times New Roman"/>
                <a:cs typeface="Times New Roman"/>
              </a:rPr>
              <a:t>used</a:t>
            </a:r>
            <a:r>
              <a:rPr sz="1450" spc="265" dirty="0">
                <a:latin typeface="Times New Roman"/>
                <a:cs typeface="Times New Roman"/>
              </a:rPr>
              <a:t> </a:t>
            </a:r>
            <a:r>
              <a:rPr lang="en-US" sz="1450" spc="265" dirty="0" smtClean="0">
                <a:latin typeface="Times New Roman"/>
                <a:cs typeface="Times New Roman"/>
              </a:rPr>
              <a:t>to </a:t>
            </a:r>
            <a:r>
              <a:rPr sz="1450" dirty="0" smtClean="0">
                <a:latin typeface="Times New Roman"/>
                <a:cs typeface="Times New Roman"/>
              </a:rPr>
              <a:t>remove</a:t>
            </a:r>
            <a:r>
              <a:rPr sz="1450" spc="204" dirty="0" smtClean="0">
                <a:latin typeface="Times New Roman"/>
                <a:cs typeface="Times New Roman"/>
              </a:rPr>
              <a:t> </a:t>
            </a:r>
            <a:r>
              <a:rPr sz="1450" dirty="0">
                <a:solidFill>
                  <a:srgbClr val="181818"/>
                </a:solidFill>
                <a:latin typeface="Times New Roman"/>
                <a:cs typeface="Times New Roman"/>
              </a:rPr>
              <a:t>folder</a:t>
            </a:r>
            <a:r>
              <a:rPr sz="1450" spc="185" dirty="0">
                <a:solidFill>
                  <a:srgbClr val="181818"/>
                </a:solidFill>
                <a:latin typeface="Times New Roman"/>
                <a:cs typeface="Times New Roman"/>
              </a:rPr>
              <a:t> </a:t>
            </a:r>
            <a:r>
              <a:rPr sz="1450" b="1" spc="90" dirty="0" err="1" smtClean="0">
                <a:solidFill>
                  <a:srgbClr val="FF0000"/>
                </a:solidFill>
                <a:latin typeface="Times New Roman"/>
                <a:cs typeface="Times New Roman"/>
              </a:rPr>
              <a:t>folde</a:t>
            </a:r>
            <a:r>
              <a:rPr lang="en-US" sz="1450" b="1" spc="90" dirty="0" err="1" smtClean="0">
                <a:solidFill>
                  <a:srgbClr val="FF0000"/>
                </a:solidFill>
                <a:latin typeface="Times New Roman"/>
                <a:cs typeface="Times New Roman"/>
              </a:rPr>
              <a:t>r</a:t>
            </a:r>
            <a:r>
              <a:rPr sz="1450" b="1" spc="90" dirty="0" err="1" smtClean="0">
                <a:solidFill>
                  <a:srgbClr val="FF0000"/>
                </a:solidFill>
                <a:latin typeface="Times New Roman"/>
                <a:cs typeface="Times New Roman"/>
              </a:rPr>
              <a:t>l</a:t>
            </a:r>
            <a:r>
              <a:rPr sz="1450" spc="275" dirty="0" smtClean="0">
                <a:solidFill>
                  <a:srgbClr val="8C3B38"/>
                </a:solidFill>
                <a:latin typeface="Times New Roman"/>
                <a:cs typeface="Times New Roman"/>
              </a:rPr>
              <a:t> </a:t>
            </a:r>
            <a:r>
              <a:rPr sz="1450" dirty="0">
                <a:solidFill>
                  <a:srgbClr val="2F2F2F"/>
                </a:solidFill>
                <a:latin typeface="Times New Roman"/>
                <a:cs typeface="Times New Roman"/>
              </a:rPr>
              <a:t>from</a:t>
            </a:r>
            <a:r>
              <a:rPr sz="1450" spc="175" dirty="0">
                <a:solidFill>
                  <a:srgbClr val="2F2F2F"/>
                </a:solidFill>
                <a:latin typeface="Times New Roman"/>
                <a:cs typeface="Times New Roman"/>
              </a:rPr>
              <a:t> </a:t>
            </a:r>
            <a:r>
              <a:rPr sz="1450" spc="-10" dirty="0" smtClean="0">
                <a:latin typeface="Times New Roman"/>
                <a:cs typeface="Times New Roman"/>
              </a:rPr>
              <a:t>Deskt</a:t>
            </a:r>
            <a:r>
              <a:rPr lang="en-US" sz="1450" spc="-10" dirty="0" smtClean="0">
                <a:latin typeface="Times New Roman"/>
                <a:cs typeface="Times New Roman"/>
              </a:rPr>
              <a:t>op</a:t>
            </a:r>
            <a:endParaRPr sz="1450" dirty="0">
              <a:latin typeface="Times New Roman"/>
              <a:cs typeface="Times New Roman"/>
            </a:endParaRPr>
          </a:p>
        </p:txBody>
      </p:sp>
      <p:sp>
        <p:nvSpPr>
          <p:cNvPr id="11" name="object 11"/>
          <p:cNvSpPr txBox="1"/>
          <p:nvPr/>
        </p:nvSpPr>
        <p:spPr>
          <a:xfrm>
            <a:off x="452497" y="2921412"/>
            <a:ext cx="4728845" cy="1336263"/>
          </a:xfrm>
          <a:prstGeom prst="rect">
            <a:avLst/>
          </a:prstGeom>
        </p:spPr>
        <p:txBody>
          <a:bodyPr vert="horz" wrap="square" lIns="0" tIns="127000" rIns="0" bIns="0" rtlCol="0">
            <a:spAutoFit/>
          </a:bodyPr>
          <a:lstStyle/>
          <a:p>
            <a:pPr marL="12700">
              <a:lnSpc>
                <a:spcPct val="100000"/>
              </a:lnSpc>
              <a:spcBef>
                <a:spcPts val="1000"/>
              </a:spcBef>
              <a:tabLst>
                <a:tab pos="518159" algn="l"/>
              </a:tabLst>
            </a:pPr>
            <a:r>
              <a:rPr lang="en-US" sz="1500" b="1" dirty="0" err="1" smtClean="0">
                <a:solidFill>
                  <a:srgbClr val="FF0000"/>
                </a:solidFill>
                <a:latin typeface="Times New Roman"/>
                <a:cs typeface="Times New Roman"/>
              </a:rPr>
              <a:t>rm</a:t>
            </a:r>
            <a:r>
              <a:rPr lang="en-US" sz="1450" dirty="0" smtClean="0">
                <a:solidFill>
                  <a:srgbClr val="A83131"/>
                </a:solidFill>
                <a:latin typeface="Times New Roman"/>
                <a:cs typeface="Times New Roman"/>
              </a:rPr>
              <a:t> </a:t>
            </a:r>
            <a:r>
              <a:rPr lang="en-US" sz="1450" dirty="0" smtClean="0">
                <a:latin typeface="Times New Roman"/>
                <a:cs typeface="Times New Roman"/>
              </a:rPr>
              <a:t>U</a:t>
            </a:r>
            <a:r>
              <a:rPr sz="1450" dirty="0" smtClean="0">
                <a:latin typeface="Times New Roman"/>
                <a:cs typeface="Times New Roman"/>
              </a:rPr>
              <a:t>sed</a:t>
            </a:r>
            <a:r>
              <a:rPr sz="1450" spc="229" dirty="0" smtClean="0">
                <a:latin typeface="Times New Roman"/>
                <a:cs typeface="Times New Roman"/>
              </a:rPr>
              <a:t> </a:t>
            </a:r>
            <a:r>
              <a:rPr sz="1450" dirty="0">
                <a:solidFill>
                  <a:srgbClr val="1F1F1F"/>
                </a:solidFill>
                <a:latin typeface="Times New Roman"/>
                <a:cs typeface="Times New Roman"/>
              </a:rPr>
              <a:t>to</a:t>
            </a:r>
            <a:r>
              <a:rPr sz="1450" spc="204" dirty="0">
                <a:solidFill>
                  <a:srgbClr val="1F1F1F"/>
                </a:solidFill>
                <a:latin typeface="Times New Roman"/>
                <a:cs typeface="Times New Roman"/>
              </a:rPr>
              <a:t> </a:t>
            </a:r>
            <a:r>
              <a:rPr sz="1450" dirty="0">
                <a:solidFill>
                  <a:srgbClr val="111111"/>
                </a:solidFill>
                <a:latin typeface="Times New Roman"/>
                <a:cs typeface="Times New Roman"/>
              </a:rPr>
              <a:t>remove</a:t>
            </a:r>
            <a:r>
              <a:rPr sz="1450" spc="95" dirty="0">
                <a:solidFill>
                  <a:srgbClr val="111111"/>
                </a:solidFill>
                <a:latin typeface="Times New Roman"/>
                <a:cs typeface="Times New Roman"/>
              </a:rPr>
              <a:t> </a:t>
            </a:r>
            <a:r>
              <a:rPr sz="1450" dirty="0">
                <a:solidFill>
                  <a:srgbClr val="FF0000"/>
                </a:solidFill>
                <a:latin typeface="Times New Roman"/>
                <a:cs typeface="Times New Roman"/>
              </a:rPr>
              <a:t>files</a:t>
            </a:r>
            <a:r>
              <a:rPr sz="1450" spc="130" dirty="0">
                <a:latin typeface="Times New Roman"/>
                <a:cs typeface="Times New Roman"/>
              </a:rPr>
              <a:t> </a:t>
            </a:r>
            <a:r>
              <a:rPr sz="1450" dirty="0">
                <a:latin typeface="Times New Roman"/>
                <a:cs typeface="Times New Roman"/>
              </a:rPr>
              <a:t>from</a:t>
            </a:r>
            <a:r>
              <a:rPr sz="1450" spc="200" dirty="0">
                <a:latin typeface="Times New Roman"/>
                <a:cs typeface="Times New Roman"/>
              </a:rPr>
              <a:t> </a:t>
            </a:r>
            <a:r>
              <a:rPr sz="1450" spc="-10" dirty="0" smtClean="0">
                <a:latin typeface="Times New Roman"/>
                <a:cs typeface="Times New Roman"/>
              </a:rPr>
              <a:t>f</a:t>
            </a:r>
            <a:r>
              <a:rPr lang="en-US" sz="1450" spc="-10" dirty="0">
                <a:latin typeface="Times New Roman"/>
                <a:cs typeface="Times New Roman"/>
              </a:rPr>
              <a:t>o</a:t>
            </a:r>
            <a:r>
              <a:rPr sz="1450" spc="-10" dirty="0" smtClean="0">
                <a:latin typeface="Times New Roman"/>
                <a:cs typeface="Times New Roman"/>
              </a:rPr>
              <a:t>lder</a:t>
            </a:r>
            <a:endParaRPr sz="1450" dirty="0">
              <a:latin typeface="Times New Roman"/>
              <a:cs typeface="Times New Roman"/>
            </a:endParaRPr>
          </a:p>
          <a:p>
            <a:pPr marL="276225" indent="-47625">
              <a:lnSpc>
                <a:spcPct val="100000"/>
              </a:lnSpc>
              <a:spcBef>
                <a:spcPts val="1000"/>
              </a:spcBef>
              <a:tabLst>
                <a:tab pos="3479165" algn="l"/>
              </a:tabLst>
            </a:pPr>
            <a:r>
              <a:rPr sz="1600" b="1" spc="-25" dirty="0">
                <a:latin typeface="Times New Roman"/>
                <a:cs typeface="Times New Roman"/>
              </a:rPr>
              <a:t>Example</a:t>
            </a:r>
            <a:r>
              <a:rPr sz="1600" spc="-25" dirty="0">
                <a:latin typeface="Times New Roman"/>
                <a:cs typeface="Times New Roman"/>
              </a:rPr>
              <a:t>:</a:t>
            </a:r>
            <a:r>
              <a:rPr sz="1600" spc="190" dirty="0">
                <a:latin typeface="Times New Roman"/>
                <a:cs typeface="Times New Roman"/>
              </a:rPr>
              <a:t> </a:t>
            </a:r>
            <a:r>
              <a:rPr lang="en-US" sz="1600" b="1" i="1" spc="65" dirty="0" smtClean="0">
                <a:solidFill>
                  <a:schemeClr val="tx1"/>
                </a:solidFill>
                <a:latin typeface="Times New Roman"/>
                <a:cs typeface="Times New Roman"/>
              </a:rPr>
              <a:t>/a</a:t>
            </a:r>
            <a:r>
              <a:rPr sz="1600" b="1" i="1" spc="65" dirty="0" smtClean="0">
                <a:solidFill>
                  <a:schemeClr val="tx1"/>
                </a:solidFill>
                <a:latin typeface="Times New Roman"/>
                <a:cs typeface="Times New Roman"/>
              </a:rPr>
              <a:t>dmin/Deskt</a:t>
            </a:r>
            <a:r>
              <a:rPr lang="en-US" sz="1600" b="1" i="1" spc="65" dirty="0" smtClean="0">
                <a:solidFill>
                  <a:schemeClr val="tx1"/>
                </a:solidFill>
                <a:latin typeface="Times New Roman"/>
                <a:cs typeface="Times New Roman"/>
              </a:rPr>
              <a:t>o</a:t>
            </a:r>
            <a:r>
              <a:rPr sz="1600" b="1" i="1" spc="65" dirty="0" smtClean="0">
                <a:solidFill>
                  <a:schemeClr val="tx1"/>
                </a:solidFill>
                <a:latin typeface="Times New Roman"/>
                <a:cs typeface="Times New Roman"/>
              </a:rPr>
              <a:t>p/</a:t>
            </a:r>
            <a:r>
              <a:rPr lang="en-US" sz="1600" b="1" i="1" spc="65" dirty="0" smtClean="0">
                <a:solidFill>
                  <a:schemeClr val="tx1"/>
                </a:solidFill>
                <a:latin typeface="Times New Roman"/>
                <a:cs typeface="Times New Roman"/>
              </a:rPr>
              <a:t>folder1$ </a:t>
            </a:r>
            <a:r>
              <a:rPr lang="en-US" sz="1600" b="1" i="1" spc="65" dirty="0" err="1" smtClean="0">
                <a:solidFill>
                  <a:srgbClr val="FF0000"/>
                </a:solidFill>
                <a:latin typeface="Times New Roman"/>
                <a:cs typeface="Times New Roman"/>
              </a:rPr>
              <a:t>rm</a:t>
            </a:r>
            <a:r>
              <a:rPr lang="en-US" sz="1600" b="1" i="1" spc="65" dirty="0" smtClean="0">
                <a:solidFill>
                  <a:srgbClr val="FF0000"/>
                </a:solidFill>
                <a:latin typeface="Times New Roman"/>
                <a:cs typeface="Times New Roman"/>
              </a:rPr>
              <a:t> file1</a:t>
            </a:r>
            <a:endParaRPr sz="1600" b="1" dirty="0">
              <a:solidFill>
                <a:srgbClr val="FF0000"/>
              </a:solidFill>
              <a:latin typeface="Times New Roman"/>
              <a:cs typeface="Times New Roman"/>
            </a:endParaRPr>
          </a:p>
          <a:p>
            <a:pPr marL="274320">
              <a:lnSpc>
                <a:spcPct val="100000"/>
              </a:lnSpc>
              <a:spcBef>
                <a:spcPts val="1065"/>
              </a:spcBef>
            </a:pPr>
            <a:r>
              <a:rPr sz="1500" dirty="0">
                <a:solidFill>
                  <a:schemeClr val="tx1"/>
                </a:solidFill>
                <a:latin typeface="Times New Roman"/>
                <a:cs typeface="Times New Roman"/>
              </a:rPr>
              <a:t>This</a:t>
            </a:r>
            <a:r>
              <a:rPr sz="1500" spc="65" dirty="0">
                <a:solidFill>
                  <a:schemeClr val="tx1"/>
                </a:solidFill>
                <a:latin typeface="Times New Roman"/>
                <a:cs typeface="Times New Roman"/>
              </a:rPr>
              <a:t> </a:t>
            </a:r>
            <a:r>
              <a:rPr sz="1500" dirty="0">
                <a:solidFill>
                  <a:schemeClr val="tx1"/>
                </a:solidFill>
                <a:latin typeface="Times New Roman"/>
                <a:cs typeface="Times New Roman"/>
              </a:rPr>
              <a:t>syntax</a:t>
            </a:r>
            <a:r>
              <a:rPr sz="1500" spc="155" dirty="0">
                <a:solidFill>
                  <a:schemeClr val="tx1"/>
                </a:solidFill>
                <a:latin typeface="Times New Roman"/>
                <a:cs typeface="Times New Roman"/>
              </a:rPr>
              <a:t> </a:t>
            </a:r>
            <a:r>
              <a:rPr sz="1500" dirty="0">
                <a:solidFill>
                  <a:schemeClr val="tx1"/>
                </a:solidFill>
                <a:latin typeface="Times New Roman"/>
                <a:cs typeface="Times New Roman"/>
              </a:rPr>
              <a:t>is</a:t>
            </a:r>
            <a:r>
              <a:rPr sz="1500" spc="114" dirty="0">
                <a:solidFill>
                  <a:schemeClr val="tx1"/>
                </a:solidFill>
                <a:latin typeface="Times New Roman"/>
                <a:cs typeface="Times New Roman"/>
              </a:rPr>
              <a:t> </a:t>
            </a:r>
            <a:r>
              <a:rPr lang="en-US" sz="1500" dirty="0" smtClean="0">
                <a:solidFill>
                  <a:schemeClr val="tx1"/>
                </a:solidFill>
                <a:latin typeface="Times New Roman"/>
                <a:cs typeface="Times New Roman"/>
              </a:rPr>
              <a:t>used to</a:t>
            </a:r>
            <a:r>
              <a:rPr sz="1500" spc="85" dirty="0" smtClean="0">
                <a:solidFill>
                  <a:schemeClr val="tx1"/>
                </a:solidFill>
                <a:latin typeface="Times New Roman"/>
                <a:cs typeface="Times New Roman"/>
              </a:rPr>
              <a:t> </a:t>
            </a:r>
            <a:r>
              <a:rPr lang="en-US" sz="1500" spc="-30" dirty="0" smtClean="0">
                <a:solidFill>
                  <a:schemeClr val="tx1"/>
                </a:solidFill>
                <a:latin typeface="Times New Roman"/>
                <a:cs typeface="Times New Roman"/>
              </a:rPr>
              <a:t>remove a file called</a:t>
            </a:r>
            <a:r>
              <a:rPr sz="1500" spc="450" dirty="0" smtClean="0">
                <a:solidFill>
                  <a:schemeClr val="tx1"/>
                </a:solidFill>
                <a:latin typeface="Times New Roman"/>
                <a:cs typeface="Times New Roman"/>
              </a:rPr>
              <a:t> </a:t>
            </a:r>
            <a:r>
              <a:rPr sz="1500" b="1" dirty="0" smtClean="0">
                <a:solidFill>
                  <a:srgbClr val="FF0000"/>
                </a:solidFill>
                <a:latin typeface="Times New Roman"/>
                <a:cs typeface="Times New Roman"/>
              </a:rPr>
              <a:t>file</a:t>
            </a:r>
            <a:r>
              <a:rPr lang="en-US" sz="1500" b="1" dirty="0" smtClean="0">
                <a:solidFill>
                  <a:srgbClr val="FF0000"/>
                </a:solidFill>
                <a:latin typeface="Times New Roman"/>
                <a:cs typeface="Times New Roman"/>
              </a:rPr>
              <a:t>1</a:t>
            </a:r>
            <a:r>
              <a:rPr sz="1500" spc="85" dirty="0" smtClean="0">
                <a:solidFill>
                  <a:schemeClr val="tx1"/>
                </a:solidFill>
                <a:latin typeface="Times New Roman"/>
                <a:cs typeface="Times New Roman"/>
              </a:rPr>
              <a:t> </a:t>
            </a:r>
            <a:r>
              <a:rPr sz="1500" spc="-30" dirty="0" smtClean="0">
                <a:solidFill>
                  <a:schemeClr val="tx1"/>
                </a:solidFill>
                <a:latin typeface="Times New Roman"/>
                <a:cs typeface="Times New Roman"/>
              </a:rPr>
              <a:t>fr</a:t>
            </a:r>
            <a:r>
              <a:rPr lang="en-US" sz="1500" spc="-30" dirty="0" smtClean="0">
                <a:solidFill>
                  <a:schemeClr val="tx1"/>
                </a:solidFill>
                <a:latin typeface="Times New Roman"/>
                <a:cs typeface="Times New Roman"/>
              </a:rPr>
              <a:t>o</a:t>
            </a:r>
            <a:r>
              <a:rPr sz="1500" spc="-30" dirty="0" smtClean="0">
                <a:solidFill>
                  <a:schemeClr val="tx1"/>
                </a:solidFill>
                <a:latin typeface="Times New Roman"/>
                <a:cs typeface="Times New Roman"/>
              </a:rPr>
              <a:t>m</a:t>
            </a:r>
            <a:r>
              <a:rPr sz="1500" spc="80" dirty="0" smtClean="0">
                <a:solidFill>
                  <a:schemeClr val="tx1"/>
                </a:solidFill>
                <a:latin typeface="Times New Roman"/>
                <a:cs typeface="Times New Roman"/>
              </a:rPr>
              <a:t> </a:t>
            </a:r>
            <a:r>
              <a:rPr sz="1500" dirty="0" smtClean="0">
                <a:solidFill>
                  <a:schemeClr val="tx1"/>
                </a:solidFill>
                <a:latin typeface="Times New Roman"/>
                <a:cs typeface="Times New Roman"/>
              </a:rPr>
              <a:t>folder</a:t>
            </a:r>
            <a:r>
              <a:rPr lang="en-US" sz="1500" dirty="0" smtClean="0">
                <a:solidFill>
                  <a:schemeClr val="tx1"/>
                </a:solidFill>
                <a:latin typeface="Times New Roman"/>
                <a:cs typeface="Times New Roman"/>
              </a:rPr>
              <a:t> called </a:t>
            </a:r>
            <a:r>
              <a:rPr sz="1500" b="1" spc="70" dirty="0" smtClean="0">
                <a:solidFill>
                  <a:srgbClr val="FF0000"/>
                </a:solidFill>
                <a:latin typeface="Times New Roman"/>
                <a:cs typeface="Times New Roman"/>
              </a:rPr>
              <a:t>folde</a:t>
            </a:r>
            <a:r>
              <a:rPr lang="en-US" sz="1500" b="1" spc="70" dirty="0" smtClean="0">
                <a:solidFill>
                  <a:srgbClr val="FF0000"/>
                </a:solidFill>
                <a:latin typeface="Times New Roman"/>
                <a:cs typeface="Times New Roman"/>
              </a:rPr>
              <a:t>r1</a:t>
            </a:r>
            <a:endParaRPr sz="1500" b="1" dirty="0">
              <a:solidFill>
                <a:srgbClr val="FF0000"/>
              </a:solidFill>
              <a:latin typeface="Times New Roman"/>
              <a:cs typeface="Times New Roman"/>
            </a:endParaRPr>
          </a:p>
        </p:txBody>
      </p:sp>
      <p:sp>
        <p:nvSpPr>
          <p:cNvPr id="12" name="Rectangle 11"/>
          <p:cNvSpPr/>
          <p:nvPr/>
        </p:nvSpPr>
        <p:spPr>
          <a:xfrm>
            <a:off x="27641" y="142875"/>
            <a:ext cx="5930900" cy="430887"/>
          </a:xfrm>
          <a:prstGeom prst="rect">
            <a:avLst/>
          </a:prstGeom>
        </p:spPr>
        <p:txBody>
          <a:bodyPr wrap="square">
            <a:spAutoFit/>
          </a:bodyPr>
          <a:lstStyle/>
          <a:p>
            <a:pPr marL="12700">
              <a:spcBef>
                <a:spcPts val="100"/>
              </a:spcBef>
            </a:pPr>
            <a:r>
              <a:rPr lang="en-US" sz="2200" b="1" dirty="0" smtClean="0">
                <a:solidFill>
                  <a:srgbClr val="AA210E"/>
                </a:solidFill>
                <a:latin typeface="Calibri"/>
                <a:cs typeface="Calibri"/>
              </a:rPr>
              <a:t>Linux</a:t>
            </a:r>
            <a:r>
              <a:rPr lang="en-US" sz="2200" b="1" spc="70" dirty="0" smtClean="0">
                <a:solidFill>
                  <a:srgbClr val="AA210E"/>
                </a:solidFill>
                <a:latin typeface="Calibri"/>
                <a:cs typeface="Calibri"/>
              </a:rPr>
              <a:t> </a:t>
            </a:r>
            <a:r>
              <a:rPr lang="en-US" sz="2200" b="1" dirty="0" smtClean="0">
                <a:solidFill>
                  <a:srgbClr val="B31C1C"/>
                </a:solidFill>
                <a:latin typeface="Calibri"/>
                <a:cs typeface="Calibri"/>
              </a:rPr>
              <a:t>Commands</a:t>
            </a:r>
            <a:r>
              <a:rPr lang="en-US" sz="2200" b="1" spc="90" dirty="0" smtClean="0">
                <a:solidFill>
                  <a:srgbClr val="B31C1C"/>
                </a:solidFill>
                <a:latin typeface="Calibri"/>
                <a:cs typeface="Calibri"/>
              </a:rPr>
              <a:t> </a:t>
            </a:r>
            <a:r>
              <a:rPr lang="en-US" sz="2200" b="1" dirty="0" smtClean="0">
                <a:solidFill>
                  <a:srgbClr val="AF2A26"/>
                </a:solidFill>
                <a:latin typeface="Calibri"/>
                <a:cs typeface="Calibri"/>
              </a:rPr>
              <a:t>for</a:t>
            </a:r>
            <a:r>
              <a:rPr lang="en-US" sz="2200" b="1" spc="-50" dirty="0" smtClean="0">
                <a:solidFill>
                  <a:srgbClr val="AF2A26"/>
                </a:solidFill>
                <a:latin typeface="Calibri"/>
                <a:cs typeface="Calibri"/>
              </a:rPr>
              <a:t> </a:t>
            </a:r>
            <a:r>
              <a:rPr lang="en-US" sz="2200" b="1" spc="-30" dirty="0" smtClean="0">
                <a:solidFill>
                  <a:srgbClr val="AF2A26"/>
                </a:solidFill>
                <a:latin typeface="Calibri"/>
                <a:cs typeface="Calibri"/>
              </a:rPr>
              <a:t>System</a:t>
            </a:r>
            <a:r>
              <a:rPr lang="en-US" sz="2200" b="1" spc="-40" dirty="0" smtClean="0">
                <a:solidFill>
                  <a:srgbClr val="AF2A26"/>
                </a:solidFill>
                <a:latin typeface="Calibri"/>
                <a:cs typeface="Calibri"/>
              </a:rPr>
              <a:t> </a:t>
            </a:r>
            <a:r>
              <a:rPr lang="en-US" sz="2200" b="1" spc="-40" dirty="0" smtClean="0">
                <a:solidFill>
                  <a:srgbClr val="971311"/>
                </a:solidFill>
                <a:latin typeface="Calibri"/>
                <a:cs typeface="Calibri"/>
              </a:rPr>
              <a:t>Administrators …</a:t>
            </a:r>
            <a:endParaRPr lang="en-US" sz="2200" b="1" spc="-40" dirty="0">
              <a:solidFill>
                <a:srgbClr val="971311"/>
              </a:solidFill>
              <a:latin typeface="Calibri"/>
              <a:cs typeface="Calibri"/>
            </a:endParaRPr>
          </a:p>
        </p:txBody>
      </p:sp>
      <p:sp>
        <p:nvSpPr>
          <p:cNvPr id="19" name="Date Placeholder 18"/>
          <p:cNvSpPr>
            <a:spLocks noGrp="1"/>
          </p:cNvSpPr>
          <p:nvPr>
            <p:ph type="dt" sz="half" idx="6"/>
          </p:nvPr>
        </p:nvSpPr>
        <p:spPr/>
        <p:txBody>
          <a:bodyPr/>
          <a:lstStyle/>
          <a:p>
            <a:fld id="{F8745A34-2789-4047-9608-1FC857D1A03D}" type="datetime1">
              <a:rPr lang="en-US" smtClean="0"/>
              <a:t>12/3/2025</a:t>
            </a:fld>
            <a:endParaRPr lang="en-US"/>
          </a:p>
        </p:txBody>
      </p:sp>
      <p:sp>
        <p:nvSpPr>
          <p:cNvPr id="20" name="Footer Placeholder 19"/>
          <p:cNvSpPr>
            <a:spLocks noGrp="1"/>
          </p:cNvSpPr>
          <p:nvPr>
            <p:ph type="ftr" sz="quarter" idx="5"/>
          </p:nvPr>
        </p:nvSpPr>
        <p:spPr/>
        <p:txBody>
          <a:bodyPr/>
          <a:lstStyle/>
          <a:p>
            <a:r>
              <a:rPr lang="en-US" smtClean="0"/>
              <a:t>Linux System and Network Administration                                                                       By Dr. Samuel Asferaw</a:t>
            </a:r>
            <a:endParaRPr lang="en-US"/>
          </a:p>
        </p:txBody>
      </p:sp>
      <p:sp>
        <p:nvSpPr>
          <p:cNvPr id="21" name="Slide Number Placeholder 20"/>
          <p:cNvSpPr>
            <a:spLocks noGrp="1"/>
          </p:cNvSpPr>
          <p:nvPr>
            <p:ph type="sldNum" sz="quarter" idx="7"/>
          </p:nvPr>
        </p:nvSpPr>
        <p:spPr/>
        <p:txBody>
          <a:bodyPr/>
          <a:lstStyle/>
          <a:p>
            <a:fld id="{B6F15528-21DE-4FAA-801E-634DDDAF4B2B}" type="slidenum">
              <a:rPr lang="en-US" smtClean="0"/>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6533" y="201612"/>
            <a:ext cx="5869304" cy="320601"/>
          </a:xfrm>
          <a:prstGeom prst="rect">
            <a:avLst/>
          </a:prstGeom>
        </p:spPr>
        <p:txBody>
          <a:bodyPr vert="horz" wrap="square" lIns="0" tIns="12700" rIns="0" bIns="0" rtlCol="0">
            <a:spAutoFit/>
          </a:bodyPr>
          <a:lstStyle/>
          <a:p>
            <a:pPr marL="12700">
              <a:spcBef>
                <a:spcPts val="100"/>
              </a:spcBef>
            </a:pPr>
            <a:r>
              <a:rPr lang="en-US" sz="2000" b="1" spc="-10" dirty="0" smtClean="0">
                <a:solidFill>
                  <a:srgbClr val="FF0000"/>
                </a:solidFill>
              </a:rPr>
              <a:t>Linux </a:t>
            </a:r>
            <a:r>
              <a:rPr sz="2000" b="1" dirty="0" smtClean="0">
                <a:solidFill>
                  <a:srgbClr val="FF0000"/>
                </a:solidFill>
              </a:rPr>
              <a:t>Comm</a:t>
            </a:r>
            <a:r>
              <a:rPr lang="en-US" sz="2000" b="1" dirty="0" smtClean="0">
                <a:solidFill>
                  <a:srgbClr val="FF0000"/>
                </a:solidFill>
              </a:rPr>
              <a:t>a</a:t>
            </a:r>
            <a:r>
              <a:rPr sz="2000" b="1" dirty="0" smtClean="0">
                <a:solidFill>
                  <a:srgbClr val="FF0000"/>
                </a:solidFill>
              </a:rPr>
              <a:t>nd</a:t>
            </a:r>
            <a:r>
              <a:rPr lang="en-US" sz="2000" b="1" dirty="0" smtClean="0">
                <a:solidFill>
                  <a:srgbClr val="FF0000"/>
                </a:solidFill>
              </a:rPr>
              <a:t>s</a:t>
            </a:r>
            <a:r>
              <a:rPr sz="2000" b="1" spc="50" dirty="0" smtClean="0">
                <a:solidFill>
                  <a:srgbClr val="FF0000"/>
                </a:solidFill>
              </a:rPr>
              <a:t> </a:t>
            </a:r>
            <a:r>
              <a:rPr sz="2000" b="1" dirty="0">
                <a:solidFill>
                  <a:srgbClr val="FF0000"/>
                </a:solidFill>
              </a:rPr>
              <a:t>for</a:t>
            </a:r>
            <a:r>
              <a:rPr sz="2000" b="1" spc="-65" dirty="0">
                <a:solidFill>
                  <a:srgbClr val="FF0000"/>
                </a:solidFill>
              </a:rPr>
              <a:t> </a:t>
            </a:r>
            <a:r>
              <a:rPr sz="2000" b="1" spc="-55" dirty="0">
                <a:solidFill>
                  <a:srgbClr val="FF0000"/>
                </a:solidFill>
              </a:rPr>
              <a:t>System</a:t>
            </a:r>
            <a:r>
              <a:rPr sz="2000" b="1" spc="-40" dirty="0">
                <a:solidFill>
                  <a:srgbClr val="FF0000"/>
                </a:solidFill>
              </a:rPr>
              <a:t> </a:t>
            </a:r>
            <a:r>
              <a:rPr lang="en-US" sz="2000" b="1" spc="-10" dirty="0">
                <a:solidFill>
                  <a:srgbClr val="FF0000"/>
                </a:solidFill>
              </a:rPr>
              <a:t>Administrators ...</a:t>
            </a:r>
            <a:endParaRPr lang="en-US" sz="2000" b="1" dirty="0">
              <a:solidFill>
                <a:srgbClr val="FF0000"/>
              </a:solidFill>
            </a:endParaRPr>
          </a:p>
        </p:txBody>
      </p:sp>
      <p:sp>
        <p:nvSpPr>
          <p:cNvPr id="4" name="object 4"/>
          <p:cNvSpPr txBox="1"/>
          <p:nvPr/>
        </p:nvSpPr>
        <p:spPr>
          <a:xfrm>
            <a:off x="139700" y="765155"/>
            <a:ext cx="5869305" cy="3480440"/>
          </a:xfrm>
          <a:prstGeom prst="rect">
            <a:avLst/>
          </a:prstGeom>
        </p:spPr>
        <p:txBody>
          <a:bodyPr vert="horz" wrap="square" lIns="0" tIns="12700" rIns="0" bIns="0" rtlCol="0">
            <a:spAutoFit/>
          </a:bodyPr>
          <a:lstStyle/>
          <a:p>
            <a:pPr>
              <a:lnSpc>
                <a:spcPct val="100000"/>
              </a:lnSpc>
              <a:spcBef>
                <a:spcPts val="100"/>
              </a:spcBef>
            </a:pPr>
            <a:r>
              <a:rPr lang="en-US" b="1" spc="-10" dirty="0" smtClean="0">
                <a:solidFill>
                  <a:srgbClr val="FF0000"/>
                </a:solidFill>
                <a:latin typeface="Cambria"/>
                <a:cs typeface="Cambria"/>
              </a:rPr>
              <a:t>Some </a:t>
            </a:r>
            <a:r>
              <a:rPr b="1" spc="-10" dirty="0" smtClean="0">
                <a:solidFill>
                  <a:srgbClr val="FF0000"/>
                </a:solidFill>
                <a:latin typeface="Cambria"/>
                <a:cs typeface="Cambria"/>
              </a:rPr>
              <a:t>common </a:t>
            </a:r>
            <a:r>
              <a:rPr b="1" spc="-20" dirty="0" smtClean="0">
                <a:solidFill>
                  <a:srgbClr val="FF0000"/>
                </a:solidFill>
                <a:latin typeface="Cambria"/>
                <a:cs typeface="Cambria"/>
              </a:rPr>
              <a:t>commands</a:t>
            </a:r>
            <a:r>
              <a:rPr b="1" spc="240" dirty="0" smtClean="0">
                <a:solidFill>
                  <a:srgbClr val="FF0000"/>
                </a:solidFill>
                <a:latin typeface="Cambria"/>
                <a:cs typeface="Cambria"/>
              </a:rPr>
              <a:t> </a:t>
            </a:r>
            <a:r>
              <a:rPr b="1" dirty="0" smtClean="0">
                <a:solidFill>
                  <a:srgbClr val="FF0000"/>
                </a:solidFill>
                <a:latin typeface="Cambria"/>
                <a:cs typeface="Cambria"/>
              </a:rPr>
              <a:t>us</a:t>
            </a:r>
            <a:r>
              <a:rPr lang="en-US" b="1" dirty="0" smtClean="0">
                <a:solidFill>
                  <a:srgbClr val="FF0000"/>
                </a:solidFill>
                <a:latin typeface="Cambria"/>
                <a:cs typeface="Cambria"/>
              </a:rPr>
              <a:t>e</a:t>
            </a:r>
            <a:r>
              <a:rPr b="1" dirty="0" smtClean="0">
                <a:solidFill>
                  <a:srgbClr val="FF0000"/>
                </a:solidFill>
                <a:latin typeface="Cambria"/>
                <a:cs typeface="Cambria"/>
              </a:rPr>
              <a:t>d</a:t>
            </a:r>
            <a:r>
              <a:rPr b="1" spc="80" dirty="0" smtClean="0">
                <a:solidFill>
                  <a:srgbClr val="FF0000"/>
                </a:solidFill>
                <a:latin typeface="Cambria"/>
                <a:cs typeface="Cambria"/>
              </a:rPr>
              <a:t> </a:t>
            </a:r>
            <a:r>
              <a:rPr b="1" dirty="0">
                <a:solidFill>
                  <a:srgbClr val="FF0000"/>
                </a:solidFill>
                <a:latin typeface="Cambria"/>
                <a:cs typeface="Cambria"/>
              </a:rPr>
              <a:t>in</a:t>
            </a:r>
            <a:r>
              <a:rPr b="1" spc="-60" dirty="0">
                <a:solidFill>
                  <a:srgbClr val="FF0000"/>
                </a:solidFill>
                <a:latin typeface="Cambria"/>
                <a:cs typeface="Cambria"/>
              </a:rPr>
              <a:t> </a:t>
            </a:r>
            <a:r>
              <a:rPr b="1" dirty="0">
                <a:solidFill>
                  <a:srgbClr val="FF0000"/>
                </a:solidFill>
                <a:latin typeface="Cambria"/>
                <a:cs typeface="Cambria"/>
              </a:rPr>
              <a:t>Linux</a:t>
            </a:r>
            <a:r>
              <a:rPr b="1" spc="285" dirty="0">
                <a:solidFill>
                  <a:srgbClr val="FF0000"/>
                </a:solidFill>
                <a:latin typeface="Cambria"/>
                <a:cs typeface="Cambria"/>
              </a:rPr>
              <a:t> </a:t>
            </a:r>
            <a:r>
              <a:rPr b="1" dirty="0">
                <a:solidFill>
                  <a:srgbClr val="FF0000"/>
                </a:solidFill>
                <a:latin typeface="Cambria"/>
                <a:cs typeface="Cambria"/>
              </a:rPr>
              <a:t>.</a:t>
            </a:r>
            <a:r>
              <a:rPr b="1" spc="-90" dirty="0">
                <a:solidFill>
                  <a:srgbClr val="FF0000"/>
                </a:solidFill>
                <a:latin typeface="Cambria"/>
                <a:cs typeface="Cambria"/>
              </a:rPr>
              <a:t> </a:t>
            </a:r>
            <a:r>
              <a:rPr b="1" dirty="0">
                <a:solidFill>
                  <a:srgbClr val="FF0000"/>
                </a:solidFill>
                <a:latin typeface="Cambria"/>
                <a:cs typeface="Cambria"/>
              </a:rPr>
              <a:t>.</a:t>
            </a:r>
            <a:r>
              <a:rPr b="1" spc="-90" dirty="0">
                <a:solidFill>
                  <a:srgbClr val="FF0000"/>
                </a:solidFill>
                <a:latin typeface="Cambria"/>
                <a:cs typeface="Cambria"/>
              </a:rPr>
              <a:t> </a:t>
            </a:r>
            <a:r>
              <a:rPr b="1" spc="-50" dirty="0">
                <a:solidFill>
                  <a:srgbClr val="FF0000"/>
                </a:solidFill>
                <a:latin typeface="Cambria"/>
                <a:cs typeface="Cambria"/>
              </a:rPr>
              <a:t>.</a:t>
            </a:r>
            <a:endParaRPr b="1" dirty="0">
              <a:solidFill>
                <a:srgbClr val="FF0000"/>
              </a:solidFill>
              <a:latin typeface="Cambria"/>
              <a:cs typeface="Cambria"/>
            </a:endParaRPr>
          </a:p>
          <a:p>
            <a:pPr marL="349250" indent="-228600">
              <a:lnSpc>
                <a:spcPct val="100000"/>
              </a:lnSpc>
              <a:spcBef>
                <a:spcPts val="1135"/>
              </a:spcBef>
              <a:buFont typeface="Arial" panose="020B0604020202020204" pitchFamily="34" charset="0"/>
              <a:buChar char="•"/>
              <a:tabLst>
                <a:tab pos="685165" algn="l"/>
              </a:tabLst>
            </a:pPr>
            <a:r>
              <a:rPr sz="1600" b="1" spc="-25" dirty="0" smtClean="0">
                <a:solidFill>
                  <a:srgbClr val="FF0000"/>
                </a:solidFill>
                <a:latin typeface="Cambria"/>
                <a:cs typeface="Cambria"/>
              </a:rPr>
              <a:t>W</a:t>
            </a:r>
            <a:r>
              <a:rPr sz="1600" dirty="0">
                <a:solidFill>
                  <a:schemeClr val="tx1"/>
                </a:solidFill>
                <a:latin typeface="Cambria"/>
                <a:cs typeface="Cambria"/>
              </a:rPr>
              <a:t>	</a:t>
            </a:r>
            <a:r>
              <a:rPr lang="en-US" sz="1600" spc="-55" dirty="0" smtClean="0">
                <a:solidFill>
                  <a:schemeClr val="tx1"/>
                </a:solidFill>
                <a:latin typeface="Cambria"/>
                <a:cs typeface="Cambria"/>
              </a:rPr>
              <a:t>U</a:t>
            </a:r>
            <a:r>
              <a:rPr sz="1600" spc="-55" dirty="0" smtClean="0">
                <a:solidFill>
                  <a:schemeClr val="tx1"/>
                </a:solidFill>
                <a:latin typeface="Cambria"/>
                <a:cs typeface="Cambria"/>
              </a:rPr>
              <a:t>sed</a:t>
            </a:r>
            <a:r>
              <a:rPr sz="1600" spc="-30" dirty="0" smtClean="0">
                <a:solidFill>
                  <a:schemeClr val="tx1"/>
                </a:solidFill>
                <a:latin typeface="Cambria"/>
                <a:cs typeface="Cambria"/>
              </a:rPr>
              <a:t> </a:t>
            </a:r>
            <a:r>
              <a:rPr sz="1600" dirty="0">
                <a:solidFill>
                  <a:schemeClr val="tx1"/>
                </a:solidFill>
                <a:latin typeface="Cambria"/>
                <a:cs typeface="Cambria"/>
              </a:rPr>
              <a:t>to</a:t>
            </a:r>
            <a:r>
              <a:rPr sz="1600" spc="-65" dirty="0">
                <a:solidFill>
                  <a:schemeClr val="tx1"/>
                </a:solidFill>
                <a:latin typeface="Cambria"/>
                <a:cs typeface="Cambria"/>
              </a:rPr>
              <a:t> </a:t>
            </a:r>
            <a:r>
              <a:rPr sz="1600" spc="-80" dirty="0" smtClean="0">
                <a:solidFill>
                  <a:schemeClr val="tx1"/>
                </a:solidFill>
                <a:latin typeface="Cambria"/>
                <a:cs typeface="Cambria"/>
              </a:rPr>
              <a:t>display</a:t>
            </a:r>
            <a:r>
              <a:rPr sz="1600" dirty="0" smtClean="0">
                <a:solidFill>
                  <a:schemeClr val="tx1"/>
                </a:solidFill>
                <a:latin typeface="Cambria"/>
                <a:cs typeface="Cambria"/>
              </a:rPr>
              <a:t> </a:t>
            </a:r>
            <a:r>
              <a:rPr sz="1600" spc="-65" dirty="0" smtClean="0">
                <a:solidFill>
                  <a:schemeClr val="tx1"/>
                </a:solidFill>
                <a:latin typeface="Cambria"/>
                <a:cs typeface="Cambria"/>
              </a:rPr>
              <a:t>use</a:t>
            </a:r>
            <a:r>
              <a:rPr lang="en-US" sz="1600" spc="-65" dirty="0">
                <a:solidFill>
                  <a:schemeClr val="tx1"/>
                </a:solidFill>
                <a:latin typeface="Cambria"/>
                <a:cs typeface="Cambria"/>
              </a:rPr>
              <a:t>r</a:t>
            </a:r>
            <a:r>
              <a:rPr sz="1600" spc="-65" dirty="0" smtClean="0">
                <a:solidFill>
                  <a:schemeClr val="tx1"/>
                </a:solidFill>
                <a:latin typeface="Cambria"/>
                <a:cs typeface="Cambria"/>
              </a:rPr>
              <a:t>s</a:t>
            </a:r>
            <a:r>
              <a:rPr sz="1600" spc="60" dirty="0" smtClean="0">
                <a:solidFill>
                  <a:schemeClr val="tx1"/>
                </a:solidFill>
                <a:latin typeface="Cambria"/>
                <a:cs typeface="Cambria"/>
              </a:rPr>
              <a:t> </a:t>
            </a:r>
            <a:r>
              <a:rPr sz="1600" spc="-65" dirty="0" smtClean="0">
                <a:solidFill>
                  <a:schemeClr val="tx1"/>
                </a:solidFill>
                <a:latin typeface="Cambria"/>
                <a:cs typeface="Cambria"/>
              </a:rPr>
              <a:t>cur</a:t>
            </a:r>
            <a:r>
              <a:rPr lang="en-US" sz="1600" spc="-65" dirty="0" smtClean="0">
                <a:solidFill>
                  <a:schemeClr val="tx1"/>
                </a:solidFill>
                <a:latin typeface="Cambria"/>
                <a:cs typeface="Cambria"/>
              </a:rPr>
              <a:t>r</a:t>
            </a:r>
            <a:r>
              <a:rPr sz="1600" spc="-65" dirty="0" smtClean="0">
                <a:solidFill>
                  <a:schemeClr val="tx1"/>
                </a:solidFill>
                <a:latin typeface="Cambria"/>
                <a:cs typeface="Cambria"/>
              </a:rPr>
              <a:t>en</a:t>
            </a:r>
            <a:r>
              <a:rPr lang="en-US" sz="1600" spc="-65" dirty="0" smtClean="0">
                <a:solidFill>
                  <a:schemeClr val="tx1"/>
                </a:solidFill>
                <a:latin typeface="Cambria"/>
                <a:cs typeface="Cambria"/>
              </a:rPr>
              <a:t>tl</a:t>
            </a:r>
            <a:r>
              <a:rPr sz="1600" spc="-65" dirty="0" smtClean="0">
                <a:solidFill>
                  <a:schemeClr val="tx1"/>
                </a:solidFill>
                <a:latin typeface="Cambria"/>
                <a:cs typeface="Cambria"/>
              </a:rPr>
              <a:t>y </a:t>
            </a:r>
            <a:r>
              <a:rPr lang="en-US" sz="1600" b="1" spc="-65" dirty="0">
                <a:solidFill>
                  <a:srgbClr val="FF0000"/>
                </a:solidFill>
                <a:latin typeface="Cambria"/>
                <a:cs typeface="Cambria"/>
              </a:rPr>
              <a:t>logged</a:t>
            </a:r>
            <a:r>
              <a:rPr lang="en-US" sz="1600" spc="-65" dirty="0">
                <a:solidFill>
                  <a:schemeClr val="tx1"/>
                </a:solidFill>
                <a:latin typeface="Cambria"/>
                <a:cs typeface="Cambria"/>
              </a:rPr>
              <a:t> </a:t>
            </a:r>
            <a:r>
              <a:rPr sz="1600" spc="-30" dirty="0" smtClean="0">
                <a:solidFill>
                  <a:schemeClr val="tx1"/>
                </a:solidFill>
                <a:latin typeface="Cambria"/>
                <a:cs typeface="Cambria"/>
              </a:rPr>
              <a:t>in</a:t>
            </a:r>
            <a:r>
              <a:rPr sz="1600" spc="-145" dirty="0" smtClean="0">
                <a:solidFill>
                  <a:schemeClr val="tx1"/>
                </a:solidFill>
                <a:latin typeface="Cambria"/>
                <a:cs typeface="Cambria"/>
              </a:rPr>
              <a:t> </a:t>
            </a:r>
            <a:r>
              <a:rPr sz="1600" spc="-40" dirty="0" smtClean="0">
                <a:solidFill>
                  <a:schemeClr val="tx1"/>
                </a:solidFill>
                <a:latin typeface="Cambria"/>
                <a:cs typeface="Cambria"/>
              </a:rPr>
              <a:t>and</a:t>
            </a:r>
            <a:r>
              <a:rPr sz="1600" spc="40" dirty="0" smtClean="0">
                <a:solidFill>
                  <a:schemeClr val="tx1"/>
                </a:solidFill>
                <a:latin typeface="Cambria"/>
                <a:cs typeface="Cambria"/>
              </a:rPr>
              <a:t> </a:t>
            </a:r>
            <a:r>
              <a:rPr sz="1600" spc="-40" dirty="0" smtClean="0">
                <a:solidFill>
                  <a:schemeClr val="tx1"/>
                </a:solidFill>
                <a:latin typeface="Cambria"/>
                <a:cs typeface="Cambria"/>
              </a:rPr>
              <a:t>thei</a:t>
            </a:r>
            <a:r>
              <a:rPr lang="en-US" sz="1600" spc="-40" dirty="0" smtClean="0">
                <a:solidFill>
                  <a:schemeClr val="tx1"/>
                </a:solidFill>
                <a:latin typeface="Cambria"/>
                <a:cs typeface="Cambria"/>
              </a:rPr>
              <a:t>r</a:t>
            </a:r>
            <a:r>
              <a:rPr sz="1600" spc="75" dirty="0" smtClean="0">
                <a:solidFill>
                  <a:schemeClr val="tx1"/>
                </a:solidFill>
                <a:latin typeface="Cambria"/>
                <a:cs typeface="Cambria"/>
              </a:rPr>
              <a:t> </a:t>
            </a:r>
            <a:r>
              <a:rPr sz="1600" spc="-45" dirty="0">
                <a:solidFill>
                  <a:schemeClr val="tx1"/>
                </a:solidFill>
                <a:latin typeface="Cambria"/>
                <a:cs typeface="Cambria"/>
              </a:rPr>
              <a:t>process</a:t>
            </a:r>
            <a:r>
              <a:rPr sz="1600" spc="40" dirty="0">
                <a:solidFill>
                  <a:schemeClr val="tx1"/>
                </a:solidFill>
                <a:latin typeface="Cambria"/>
                <a:cs typeface="Cambria"/>
              </a:rPr>
              <a:t> </a:t>
            </a:r>
            <a:r>
              <a:rPr sz="1600" spc="-10" dirty="0" smtClean="0">
                <a:solidFill>
                  <a:schemeClr val="tx1"/>
                </a:solidFill>
                <a:latin typeface="Cambria"/>
                <a:cs typeface="Cambria"/>
              </a:rPr>
              <a:t>along with</a:t>
            </a:r>
            <a:r>
              <a:rPr lang="en-US" sz="1600" spc="-10" dirty="0" smtClean="0">
                <a:solidFill>
                  <a:schemeClr val="tx1"/>
                </a:solidFill>
                <a:latin typeface="Cambria"/>
                <a:cs typeface="Cambria"/>
              </a:rPr>
              <a:t> shows </a:t>
            </a:r>
            <a:r>
              <a:rPr lang="en-US" sz="1600" b="1" spc="-10" dirty="0" smtClean="0">
                <a:solidFill>
                  <a:srgbClr val="FF0000"/>
                </a:solidFill>
                <a:latin typeface="Cambria"/>
                <a:cs typeface="Cambria"/>
              </a:rPr>
              <a:t>load averages</a:t>
            </a:r>
            <a:endParaRPr sz="1600" b="1" dirty="0">
              <a:solidFill>
                <a:srgbClr val="FF0000"/>
              </a:solidFill>
              <a:latin typeface="Cambria"/>
              <a:cs typeface="Cambria"/>
            </a:endParaRPr>
          </a:p>
          <a:p>
            <a:pPr marL="577850" indent="-120650">
              <a:lnSpc>
                <a:spcPct val="100000"/>
              </a:lnSpc>
              <a:spcBef>
                <a:spcPts val="1110"/>
              </a:spcBef>
              <a:buFont typeface="Arial" panose="020B0604020202020204" pitchFamily="34" charset="0"/>
              <a:buChar char="•"/>
            </a:pPr>
            <a:r>
              <a:rPr sz="1600" spc="-75" dirty="0" smtClean="0">
                <a:solidFill>
                  <a:schemeClr val="tx1"/>
                </a:solidFill>
                <a:latin typeface="Cambria"/>
                <a:cs typeface="Cambria"/>
              </a:rPr>
              <a:t>Als</a:t>
            </a:r>
            <a:r>
              <a:rPr lang="en-US" sz="1600" spc="-75" dirty="0" smtClean="0">
                <a:solidFill>
                  <a:schemeClr val="tx1"/>
                </a:solidFill>
                <a:latin typeface="Cambria"/>
                <a:cs typeface="Cambria"/>
              </a:rPr>
              <a:t>o </a:t>
            </a:r>
            <a:r>
              <a:rPr sz="1600" spc="-30" dirty="0" smtClean="0">
                <a:solidFill>
                  <a:schemeClr val="tx1"/>
                </a:solidFill>
                <a:latin typeface="Cambria"/>
                <a:cs typeface="Cambria"/>
              </a:rPr>
              <a:t>shows</a:t>
            </a:r>
            <a:r>
              <a:rPr sz="1600" spc="100" dirty="0" smtClean="0">
                <a:solidFill>
                  <a:schemeClr val="tx1"/>
                </a:solidFill>
                <a:latin typeface="Cambria"/>
                <a:cs typeface="Cambria"/>
              </a:rPr>
              <a:t> </a:t>
            </a:r>
            <a:r>
              <a:rPr sz="1600" spc="-85" dirty="0" smtClean="0">
                <a:solidFill>
                  <a:schemeClr val="tx1"/>
                </a:solidFill>
                <a:latin typeface="Cambria"/>
                <a:cs typeface="Cambria"/>
              </a:rPr>
              <a:t>the</a:t>
            </a:r>
            <a:r>
              <a:rPr sz="1600" spc="-130" dirty="0" smtClean="0">
                <a:solidFill>
                  <a:schemeClr val="tx1"/>
                </a:solidFill>
                <a:latin typeface="Cambria"/>
                <a:cs typeface="Cambria"/>
              </a:rPr>
              <a:t> </a:t>
            </a:r>
            <a:r>
              <a:rPr sz="1600" b="1" dirty="0">
                <a:solidFill>
                  <a:srgbClr val="FF0000"/>
                </a:solidFill>
                <a:latin typeface="Cambria"/>
                <a:cs typeface="Cambria"/>
              </a:rPr>
              <a:t>login</a:t>
            </a:r>
            <a:r>
              <a:rPr sz="1600" b="1" spc="70" dirty="0">
                <a:solidFill>
                  <a:srgbClr val="FF0000"/>
                </a:solidFill>
                <a:latin typeface="Cambria"/>
                <a:cs typeface="Cambria"/>
              </a:rPr>
              <a:t> </a:t>
            </a:r>
            <a:r>
              <a:rPr lang="en-US" sz="1600" b="1" spc="-45" dirty="0" smtClean="0">
                <a:solidFill>
                  <a:srgbClr val="FF0000"/>
                </a:solidFill>
                <a:latin typeface="Cambria"/>
                <a:cs typeface="Cambria"/>
              </a:rPr>
              <a:t>name</a:t>
            </a:r>
            <a:r>
              <a:rPr sz="1600" spc="-45" dirty="0" smtClean="0">
                <a:solidFill>
                  <a:schemeClr val="tx1"/>
                </a:solidFill>
                <a:latin typeface="Cambria"/>
                <a:cs typeface="Cambria"/>
              </a:rPr>
              <a:t>,</a:t>
            </a:r>
            <a:r>
              <a:rPr sz="1600" spc="45" dirty="0" smtClean="0">
                <a:solidFill>
                  <a:schemeClr val="tx1"/>
                </a:solidFill>
                <a:latin typeface="Cambria"/>
                <a:cs typeface="Cambria"/>
              </a:rPr>
              <a:t> </a:t>
            </a:r>
            <a:r>
              <a:rPr lang="en-US" sz="1600" dirty="0" err="1" smtClean="0">
                <a:solidFill>
                  <a:srgbClr val="FF0000"/>
                </a:solidFill>
                <a:latin typeface="Cambria"/>
                <a:cs typeface="Cambria"/>
              </a:rPr>
              <a:t>tty</a:t>
            </a:r>
            <a:r>
              <a:rPr lang="en-US" sz="1600" dirty="0" smtClean="0">
                <a:solidFill>
                  <a:srgbClr val="FF0000"/>
                </a:solidFill>
                <a:latin typeface="Cambria"/>
                <a:cs typeface="Cambria"/>
              </a:rPr>
              <a:t> name</a:t>
            </a:r>
            <a:r>
              <a:rPr sz="1600" dirty="0" smtClean="0">
                <a:solidFill>
                  <a:schemeClr val="tx1"/>
                </a:solidFill>
                <a:latin typeface="Cambria"/>
                <a:cs typeface="Cambria"/>
              </a:rPr>
              <a:t>,</a:t>
            </a:r>
            <a:r>
              <a:rPr sz="1600" spc="30" dirty="0" smtClean="0">
                <a:solidFill>
                  <a:schemeClr val="tx1"/>
                </a:solidFill>
                <a:latin typeface="Cambria"/>
                <a:cs typeface="Cambria"/>
              </a:rPr>
              <a:t> </a:t>
            </a:r>
            <a:r>
              <a:rPr sz="1600" spc="-20" dirty="0">
                <a:solidFill>
                  <a:srgbClr val="FF0000"/>
                </a:solidFill>
                <a:latin typeface="Cambria"/>
                <a:cs typeface="Cambria"/>
              </a:rPr>
              <a:t>remote</a:t>
            </a:r>
            <a:r>
              <a:rPr sz="1600" spc="110" dirty="0">
                <a:solidFill>
                  <a:srgbClr val="FF0000"/>
                </a:solidFill>
                <a:latin typeface="Cambria"/>
                <a:cs typeface="Cambria"/>
              </a:rPr>
              <a:t> </a:t>
            </a:r>
            <a:r>
              <a:rPr sz="1600" dirty="0">
                <a:solidFill>
                  <a:srgbClr val="FF0000"/>
                </a:solidFill>
                <a:latin typeface="Cambria"/>
                <a:cs typeface="Cambria"/>
              </a:rPr>
              <a:t>host</a:t>
            </a:r>
            <a:r>
              <a:rPr sz="1600" dirty="0">
                <a:solidFill>
                  <a:schemeClr val="tx1"/>
                </a:solidFill>
                <a:latin typeface="Cambria"/>
                <a:cs typeface="Cambria"/>
              </a:rPr>
              <a:t>,</a:t>
            </a:r>
            <a:r>
              <a:rPr sz="1600" spc="-60" dirty="0">
                <a:solidFill>
                  <a:schemeClr val="tx1"/>
                </a:solidFill>
                <a:latin typeface="Cambria"/>
                <a:cs typeface="Cambria"/>
              </a:rPr>
              <a:t> </a:t>
            </a:r>
            <a:r>
              <a:rPr lang="en-US" sz="1600" spc="-65" dirty="0" smtClean="0">
                <a:solidFill>
                  <a:srgbClr val="FF0000"/>
                </a:solidFill>
                <a:latin typeface="Cambria"/>
                <a:cs typeface="Cambria"/>
              </a:rPr>
              <a:t>lo</a:t>
            </a:r>
            <a:r>
              <a:rPr sz="1600" spc="-65" dirty="0" smtClean="0">
                <a:solidFill>
                  <a:srgbClr val="FF0000"/>
                </a:solidFill>
                <a:latin typeface="Cambria"/>
                <a:cs typeface="Cambria"/>
              </a:rPr>
              <a:t>gin</a:t>
            </a:r>
            <a:r>
              <a:rPr lang="en-US" sz="1600" spc="-65" dirty="0" smtClean="0">
                <a:solidFill>
                  <a:srgbClr val="FF0000"/>
                </a:solidFill>
                <a:latin typeface="Cambria"/>
                <a:cs typeface="Cambria"/>
              </a:rPr>
              <a:t> </a:t>
            </a:r>
            <a:r>
              <a:rPr sz="1600" spc="-65" dirty="0" smtClean="0">
                <a:solidFill>
                  <a:srgbClr val="FF0000"/>
                </a:solidFill>
                <a:latin typeface="Cambria"/>
                <a:cs typeface="Cambria"/>
              </a:rPr>
              <a:t>ti</a:t>
            </a:r>
            <a:r>
              <a:rPr lang="en-US" sz="1600" spc="-65" dirty="0" smtClean="0">
                <a:solidFill>
                  <a:srgbClr val="FF0000"/>
                </a:solidFill>
                <a:latin typeface="Cambria"/>
                <a:cs typeface="Cambria"/>
              </a:rPr>
              <a:t>me</a:t>
            </a:r>
            <a:r>
              <a:rPr sz="1600" spc="-65" dirty="0" smtClean="0">
                <a:solidFill>
                  <a:schemeClr val="tx1"/>
                </a:solidFill>
                <a:latin typeface="Cambria"/>
                <a:cs typeface="Cambria"/>
              </a:rPr>
              <a:t>,</a:t>
            </a:r>
            <a:r>
              <a:rPr sz="1600" spc="-15" dirty="0" smtClean="0">
                <a:solidFill>
                  <a:schemeClr val="tx1"/>
                </a:solidFill>
                <a:latin typeface="Cambria"/>
                <a:cs typeface="Cambria"/>
              </a:rPr>
              <a:t> </a:t>
            </a:r>
            <a:r>
              <a:rPr sz="1600" spc="-10" dirty="0" smtClean="0">
                <a:solidFill>
                  <a:srgbClr val="FF0000"/>
                </a:solidFill>
                <a:latin typeface="Cambria"/>
                <a:cs typeface="Cambria"/>
              </a:rPr>
              <a:t>idle</a:t>
            </a:r>
            <a:r>
              <a:rPr sz="1600" spc="105" dirty="0" smtClean="0">
                <a:solidFill>
                  <a:srgbClr val="FF0000"/>
                </a:solidFill>
                <a:latin typeface="Cambria"/>
                <a:cs typeface="Cambria"/>
              </a:rPr>
              <a:t> </a:t>
            </a:r>
            <a:r>
              <a:rPr sz="1600" spc="-10" dirty="0" smtClean="0">
                <a:solidFill>
                  <a:srgbClr val="FF0000"/>
                </a:solidFill>
                <a:latin typeface="Cambria"/>
                <a:cs typeface="Cambria"/>
              </a:rPr>
              <a:t>time</a:t>
            </a:r>
            <a:r>
              <a:rPr sz="1600" spc="-10" dirty="0" smtClean="0">
                <a:solidFill>
                  <a:schemeClr val="tx1"/>
                </a:solidFill>
                <a:latin typeface="Cambria"/>
                <a:cs typeface="Cambria"/>
              </a:rPr>
              <a:t>.</a:t>
            </a:r>
            <a:endParaRPr lang="en-US" sz="1600" spc="-10" dirty="0" smtClean="0">
              <a:solidFill>
                <a:schemeClr val="tx1"/>
              </a:solidFill>
              <a:latin typeface="Cambria"/>
              <a:cs typeface="Cambria"/>
            </a:endParaRPr>
          </a:p>
          <a:p>
            <a:pPr marL="577850" indent="-120650">
              <a:lnSpc>
                <a:spcPct val="100000"/>
              </a:lnSpc>
              <a:spcBef>
                <a:spcPts val="1110"/>
              </a:spcBef>
              <a:buFont typeface="Arial" panose="020B0604020202020204" pitchFamily="34" charset="0"/>
              <a:buChar char="•"/>
            </a:pPr>
            <a:r>
              <a:rPr sz="1600" dirty="0" smtClean="0">
                <a:solidFill>
                  <a:schemeClr val="tx1"/>
                </a:solidFill>
                <a:latin typeface="Cambria"/>
                <a:cs typeface="Cambria"/>
              </a:rPr>
              <a:t>An</a:t>
            </a:r>
            <a:r>
              <a:rPr sz="1600" spc="-40" dirty="0" smtClean="0">
                <a:solidFill>
                  <a:schemeClr val="tx1"/>
                </a:solidFill>
                <a:latin typeface="Cambria"/>
                <a:cs typeface="Cambria"/>
              </a:rPr>
              <a:t> </a:t>
            </a:r>
            <a:r>
              <a:rPr sz="1600" spc="-55" dirty="0" smtClean="0">
                <a:solidFill>
                  <a:schemeClr val="tx1"/>
                </a:solidFill>
                <a:latin typeface="Cambria"/>
                <a:cs typeface="Cambria"/>
              </a:rPr>
              <a:t>op</a:t>
            </a:r>
            <a:r>
              <a:rPr lang="en-US" sz="1600" spc="-55" dirty="0" smtClean="0">
                <a:solidFill>
                  <a:schemeClr val="tx1"/>
                </a:solidFill>
                <a:latin typeface="Cambria"/>
                <a:cs typeface="Cambria"/>
              </a:rPr>
              <a:t>tions </a:t>
            </a:r>
            <a:r>
              <a:rPr sz="1600" spc="-80" dirty="0" smtClean="0">
                <a:solidFill>
                  <a:schemeClr val="tx1"/>
                </a:solidFill>
                <a:latin typeface="Cambria"/>
                <a:cs typeface="Cambria"/>
              </a:rPr>
              <a:t>th</a:t>
            </a:r>
            <a:r>
              <a:rPr lang="en-US" sz="1600" spc="-80" dirty="0" smtClean="0">
                <a:solidFill>
                  <a:schemeClr val="tx1"/>
                </a:solidFill>
                <a:latin typeface="Cambria"/>
                <a:cs typeface="Cambria"/>
              </a:rPr>
              <a:t>a</a:t>
            </a:r>
            <a:r>
              <a:rPr sz="1600" spc="-80" dirty="0" smtClean="0">
                <a:solidFill>
                  <a:schemeClr val="tx1"/>
                </a:solidFill>
                <a:latin typeface="Cambria"/>
                <a:cs typeface="Cambria"/>
              </a:rPr>
              <a:t>t</a:t>
            </a:r>
            <a:r>
              <a:rPr sz="1600" spc="75" dirty="0" smtClean="0">
                <a:solidFill>
                  <a:schemeClr val="tx1"/>
                </a:solidFill>
                <a:latin typeface="Cambria"/>
                <a:cs typeface="Cambria"/>
              </a:rPr>
              <a:t> </a:t>
            </a:r>
            <a:r>
              <a:rPr sz="1600" spc="-85" dirty="0">
                <a:solidFill>
                  <a:schemeClr val="tx1"/>
                </a:solidFill>
                <a:latin typeface="Cambria"/>
                <a:cs typeface="Cambria"/>
              </a:rPr>
              <a:t>used</a:t>
            </a:r>
            <a:r>
              <a:rPr sz="1600" spc="50" dirty="0">
                <a:solidFill>
                  <a:schemeClr val="tx1"/>
                </a:solidFill>
                <a:latin typeface="Cambria"/>
                <a:cs typeface="Cambria"/>
              </a:rPr>
              <a:t> </a:t>
            </a:r>
            <a:r>
              <a:rPr sz="1600" spc="-50" dirty="0">
                <a:solidFill>
                  <a:schemeClr val="tx1"/>
                </a:solidFill>
                <a:latin typeface="Cambria"/>
                <a:cs typeface="Cambria"/>
              </a:rPr>
              <a:t>with</a:t>
            </a:r>
            <a:r>
              <a:rPr sz="1600" spc="155" dirty="0">
                <a:solidFill>
                  <a:schemeClr val="tx1"/>
                </a:solidFill>
                <a:latin typeface="Cambria"/>
                <a:cs typeface="Cambria"/>
              </a:rPr>
              <a:t> </a:t>
            </a:r>
            <a:r>
              <a:rPr sz="1600" spc="-85" dirty="0" smtClean="0">
                <a:solidFill>
                  <a:schemeClr val="tx1"/>
                </a:solidFill>
                <a:latin typeface="Cambria"/>
                <a:cs typeface="Cambria"/>
              </a:rPr>
              <a:t>this</a:t>
            </a:r>
            <a:r>
              <a:rPr lang="en-US" sz="1600" dirty="0" smtClean="0">
                <a:solidFill>
                  <a:schemeClr val="tx1"/>
                </a:solidFill>
                <a:latin typeface="Cambria"/>
                <a:cs typeface="Cambria"/>
              </a:rPr>
              <a:t> co</a:t>
            </a:r>
            <a:r>
              <a:rPr lang="en-US" sz="1600" spc="-60" dirty="0" smtClean="0">
                <a:solidFill>
                  <a:schemeClr val="tx1"/>
                </a:solidFill>
                <a:latin typeface="Cambria"/>
                <a:cs typeface="Cambria"/>
              </a:rPr>
              <a:t>mmands:</a:t>
            </a:r>
            <a:endParaRPr lang="en-US" sz="1600" dirty="0">
              <a:solidFill>
                <a:schemeClr val="tx1"/>
              </a:solidFill>
              <a:latin typeface="Cambria"/>
              <a:cs typeface="Cambria"/>
            </a:endParaRPr>
          </a:p>
          <a:p>
            <a:pPr marL="457200" indent="403225">
              <a:lnSpc>
                <a:spcPct val="100000"/>
              </a:lnSpc>
              <a:spcBef>
                <a:spcPts val="1110"/>
              </a:spcBef>
            </a:pPr>
            <a:r>
              <a:rPr sz="1600" b="1" dirty="0" smtClean="0">
                <a:solidFill>
                  <a:srgbClr val="FF0000"/>
                </a:solidFill>
                <a:latin typeface="Cambria"/>
                <a:cs typeface="Cambria"/>
              </a:rPr>
              <a:t>-h</a:t>
            </a:r>
            <a:r>
              <a:rPr sz="1600" b="1" spc="25" dirty="0" smtClean="0">
                <a:solidFill>
                  <a:srgbClr val="FF0000"/>
                </a:solidFill>
                <a:latin typeface="Cambria"/>
                <a:cs typeface="Cambria"/>
              </a:rPr>
              <a:t> </a:t>
            </a:r>
            <a:r>
              <a:rPr sz="1600" b="1" dirty="0" smtClean="0">
                <a:solidFill>
                  <a:srgbClr val="FF0000"/>
                </a:solidFill>
                <a:latin typeface="Cambria"/>
                <a:cs typeface="Cambria"/>
              </a:rPr>
              <a:t>:</a:t>
            </a:r>
            <a:r>
              <a:rPr sz="1600" b="1" spc="5" dirty="0" smtClean="0">
                <a:solidFill>
                  <a:srgbClr val="FF0000"/>
                </a:solidFill>
                <a:latin typeface="Cambria"/>
                <a:cs typeface="Cambria"/>
              </a:rPr>
              <a:t> </a:t>
            </a:r>
            <a:r>
              <a:rPr sz="1600" b="1" spc="-65" dirty="0" smtClean="0">
                <a:solidFill>
                  <a:srgbClr val="FF0000"/>
                </a:solidFill>
                <a:latin typeface="Cambria"/>
                <a:cs typeface="Cambria"/>
              </a:rPr>
              <a:t>d</a:t>
            </a:r>
            <a:r>
              <a:rPr lang="en-US" sz="1600" b="1" spc="-65" dirty="0" smtClean="0">
                <a:solidFill>
                  <a:srgbClr val="FF0000"/>
                </a:solidFill>
                <a:latin typeface="Cambria"/>
                <a:cs typeface="Cambria"/>
              </a:rPr>
              <a:t>i</a:t>
            </a:r>
            <a:r>
              <a:rPr sz="1600" b="1" spc="-65" dirty="0" smtClean="0">
                <a:solidFill>
                  <a:srgbClr val="FF0000"/>
                </a:solidFill>
                <a:latin typeface="Cambria"/>
                <a:cs typeface="Cambria"/>
              </a:rPr>
              <a:t>splays</a:t>
            </a:r>
            <a:r>
              <a:rPr sz="1600" b="1" spc="45" dirty="0" smtClean="0">
                <a:solidFill>
                  <a:srgbClr val="FF0000"/>
                </a:solidFill>
                <a:latin typeface="Cambria"/>
                <a:cs typeface="Cambria"/>
              </a:rPr>
              <a:t> </a:t>
            </a:r>
            <a:r>
              <a:rPr sz="1600" b="1" dirty="0" smtClean="0">
                <a:solidFill>
                  <a:srgbClr val="FF0000"/>
                </a:solidFill>
                <a:latin typeface="Cambria"/>
                <a:cs typeface="Cambria"/>
              </a:rPr>
              <a:t>no</a:t>
            </a:r>
            <a:r>
              <a:rPr sz="1600" b="1" spc="35" dirty="0" smtClean="0">
                <a:solidFill>
                  <a:srgbClr val="FF0000"/>
                </a:solidFill>
                <a:latin typeface="Cambria"/>
                <a:cs typeface="Cambria"/>
              </a:rPr>
              <a:t> </a:t>
            </a:r>
            <a:r>
              <a:rPr sz="1600" b="1" spc="-105" dirty="0" smtClean="0">
                <a:solidFill>
                  <a:srgbClr val="FF0000"/>
                </a:solidFill>
                <a:latin typeface="Cambria"/>
                <a:cs typeface="Cambria"/>
              </a:rPr>
              <a:t>header</a:t>
            </a:r>
            <a:r>
              <a:rPr sz="1600" b="1" spc="20" dirty="0" smtClean="0">
                <a:solidFill>
                  <a:srgbClr val="FF0000"/>
                </a:solidFill>
                <a:latin typeface="Cambria"/>
                <a:cs typeface="Cambria"/>
              </a:rPr>
              <a:t> </a:t>
            </a:r>
            <a:r>
              <a:rPr sz="1600" b="1" spc="-10" dirty="0" smtClean="0">
                <a:solidFill>
                  <a:srgbClr val="FF0000"/>
                </a:solidFill>
                <a:latin typeface="Cambria"/>
                <a:cs typeface="Cambria"/>
              </a:rPr>
              <a:t>entries.</a:t>
            </a:r>
            <a:endParaRPr lang="en-US" sz="1600" b="1" spc="-10" dirty="0" smtClean="0">
              <a:solidFill>
                <a:srgbClr val="FF0000"/>
              </a:solidFill>
              <a:latin typeface="Cambria"/>
              <a:cs typeface="Cambria"/>
            </a:endParaRPr>
          </a:p>
          <a:p>
            <a:pPr marL="457200" indent="403225">
              <a:lnSpc>
                <a:spcPct val="100000"/>
              </a:lnSpc>
              <a:spcBef>
                <a:spcPts val="1110"/>
              </a:spcBef>
            </a:pPr>
            <a:r>
              <a:rPr sz="1600" b="1" dirty="0" smtClean="0">
                <a:solidFill>
                  <a:srgbClr val="FF0000"/>
                </a:solidFill>
                <a:latin typeface="Cambria"/>
                <a:cs typeface="Cambria"/>
              </a:rPr>
              <a:t>-</a:t>
            </a:r>
            <a:r>
              <a:rPr sz="1600" b="1" dirty="0">
                <a:solidFill>
                  <a:srgbClr val="FF0000"/>
                </a:solidFill>
                <a:latin typeface="Cambria"/>
                <a:cs typeface="Cambria"/>
              </a:rPr>
              <a:t>s : without </a:t>
            </a:r>
            <a:r>
              <a:rPr lang="en-US" sz="1600" b="1" dirty="0">
                <a:solidFill>
                  <a:srgbClr val="FF0000"/>
                </a:solidFill>
                <a:latin typeface="Cambria"/>
                <a:cs typeface="Cambria"/>
              </a:rPr>
              <a:t>J</a:t>
            </a:r>
            <a:r>
              <a:rPr sz="1600" b="1" dirty="0">
                <a:solidFill>
                  <a:srgbClr val="FF0000"/>
                </a:solidFill>
                <a:latin typeface="Cambria"/>
                <a:cs typeface="Cambria"/>
              </a:rPr>
              <a:t>CPU and PCPU</a:t>
            </a:r>
            <a:r>
              <a:rPr sz="1600" b="1" dirty="0" smtClean="0">
                <a:solidFill>
                  <a:srgbClr val="FF0000"/>
                </a:solidFill>
                <a:latin typeface="Cambria"/>
                <a:cs typeface="Cambria"/>
              </a:rPr>
              <a:t>.</a:t>
            </a:r>
            <a:endParaRPr lang="en-US" sz="1600" b="1" dirty="0" smtClean="0">
              <a:solidFill>
                <a:srgbClr val="FF0000"/>
              </a:solidFill>
              <a:latin typeface="Cambria"/>
              <a:cs typeface="Cambria"/>
            </a:endParaRPr>
          </a:p>
          <a:p>
            <a:pPr marL="457200" indent="403225">
              <a:lnSpc>
                <a:spcPct val="100000"/>
              </a:lnSpc>
              <a:spcBef>
                <a:spcPts val="1110"/>
              </a:spcBef>
            </a:pPr>
            <a:r>
              <a:rPr sz="1600" b="1" spc="229" dirty="0" smtClean="0">
                <a:solidFill>
                  <a:srgbClr val="FF0000"/>
                </a:solidFill>
                <a:latin typeface="Cambria"/>
                <a:cs typeface="Cambria"/>
              </a:rPr>
              <a:t>-</a:t>
            </a:r>
            <a:r>
              <a:rPr sz="1600" b="1" spc="200" dirty="0">
                <a:solidFill>
                  <a:srgbClr val="FF0000"/>
                </a:solidFill>
                <a:latin typeface="Cambria"/>
                <a:cs typeface="Cambria"/>
              </a:rPr>
              <a:t>f:</a:t>
            </a:r>
            <a:r>
              <a:rPr sz="1600" b="1" spc="-85" dirty="0">
                <a:solidFill>
                  <a:srgbClr val="FF0000"/>
                </a:solidFill>
                <a:latin typeface="Cambria"/>
                <a:cs typeface="Cambria"/>
              </a:rPr>
              <a:t> </a:t>
            </a:r>
            <a:r>
              <a:rPr sz="1600" b="1" spc="-10" dirty="0">
                <a:solidFill>
                  <a:srgbClr val="FF0000"/>
                </a:solidFill>
                <a:latin typeface="Cambria"/>
                <a:cs typeface="Cambria"/>
              </a:rPr>
              <a:t>Removes</a:t>
            </a:r>
            <a:r>
              <a:rPr sz="1600" b="1" spc="30" dirty="0">
                <a:solidFill>
                  <a:srgbClr val="FF0000"/>
                </a:solidFill>
                <a:latin typeface="Cambria"/>
                <a:cs typeface="Cambria"/>
              </a:rPr>
              <a:t> </a:t>
            </a:r>
            <a:r>
              <a:rPr sz="1600" b="1" spc="-10" dirty="0">
                <a:solidFill>
                  <a:srgbClr val="FF0000"/>
                </a:solidFill>
                <a:latin typeface="Cambria"/>
                <a:cs typeface="Cambria"/>
              </a:rPr>
              <a:t>from</a:t>
            </a:r>
            <a:r>
              <a:rPr sz="1600" b="1" spc="20" dirty="0">
                <a:solidFill>
                  <a:srgbClr val="FF0000"/>
                </a:solidFill>
                <a:latin typeface="Cambria"/>
                <a:cs typeface="Cambria"/>
              </a:rPr>
              <a:t> </a:t>
            </a:r>
            <a:r>
              <a:rPr sz="1600" b="1" spc="-10" dirty="0">
                <a:solidFill>
                  <a:srgbClr val="FF0000"/>
                </a:solidFill>
                <a:latin typeface="Cambria"/>
                <a:cs typeface="Cambria"/>
              </a:rPr>
              <a:t>field</a:t>
            </a:r>
            <a:r>
              <a:rPr sz="1600" b="1" spc="-10" dirty="0" smtClean="0">
                <a:solidFill>
                  <a:srgbClr val="FF0000"/>
                </a:solidFill>
                <a:latin typeface="Cambria"/>
                <a:cs typeface="Cambria"/>
              </a:rPr>
              <a:t>.</a:t>
            </a:r>
            <a:endParaRPr lang="en-US" sz="1600" b="1" spc="-10" dirty="0" smtClean="0">
              <a:solidFill>
                <a:srgbClr val="FF0000"/>
              </a:solidFill>
              <a:latin typeface="Cambria"/>
              <a:cs typeface="Cambria"/>
            </a:endParaRPr>
          </a:p>
          <a:p>
            <a:pPr marL="457200" indent="403225">
              <a:lnSpc>
                <a:spcPct val="100000"/>
              </a:lnSpc>
              <a:spcBef>
                <a:spcPts val="1110"/>
              </a:spcBef>
            </a:pPr>
            <a:r>
              <a:rPr sz="1600" b="1" spc="-35" dirty="0" smtClean="0">
                <a:solidFill>
                  <a:srgbClr val="FF0000"/>
                </a:solidFill>
                <a:latin typeface="Cambria"/>
                <a:cs typeface="Cambria"/>
              </a:rPr>
              <a:t>-</a:t>
            </a:r>
            <a:r>
              <a:rPr sz="1600" b="1" dirty="0">
                <a:solidFill>
                  <a:srgbClr val="FF0000"/>
                </a:solidFill>
                <a:latin typeface="Cambria"/>
                <a:cs typeface="Cambria"/>
              </a:rPr>
              <a:t>V</a:t>
            </a:r>
            <a:r>
              <a:rPr sz="1600" b="1" spc="155" dirty="0">
                <a:solidFill>
                  <a:srgbClr val="FF0000"/>
                </a:solidFill>
                <a:latin typeface="Cambria"/>
                <a:cs typeface="Cambria"/>
              </a:rPr>
              <a:t> </a:t>
            </a:r>
            <a:r>
              <a:rPr sz="1600" b="1" dirty="0">
                <a:solidFill>
                  <a:srgbClr val="FF0000"/>
                </a:solidFill>
                <a:latin typeface="Cambria"/>
                <a:cs typeface="Cambria"/>
              </a:rPr>
              <a:t>:</a:t>
            </a:r>
            <a:r>
              <a:rPr sz="1600" b="1" spc="-70" dirty="0">
                <a:solidFill>
                  <a:srgbClr val="FF0000"/>
                </a:solidFill>
                <a:latin typeface="Cambria"/>
                <a:cs typeface="Cambria"/>
              </a:rPr>
              <a:t> </a:t>
            </a:r>
            <a:r>
              <a:rPr sz="1600" b="1" spc="-90" dirty="0">
                <a:solidFill>
                  <a:srgbClr val="FF0000"/>
                </a:solidFill>
                <a:latin typeface="Cambria"/>
                <a:cs typeface="Cambria"/>
              </a:rPr>
              <a:t>(upper</a:t>
            </a:r>
            <a:r>
              <a:rPr sz="1600" b="1" spc="65" dirty="0">
                <a:solidFill>
                  <a:srgbClr val="FF0000"/>
                </a:solidFill>
                <a:latin typeface="Cambria"/>
                <a:cs typeface="Cambria"/>
              </a:rPr>
              <a:t> </a:t>
            </a:r>
            <a:r>
              <a:rPr sz="1600" b="1" dirty="0">
                <a:solidFill>
                  <a:srgbClr val="FF0000"/>
                </a:solidFill>
                <a:latin typeface="Cambria"/>
                <a:cs typeface="Cambria"/>
              </a:rPr>
              <a:t>letts)</a:t>
            </a:r>
            <a:r>
              <a:rPr sz="1600" b="1" spc="-150" dirty="0">
                <a:solidFill>
                  <a:srgbClr val="FF0000"/>
                </a:solidFill>
                <a:latin typeface="Cambria"/>
                <a:cs typeface="Cambria"/>
              </a:rPr>
              <a:t> </a:t>
            </a:r>
            <a:r>
              <a:rPr lang="en-US" sz="1600" b="1" spc="-780" dirty="0">
                <a:solidFill>
                  <a:srgbClr val="FF0000"/>
                </a:solidFill>
                <a:latin typeface="Cambria"/>
                <a:cs typeface="Cambria"/>
              </a:rPr>
              <a:t> </a:t>
            </a:r>
            <a:r>
              <a:rPr sz="1600" b="1" spc="-55" dirty="0" smtClean="0">
                <a:solidFill>
                  <a:srgbClr val="FF0000"/>
                </a:solidFill>
                <a:latin typeface="Cambria"/>
                <a:cs typeface="Cambria"/>
              </a:rPr>
              <a:t>Shows</a:t>
            </a:r>
            <a:r>
              <a:rPr sz="1600" b="1" spc="135" dirty="0" smtClean="0">
                <a:solidFill>
                  <a:srgbClr val="FF0000"/>
                </a:solidFill>
                <a:latin typeface="Cambria"/>
                <a:cs typeface="Cambria"/>
              </a:rPr>
              <a:t> </a:t>
            </a:r>
            <a:r>
              <a:rPr sz="1600" b="1" spc="-10" dirty="0">
                <a:solidFill>
                  <a:srgbClr val="FF0000"/>
                </a:solidFill>
                <a:latin typeface="Cambria"/>
                <a:cs typeface="Cambria"/>
              </a:rPr>
              <a:t>versions</a:t>
            </a:r>
            <a:endParaRPr sz="1600" b="1" dirty="0">
              <a:solidFill>
                <a:srgbClr val="FF0000"/>
              </a:solidFill>
              <a:latin typeface="Cambria"/>
              <a:cs typeface="Cambria"/>
            </a:endParaRPr>
          </a:p>
        </p:txBody>
      </p:sp>
      <p:sp>
        <p:nvSpPr>
          <p:cNvPr id="16" name="Date Placeholder 15"/>
          <p:cNvSpPr>
            <a:spLocks noGrp="1"/>
          </p:cNvSpPr>
          <p:nvPr>
            <p:ph type="dt" sz="half" idx="6"/>
          </p:nvPr>
        </p:nvSpPr>
        <p:spPr/>
        <p:txBody>
          <a:bodyPr/>
          <a:lstStyle/>
          <a:p>
            <a:fld id="{01CDF864-01B7-4146-AE94-893B5E9EC100}"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100424" y="693737"/>
            <a:ext cx="5918200" cy="3413755"/>
          </a:xfrm>
          <a:prstGeom prst="rect">
            <a:avLst/>
          </a:prstGeom>
        </p:spPr>
        <p:txBody>
          <a:bodyPr vert="horz" wrap="square" lIns="0" tIns="12700" rIns="0" bIns="0" rtlCol="0">
            <a:spAutoFit/>
          </a:bodyPr>
          <a:lstStyle/>
          <a:p>
            <a:pPr marL="349250" indent="-174625">
              <a:lnSpc>
                <a:spcPct val="100000"/>
              </a:lnSpc>
              <a:spcBef>
                <a:spcPts val="100"/>
              </a:spcBef>
              <a:buFont typeface="Arial" panose="020B0604020202020204" pitchFamily="34" charset="0"/>
              <a:buChar char="•"/>
            </a:pPr>
            <a:r>
              <a:rPr lang="en-US" sz="1450" b="1" spc="60" dirty="0" smtClean="0">
                <a:solidFill>
                  <a:srgbClr val="FF0000"/>
                </a:solidFill>
                <a:latin typeface="Cambria"/>
                <a:cs typeface="Cambria"/>
              </a:rPr>
              <a:t>users</a:t>
            </a:r>
            <a:r>
              <a:rPr sz="1450" spc="254" dirty="0" smtClean="0">
                <a:solidFill>
                  <a:srgbClr val="721A11"/>
                </a:solidFill>
                <a:latin typeface="Cambria"/>
                <a:cs typeface="Cambria"/>
              </a:rPr>
              <a:t> </a:t>
            </a:r>
            <a:r>
              <a:rPr lang="en-US" sz="1450" dirty="0" smtClean="0">
                <a:solidFill>
                  <a:srgbClr val="111111"/>
                </a:solidFill>
                <a:latin typeface="Cambria"/>
                <a:cs typeface="Cambria"/>
              </a:rPr>
              <a:t>Use</a:t>
            </a:r>
            <a:r>
              <a:rPr sz="1450" dirty="0" smtClean="0">
                <a:solidFill>
                  <a:srgbClr val="111111"/>
                </a:solidFill>
                <a:latin typeface="Cambria"/>
                <a:cs typeface="Cambria"/>
              </a:rPr>
              <a:t>d</a:t>
            </a:r>
            <a:r>
              <a:rPr sz="1450" spc="160" dirty="0" smtClean="0">
                <a:solidFill>
                  <a:srgbClr val="111111"/>
                </a:solidFill>
                <a:latin typeface="Cambria"/>
                <a:cs typeface="Cambria"/>
              </a:rPr>
              <a:t> </a:t>
            </a:r>
            <a:r>
              <a:rPr sz="1450" dirty="0">
                <a:latin typeface="Cambria"/>
                <a:cs typeface="Cambria"/>
              </a:rPr>
              <a:t>to</a:t>
            </a:r>
            <a:r>
              <a:rPr sz="1450" spc="65" dirty="0">
                <a:latin typeface="Cambria"/>
                <a:cs typeface="Cambria"/>
              </a:rPr>
              <a:t> </a:t>
            </a:r>
            <a:r>
              <a:rPr sz="1450" dirty="0" smtClean="0">
                <a:latin typeface="Cambria"/>
                <a:cs typeface="Cambria"/>
              </a:rPr>
              <a:t>displ</a:t>
            </a:r>
            <a:r>
              <a:rPr lang="en-US" sz="1450" dirty="0" smtClean="0">
                <a:latin typeface="Cambria"/>
                <a:cs typeface="Cambria"/>
              </a:rPr>
              <a:t>a</a:t>
            </a:r>
            <a:r>
              <a:rPr sz="1450" dirty="0" smtClean="0">
                <a:latin typeface="Cambria"/>
                <a:cs typeface="Cambria"/>
              </a:rPr>
              <a:t>y</a:t>
            </a:r>
            <a:r>
              <a:rPr sz="1450" spc="55" dirty="0" smtClean="0">
                <a:latin typeface="Cambria"/>
                <a:cs typeface="Cambria"/>
              </a:rPr>
              <a:t> </a:t>
            </a:r>
            <a:r>
              <a:rPr sz="1450" spc="-40" dirty="0" smtClean="0">
                <a:latin typeface="Cambria"/>
                <a:cs typeface="Cambria"/>
              </a:rPr>
              <a:t>curr</a:t>
            </a:r>
            <a:r>
              <a:rPr lang="en-US" sz="1450" spc="-40" dirty="0" smtClean="0">
                <a:latin typeface="Cambria"/>
                <a:cs typeface="Cambria"/>
              </a:rPr>
              <a:t>e</a:t>
            </a:r>
            <a:r>
              <a:rPr sz="1450" spc="-40" dirty="0" smtClean="0">
                <a:latin typeface="Cambria"/>
                <a:cs typeface="Cambria"/>
              </a:rPr>
              <a:t>ntly</a:t>
            </a:r>
            <a:r>
              <a:rPr lang="en-US" sz="1450" spc="-40" dirty="0" smtClean="0">
                <a:latin typeface="Cambria"/>
                <a:cs typeface="Cambria"/>
              </a:rPr>
              <a:t> </a:t>
            </a:r>
            <a:r>
              <a:rPr lang="en-US" sz="1450" spc="-45" dirty="0" smtClean="0">
                <a:latin typeface="Cambria"/>
                <a:cs typeface="Cambria"/>
              </a:rPr>
              <a:t>logged</a:t>
            </a:r>
            <a:r>
              <a:rPr sz="1450" spc="114" dirty="0" smtClean="0">
                <a:latin typeface="Cambria"/>
                <a:cs typeface="Cambria"/>
              </a:rPr>
              <a:t> </a:t>
            </a:r>
            <a:r>
              <a:rPr sz="1450" dirty="0">
                <a:solidFill>
                  <a:srgbClr val="232323"/>
                </a:solidFill>
                <a:latin typeface="Cambria"/>
                <a:cs typeface="Cambria"/>
              </a:rPr>
              <a:t>in</a:t>
            </a:r>
            <a:r>
              <a:rPr sz="1450" spc="30" dirty="0">
                <a:solidFill>
                  <a:srgbClr val="232323"/>
                </a:solidFill>
                <a:latin typeface="Cambria"/>
                <a:cs typeface="Cambria"/>
              </a:rPr>
              <a:t> </a:t>
            </a:r>
            <a:r>
              <a:rPr lang="en-US" sz="1450" spc="-10" dirty="0" smtClean="0">
                <a:latin typeface="Cambria"/>
                <a:cs typeface="Cambria"/>
              </a:rPr>
              <a:t>users</a:t>
            </a:r>
            <a:endParaRPr sz="1450" dirty="0">
              <a:latin typeface="Cambria"/>
              <a:cs typeface="Cambria"/>
            </a:endParaRPr>
          </a:p>
          <a:p>
            <a:pPr marL="806450" lvl="1" indent="-228600">
              <a:spcBef>
                <a:spcPts val="1095"/>
              </a:spcBef>
              <a:buFont typeface="Arial" panose="020B0604020202020204" pitchFamily="34" charset="0"/>
              <a:buChar char="•"/>
            </a:pPr>
            <a:r>
              <a:rPr lang="en-US" sz="1500" spc="-45" dirty="0" smtClean="0">
                <a:latin typeface="Cambria"/>
                <a:cs typeface="Cambria"/>
              </a:rPr>
              <a:t>T</a:t>
            </a:r>
            <a:r>
              <a:rPr sz="1500" spc="-45" dirty="0" smtClean="0">
                <a:latin typeface="Cambria"/>
                <a:cs typeface="Cambria"/>
              </a:rPr>
              <a:t>his</a:t>
            </a:r>
            <a:r>
              <a:rPr sz="1500" spc="-40" dirty="0" smtClean="0">
                <a:latin typeface="Cambria"/>
                <a:cs typeface="Cambria"/>
              </a:rPr>
              <a:t> </a:t>
            </a:r>
            <a:r>
              <a:rPr sz="1500" spc="-25" dirty="0">
                <a:latin typeface="Cambria"/>
                <a:cs typeface="Cambria"/>
              </a:rPr>
              <a:t>command</a:t>
            </a:r>
            <a:r>
              <a:rPr sz="1500" spc="-15" dirty="0">
                <a:latin typeface="Cambria"/>
                <a:cs typeface="Cambria"/>
              </a:rPr>
              <a:t> </a:t>
            </a:r>
            <a:r>
              <a:rPr sz="1500" spc="-20" dirty="0">
                <a:solidFill>
                  <a:srgbClr val="111111"/>
                </a:solidFill>
                <a:latin typeface="Cambria"/>
                <a:cs typeface="Cambria"/>
              </a:rPr>
              <a:t>don't</a:t>
            </a:r>
            <a:r>
              <a:rPr sz="1500" spc="45" dirty="0">
                <a:solidFill>
                  <a:srgbClr val="111111"/>
                </a:solidFill>
                <a:latin typeface="Cambria"/>
                <a:cs typeface="Cambria"/>
              </a:rPr>
              <a:t> </a:t>
            </a:r>
            <a:r>
              <a:rPr sz="1500" spc="-75" dirty="0" smtClean="0">
                <a:latin typeface="Cambria"/>
                <a:cs typeface="Cambria"/>
              </a:rPr>
              <a:t>h</a:t>
            </a:r>
            <a:r>
              <a:rPr lang="en-US" sz="1500" spc="-75" dirty="0">
                <a:latin typeface="Cambria"/>
                <a:cs typeface="Cambria"/>
              </a:rPr>
              <a:t>a</a:t>
            </a:r>
            <a:r>
              <a:rPr sz="1500" spc="-75" dirty="0" smtClean="0">
                <a:latin typeface="Cambria"/>
                <a:cs typeface="Cambria"/>
              </a:rPr>
              <a:t>ve</a:t>
            </a:r>
            <a:r>
              <a:rPr sz="1500" spc="-5" dirty="0" smtClean="0">
                <a:latin typeface="Cambria"/>
                <a:cs typeface="Cambria"/>
              </a:rPr>
              <a:t> </a:t>
            </a:r>
            <a:r>
              <a:rPr sz="1500" spc="-55" dirty="0" smtClean="0">
                <a:latin typeface="Cambria"/>
                <a:cs typeface="Cambria"/>
              </a:rPr>
              <a:t>other</a:t>
            </a:r>
            <a:r>
              <a:rPr lang="en-US" sz="1500" spc="-55" dirty="0" smtClean="0">
                <a:latin typeface="Cambria"/>
                <a:cs typeface="Cambria"/>
              </a:rPr>
              <a:t> </a:t>
            </a:r>
            <a:r>
              <a:rPr sz="1500" spc="-55" dirty="0" smtClean="0">
                <a:latin typeface="Cambria"/>
                <a:cs typeface="Cambria"/>
              </a:rPr>
              <a:t>parameters</a:t>
            </a:r>
            <a:r>
              <a:rPr sz="1500" spc="-25" dirty="0" smtClean="0">
                <a:latin typeface="Cambria"/>
                <a:cs typeface="Cambria"/>
              </a:rPr>
              <a:t> </a:t>
            </a:r>
            <a:r>
              <a:rPr lang="en-US" sz="1500" spc="-30" dirty="0" smtClean="0">
                <a:latin typeface="Cambria"/>
                <a:cs typeface="Cambria"/>
              </a:rPr>
              <a:t>other</a:t>
            </a:r>
            <a:r>
              <a:rPr sz="1500" spc="50" dirty="0" smtClean="0">
                <a:latin typeface="Cambria"/>
                <a:cs typeface="Cambria"/>
              </a:rPr>
              <a:t> </a:t>
            </a:r>
            <a:r>
              <a:rPr sz="1500" spc="-50" dirty="0">
                <a:solidFill>
                  <a:srgbClr val="111111"/>
                </a:solidFill>
                <a:latin typeface="Cambria"/>
                <a:cs typeface="Cambria"/>
              </a:rPr>
              <a:t>than</a:t>
            </a:r>
            <a:r>
              <a:rPr sz="1500" spc="-5" dirty="0">
                <a:solidFill>
                  <a:srgbClr val="111111"/>
                </a:solidFill>
                <a:latin typeface="Cambria"/>
                <a:cs typeface="Cambria"/>
              </a:rPr>
              <a:t> </a:t>
            </a:r>
            <a:r>
              <a:rPr sz="1500" spc="-20" dirty="0">
                <a:latin typeface="Cambria"/>
                <a:cs typeface="Cambria"/>
              </a:rPr>
              <a:t>help</a:t>
            </a:r>
            <a:r>
              <a:rPr sz="1500" spc="-35" dirty="0">
                <a:latin typeface="Cambria"/>
                <a:cs typeface="Cambria"/>
              </a:rPr>
              <a:t> </a:t>
            </a:r>
            <a:r>
              <a:rPr sz="1500" spc="-25" dirty="0">
                <a:latin typeface="Cambria"/>
                <a:cs typeface="Cambria"/>
              </a:rPr>
              <a:t>and</a:t>
            </a:r>
            <a:r>
              <a:rPr sz="1500" spc="20" dirty="0">
                <a:latin typeface="Cambria"/>
                <a:cs typeface="Cambria"/>
              </a:rPr>
              <a:t> </a:t>
            </a:r>
            <a:r>
              <a:rPr sz="1500" spc="-10" dirty="0">
                <a:latin typeface="Cambria"/>
                <a:cs typeface="Cambria"/>
              </a:rPr>
              <a:t>version.</a:t>
            </a:r>
            <a:endParaRPr sz="1500" dirty="0">
              <a:latin typeface="Cambria"/>
              <a:cs typeface="Cambria"/>
            </a:endParaRPr>
          </a:p>
          <a:p>
            <a:pPr marL="349250" indent="-174625">
              <a:lnSpc>
                <a:spcPct val="100000"/>
              </a:lnSpc>
              <a:spcBef>
                <a:spcPts val="1040"/>
              </a:spcBef>
              <a:buFont typeface="Arial" panose="020B0604020202020204" pitchFamily="34" charset="0"/>
              <a:buChar char="•"/>
              <a:tabLst>
                <a:tab pos="854075" algn="l"/>
              </a:tabLst>
            </a:pPr>
            <a:r>
              <a:rPr lang="en-US" sz="1550" b="1" spc="-25" dirty="0" smtClean="0">
                <a:solidFill>
                  <a:srgbClr val="FF0000"/>
                </a:solidFill>
                <a:latin typeface="Cambria"/>
                <a:cs typeface="Cambria"/>
              </a:rPr>
              <a:t>who</a:t>
            </a:r>
            <a:r>
              <a:rPr sz="1550" dirty="0">
                <a:solidFill>
                  <a:srgbClr val="823D33"/>
                </a:solidFill>
                <a:latin typeface="Cambria"/>
                <a:cs typeface="Cambria"/>
              </a:rPr>
              <a:t>	</a:t>
            </a:r>
            <a:r>
              <a:rPr lang="en-US" sz="1550" spc="-80" dirty="0" smtClean="0">
                <a:solidFill>
                  <a:srgbClr val="1D1D1D"/>
                </a:solidFill>
                <a:latin typeface="Cambria"/>
                <a:cs typeface="Cambria"/>
              </a:rPr>
              <a:t>U</a:t>
            </a:r>
            <a:r>
              <a:rPr sz="1550" spc="-80" dirty="0" smtClean="0">
                <a:solidFill>
                  <a:srgbClr val="1D1D1D"/>
                </a:solidFill>
                <a:latin typeface="Cambria"/>
                <a:cs typeface="Cambria"/>
              </a:rPr>
              <a:t>sed</a:t>
            </a:r>
            <a:r>
              <a:rPr lang="en-US" sz="1550" spc="35" dirty="0">
                <a:solidFill>
                  <a:srgbClr val="1D1D1D"/>
                </a:solidFill>
                <a:latin typeface="Cambria"/>
                <a:cs typeface="Cambria"/>
              </a:rPr>
              <a:t> </a:t>
            </a:r>
            <a:r>
              <a:rPr lang="en-US" sz="1550" spc="35" dirty="0" smtClean="0">
                <a:solidFill>
                  <a:srgbClr val="1D1D1D"/>
                </a:solidFill>
                <a:latin typeface="Cambria"/>
                <a:cs typeface="Cambria"/>
              </a:rPr>
              <a:t>to</a:t>
            </a:r>
            <a:r>
              <a:rPr sz="1550" spc="65" dirty="0" smtClean="0">
                <a:solidFill>
                  <a:srgbClr val="343434"/>
                </a:solidFill>
                <a:latin typeface="Cambria"/>
                <a:cs typeface="Cambria"/>
              </a:rPr>
              <a:t> </a:t>
            </a:r>
            <a:r>
              <a:rPr sz="1550" spc="-70" dirty="0" smtClean="0">
                <a:solidFill>
                  <a:srgbClr val="080808"/>
                </a:solidFill>
                <a:latin typeface="Cambria"/>
                <a:cs typeface="Cambria"/>
              </a:rPr>
              <a:t>display</a:t>
            </a:r>
            <a:r>
              <a:rPr lang="en-US" sz="1550" spc="-70" dirty="0" smtClean="0">
                <a:solidFill>
                  <a:srgbClr val="080808"/>
                </a:solidFill>
                <a:latin typeface="Cambria"/>
                <a:cs typeface="Cambria"/>
              </a:rPr>
              <a:t> </a:t>
            </a:r>
            <a:r>
              <a:rPr sz="1550" spc="-70" dirty="0" smtClean="0">
                <a:solidFill>
                  <a:srgbClr val="FF0000"/>
                </a:solidFill>
                <a:latin typeface="Cambria"/>
                <a:cs typeface="Cambria"/>
              </a:rPr>
              <a:t>user</a:t>
            </a:r>
            <a:r>
              <a:rPr sz="1550" spc="65" dirty="0" smtClean="0">
                <a:solidFill>
                  <a:srgbClr val="FF0000"/>
                </a:solidFill>
                <a:latin typeface="Cambria"/>
                <a:cs typeface="Cambria"/>
              </a:rPr>
              <a:t> </a:t>
            </a:r>
            <a:r>
              <a:rPr sz="1550" spc="-85" dirty="0" smtClean="0">
                <a:solidFill>
                  <a:srgbClr val="FF0000"/>
                </a:solidFill>
                <a:latin typeface="Cambria"/>
                <a:cs typeface="Cambria"/>
              </a:rPr>
              <a:t>name</a:t>
            </a:r>
            <a:r>
              <a:rPr lang="en-US" sz="1550" spc="-85" dirty="0" smtClean="0">
                <a:latin typeface="Cambria"/>
                <a:cs typeface="Cambria"/>
              </a:rPr>
              <a:t>,</a:t>
            </a:r>
            <a:r>
              <a:rPr sz="1550" dirty="0" smtClean="0">
                <a:latin typeface="Cambria"/>
                <a:cs typeface="Cambria"/>
              </a:rPr>
              <a:t> </a:t>
            </a:r>
            <a:r>
              <a:rPr sz="1550" spc="-40" dirty="0">
                <a:solidFill>
                  <a:srgbClr val="FF0000"/>
                </a:solidFill>
                <a:latin typeface="Cambria"/>
                <a:cs typeface="Cambria"/>
              </a:rPr>
              <a:t>date</a:t>
            </a:r>
            <a:r>
              <a:rPr sz="1550" spc="-40" dirty="0">
                <a:solidFill>
                  <a:srgbClr val="1D1D1D"/>
                </a:solidFill>
                <a:latin typeface="Cambria"/>
                <a:cs typeface="Cambria"/>
              </a:rPr>
              <a:t>,</a:t>
            </a:r>
            <a:r>
              <a:rPr sz="1550" spc="-10" dirty="0">
                <a:solidFill>
                  <a:srgbClr val="1D1D1D"/>
                </a:solidFill>
                <a:latin typeface="Cambria"/>
                <a:cs typeface="Cambria"/>
              </a:rPr>
              <a:t> </a:t>
            </a:r>
            <a:r>
              <a:rPr sz="1550" spc="-60" dirty="0">
                <a:solidFill>
                  <a:srgbClr val="FF0000"/>
                </a:solidFill>
                <a:latin typeface="Cambria"/>
                <a:cs typeface="Cambria"/>
              </a:rPr>
              <a:t>time</a:t>
            </a:r>
            <a:r>
              <a:rPr sz="1550" spc="25" dirty="0">
                <a:solidFill>
                  <a:srgbClr val="1C1C1C"/>
                </a:solidFill>
                <a:latin typeface="Cambria"/>
                <a:cs typeface="Cambria"/>
              </a:rPr>
              <a:t> </a:t>
            </a:r>
            <a:r>
              <a:rPr lang="en-US" sz="1550" spc="-60" dirty="0" smtClean="0">
                <a:solidFill>
                  <a:srgbClr val="262626"/>
                </a:solidFill>
                <a:latin typeface="Cambria"/>
                <a:cs typeface="Cambria"/>
              </a:rPr>
              <a:t>a</a:t>
            </a:r>
            <a:r>
              <a:rPr sz="1550" spc="-60" dirty="0" smtClean="0">
                <a:solidFill>
                  <a:srgbClr val="262626"/>
                </a:solidFill>
                <a:latin typeface="Cambria"/>
                <a:cs typeface="Cambria"/>
              </a:rPr>
              <a:t>nd</a:t>
            </a:r>
            <a:r>
              <a:rPr sz="1550" spc="55" dirty="0" smtClean="0">
                <a:solidFill>
                  <a:srgbClr val="262626"/>
                </a:solidFill>
                <a:latin typeface="Cambria"/>
                <a:cs typeface="Cambria"/>
              </a:rPr>
              <a:t> </a:t>
            </a:r>
            <a:r>
              <a:rPr sz="1550" spc="-10" dirty="0" smtClean="0">
                <a:latin typeface="Cambria"/>
                <a:cs typeface="Cambria"/>
              </a:rPr>
              <a:t>host</a:t>
            </a:r>
            <a:r>
              <a:rPr lang="en-US" sz="1550" spc="-10" dirty="0" smtClean="0">
                <a:latin typeface="Cambria"/>
                <a:cs typeface="Cambria"/>
              </a:rPr>
              <a:t> i</a:t>
            </a:r>
            <a:r>
              <a:rPr sz="1550" spc="-10" dirty="0" smtClean="0">
                <a:latin typeface="Cambria"/>
                <a:cs typeface="Cambria"/>
              </a:rPr>
              <a:t>nforma</a:t>
            </a:r>
            <a:r>
              <a:rPr lang="en-US" sz="1550" spc="-10" dirty="0" smtClean="0">
                <a:latin typeface="Cambria"/>
                <a:cs typeface="Cambria"/>
              </a:rPr>
              <a:t>ti</a:t>
            </a:r>
            <a:r>
              <a:rPr sz="1550" spc="-10" dirty="0" smtClean="0">
                <a:latin typeface="Cambria"/>
                <a:cs typeface="Cambria"/>
              </a:rPr>
              <a:t>on</a:t>
            </a:r>
            <a:r>
              <a:rPr sz="1550" spc="-10" dirty="0">
                <a:latin typeface="Cambria"/>
                <a:cs typeface="Cambria"/>
              </a:rPr>
              <a:t>.</a:t>
            </a:r>
            <a:endParaRPr sz="1550" dirty="0">
              <a:latin typeface="Cambria"/>
              <a:cs typeface="Cambria"/>
            </a:endParaRPr>
          </a:p>
          <a:p>
            <a:pPr marL="806450" indent="-228600">
              <a:lnSpc>
                <a:spcPct val="100000"/>
              </a:lnSpc>
              <a:spcBef>
                <a:spcPts val="1090"/>
              </a:spcBef>
              <a:buFont typeface="Arial" panose="020B0604020202020204" pitchFamily="34" charset="0"/>
              <a:buChar char="•"/>
            </a:pPr>
            <a:r>
              <a:rPr lang="en-US" sz="1450" dirty="0" smtClean="0">
                <a:solidFill>
                  <a:schemeClr val="tx1"/>
                </a:solidFill>
                <a:latin typeface="Cambria"/>
                <a:cs typeface="Cambria"/>
              </a:rPr>
              <a:t>Th</a:t>
            </a:r>
            <a:r>
              <a:rPr lang="en-US" sz="1450" dirty="0">
                <a:solidFill>
                  <a:schemeClr val="tx1"/>
                </a:solidFill>
                <a:latin typeface="Cambria"/>
                <a:cs typeface="Cambria"/>
              </a:rPr>
              <a:t>e</a:t>
            </a:r>
            <a:r>
              <a:rPr sz="1450" dirty="0" smtClean="0">
                <a:solidFill>
                  <a:schemeClr val="tx1"/>
                </a:solidFill>
                <a:latin typeface="Cambria"/>
                <a:cs typeface="Cambria"/>
              </a:rPr>
              <a:t>s</a:t>
            </a:r>
            <a:r>
              <a:rPr lang="en-US" sz="1450" dirty="0" smtClean="0">
                <a:solidFill>
                  <a:schemeClr val="tx1"/>
                </a:solidFill>
                <a:latin typeface="Cambria"/>
                <a:cs typeface="Cambria"/>
              </a:rPr>
              <a:t>e</a:t>
            </a:r>
            <a:r>
              <a:rPr sz="1450" spc="-30" dirty="0" smtClean="0">
                <a:solidFill>
                  <a:schemeClr val="tx1"/>
                </a:solidFill>
                <a:latin typeface="Cambria"/>
                <a:cs typeface="Cambria"/>
              </a:rPr>
              <a:t> </a:t>
            </a:r>
            <a:r>
              <a:rPr lang="en-US" sz="1450" dirty="0" smtClean="0">
                <a:solidFill>
                  <a:schemeClr val="tx1"/>
                </a:solidFill>
                <a:latin typeface="Cambria"/>
                <a:cs typeface="Cambria"/>
              </a:rPr>
              <a:t>are</a:t>
            </a:r>
            <a:r>
              <a:rPr sz="1450" spc="50" dirty="0" smtClean="0">
                <a:solidFill>
                  <a:schemeClr val="tx1"/>
                </a:solidFill>
                <a:latin typeface="Cambria"/>
                <a:cs typeface="Cambria"/>
              </a:rPr>
              <a:t> </a:t>
            </a:r>
            <a:r>
              <a:rPr sz="1450" dirty="0">
                <a:solidFill>
                  <a:schemeClr val="tx1"/>
                </a:solidFill>
                <a:latin typeface="Cambria"/>
                <a:cs typeface="Cambria"/>
              </a:rPr>
              <a:t>an</a:t>
            </a:r>
            <a:r>
              <a:rPr sz="1450" spc="-20" dirty="0">
                <a:solidFill>
                  <a:schemeClr val="tx1"/>
                </a:solidFill>
                <a:latin typeface="Cambria"/>
                <a:cs typeface="Cambria"/>
              </a:rPr>
              <a:t> </a:t>
            </a:r>
            <a:r>
              <a:rPr sz="1450" dirty="0">
                <a:solidFill>
                  <a:schemeClr val="tx1"/>
                </a:solidFill>
                <a:latin typeface="Cambria"/>
                <a:cs typeface="Cambria"/>
              </a:rPr>
              <a:t>options</a:t>
            </a:r>
            <a:r>
              <a:rPr sz="1450" spc="105" dirty="0">
                <a:solidFill>
                  <a:schemeClr val="tx1"/>
                </a:solidFill>
                <a:latin typeface="Cambria"/>
                <a:cs typeface="Cambria"/>
              </a:rPr>
              <a:t> </a:t>
            </a:r>
            <a:r>
              <a:rPr sz="1450" dirty="0">
                <a:solidFill>
                  <a:schemeClr val="tx1"/>
                </a:solidFill>
                <a:latin typeface="Cambria"/>
                <a:cs typeface="Cambria"/>
              </a:rPr>
              <a:t>for</a:t>
            </a:r>
            <a:r>
              <a:rPr sz="1450" spc="45" dirty="0">
                <a:solidFill>
                  <a:schemeClr val="tx1"/>
                </a:solidFill>
                <a:latin typeface="Cambria"/>
                <a:cs typeface="Cambria"/>
              </a:rPr>
              <a:t> </a:t>
            </a:r>
            <a:r>
              <a:rPr sz="1450" spc="-25" dirty="0">
                <a:solidFill>
                  <a:schemeClr val="tx1"/>
                </a:solidFill>
                <a:latin typeface="Cambria"/>
                <a:cs typeface="Cambria"/>
              </a:rPr>
              <a:t>this </a:t>
            </a:r>
            <a:r>
              <a:rPr sz="1450" spc="-10" dirty="0">
                <a:solidFill>
                  <a:schemeClr val="tx1"/>
                </a:solidFill>
                <a:latin typeface="Cambria"/>
                <a:cs typeface="Cambria"/>
              </a:rPr>
              <a:t>command</a:t>
            </a:r>
            <a:endParaRPr sz="1450" dirty="0">
              <a:solidFill>
                <a:schemeClr val="tx1"/>
              </a:solidFill>
              <a:latin typeface="Cambria"/>
              <a:cs typeface="Cambria"/>
            </a:endParaRPr>
          </a:p>
          <a:p>
            <a:pPr marL="1089025">
              <a:lnSpc>
                <a:spcPct val="100000"/>
              </a:lnSpc>
              <a:spcBef>
                <a:spcPts val="1010"/>
              </a:spcBef>
            </a:pPr>
            <a:r>
              <a:rPr sz="1550" b="1" dirty="0">
                <a:solidFill>
                  <a:srgbClr val="FF0000"/>
                </a:solidFill>
                <a:latin typeface="Cambria"/>
                <a:cs typeface="Cambria"/>
              </a:rPr>
              <a:t>-</a:t>
            </a:r>
            <a:r>
              <a:rPr sz="1550" b="1" spc="85" dirty="0">
                <a:solidFill>
                  <a:srgbClr val="FF0000"/>
                </a:solidFill>
                <a:latin typeface="Cambria"/>
                <a:cs typeface="Cambria"/>
              </a:rPr>
              <a:t>b</a:t>
            </a:r>
            <a:r>
              <a:rPr sz="1550" b="1" spc="-5" dirty="0">
                <a:solidFill>
                  <a:srgbClr val="FF0000"/>
                </a:solidFill>
                <a:latin typeface="Cambria"/>
                <a:cs typeface="Cambria"/>
              </a:rPr>
              <a:t> </a:t>
            </a:r>
            <a:r>
              <a:rPr sz="1550" b="1" dirty="0">
                <a:solidFill>
                  <a:srgbClr val="FF0000"/>
                </a:solidFill>
                <a:latin typeface="Cambria"/>
                <a:cs typeface="Cambria"/>
              </a:rPr>
              <a:t>:</a:t>
            </a:r>
            <a:r>
              <a:rPr sz="1550" b="1" spc="-10" dirty="0">
                <a:solidFill>
                  <a:srgbClr val="FF0000"/>
                </a:solidFill>
                <a:latin typeface="Cambria"/>
                <a:cs typeface="Cambria"/>
              </a:rPr>
              <a:t> </a:t>
            </a:r>
            <a:r>
              <a:rPr sz="1550" b="1" dirty="0">
                <a:solidFill>
                  <a:srgbClr val="FF0000"/>
                </a:solidFill>
                <a:latin typeface="Cambria"/>
                <a:cs typeface="Cambria"/>
              </a:rPr>
              <a:t>Displays</a:t>
            </a:r>
            <a:r>
              <a:rPr sz="1550" b="1" spc="80" dirty="0">
                <a:solidFill>
                  <a:srgbClr val="FF0000"/>
                </a:solidFill>
                <a:latin typeface="Cambria"/>
                <a:cs typeface="Cambria"/>
              </a:rPr>
              <a:t> </a:t>
            </a:r>
            <a:r>
              <a:rPr sz="1550" b="1" dirty="0" smtClean="0">
                <a:solidFill>
                  <a:srgbClr val="FF0000"/>
                </a:solidFill>
                <a:latin typeface="Cambria"/>
                <a:cs typeface="Cambria"/>
              </a:rPr>
              <a:t>la</a:t>
            </a:r>
            <a:r>
              <a:rPr lang="en-US" sz="1550" b="1" dirty="0" smtClean="0">
                <a:solidFill>
                  <a:srgbClr val="FF0000"/>
                </a:solidFill>
                <a:latin typeface="Cambria"/>
                <a:cs typeface="Cambria"/>
              </a:rPr>
              <a:t>s</a:t>
            </a:r>
            <a:r>
              <a:rPr sz="1550" b="1" dirty="0" smtClean="0">
                <a:solidFill>
                  <a:srgbClr val="FF0000"/>
                </a:solidFill>
                <a:latin typeface="Cambria"/>
                <a:cs typeface="Cambria"/>
              </a:rPr>
              <a:t>t</a:t>
            </a:r>
            <a:r>
              <a:rPr sz="1550" b="1" spc="25" dirty="0" smtClean="0">
                <a:solidFill>
                  <a:srgbClr val="FF0000"/>
                </a:solidFill>
                <a:latin typeface="Cambria"/>
                <a:cs typeface="Cambria"/>
              </a:rPr>
              <a:t> </a:t>
            </a:r>
            <a:r>
              <a:rPr sz="1550" b="1" spc="-30" dirty="0">
                <a:solidFill>
                  <a:srgbClr val="FF0000"/>
                </a:solidFill>
                <a:latin typeface="Cambria"/>
                <a:cs typeface="Cambria"/>
              </a:rPr>
              <a:t>system</a:t>
            </a:r>
            <a:r>
              <a:rPr sz="1550" b="1" dirty="0">
                <a:solidFill>
                  <a:srgbClr val="FF0000"/>
                </a:solidFill>
                <a:latin typeface="Cambria"/>
                <a:cs typeface="Cambria"/>
              </a:rPr>
              <a:t> </a:t>
            </a:r>
            <a:r>
              <a:rPr sz="1550" b="1" spc="-65" dirty="0" smtClean="0">
                <a:solidFill>
                  <a:srgbClr val="FF0000"/>
                </a:solidFill>
                <a:latin typeface="Cambria"/>
                <a:cs typeface="Cambria"/>
              </a:rPr>
              <a:t>reboot</a:t>
            </a:r>
            <a:r>
              <a:rPr lang="en-US" sz="1550" b="1" spc="-65" dirty="0" smtClean="0">
                <a:solidFill>
                  <a:srgbClr val="FF0000"/>
                </a:solidFill>
                <a:latin typeface="Cambria"/>
                <a:cs typeface="Cambria"/>
              </a:rPr>
              <a:t> </a:t>
            </a:r>
            <a:r>
              <a:rPr sz="1550" b="1" spc="-65" dirty="0" smtClean="0">
                <a:solidFill>
                  <a:srgbClr val="FF0000"/>
                </a:solidFill>
                <a:latin typeface="Cambria"/>
                <a:cs typeface="Cambria"/>
              </a:rPr>
              <a:t>dat</a:t>
            </a:r>
            <a:r>
              <a:rPr lang="en-US" sz="1550" b="1" spc="-65" dirty="0" smtClean="0">
                <a:solidFill>
                  <a:srgbClr val="FF0000"/>
                </a:solidFill>
                <a:latin typeface="Cambria"/>
                <a:cs typeface="Cambria"/>
              </a:rPr>
              <a:t>e</a:t>
            </a:r>
            <a:r>
              <a:rPr sz="1550" b="1" spc="60" dirty="0" smtClean="0">
                <a:solidFill>
                  <a:srgbClr val="FF0000"/>
                </a:solidFill>
                <a:latin typeface="Cambria"/>
                <a:cs typeface="Cambria"/>
              </a:rPr>
              <a:t> </a:t>
            </a:r>
            <a:r>
              <a:rPr sz="1550" b="1" spc="-30" dirty="0">
                <a:solidFill>
                  <a:srgbClr val="FF0000"/>
                </a:solidFill>
                <a:latin typeface="Cambria"/>
                <a:cs typeface="Cambria"/>
              </a:rPr>
              <a:t>and</a:t>
            </a:r>
            <a:r>
              <a:rPr sz="1550" b="1" spc="20" dirty="0">
                <a:solidFill>
                  <a:srgbClr val="FF0000"/>
                </a:solidFill>
                <a:latin typeface="Cambria"/>
                <a:cs typeface="Cambria"/>
              </a:rPr>
              <a:t> </a:t>
            </a:r>
            <a:r>
              <a:rPr sz="1550" b="1" spc="-10" dirty="0">
                <a:solidFill>
                  <a:srgbClr val="FF0000"/>
                </a:solidFill>
                <a:latin typeface="Cambria"/>
                <a:cs typeface="Cambria"/>
              </a:rPr>
              <a:t>time.</a:t>
            </a:r>
            <a:endParaRPr sz="1550" b="1" dirty="0">
              <a:solidFill>
                <a:srgbClr val="FF0000"/>
              </a:solidFill>
              <a:latin typeface="Cambria"/>
              <a:cs typeface="Cambria"/>
            </a:endParaRPr>
          </a:p>
          <a:p>
            <a:pPr marL="1089025">
              <a:lnSpc>
                <a:spcPct val="100000"/>
              </a:lnSpc>
              <a:spcBef>
                <a:spcPts val="965"/>
              </a:spcBef>
            </a:pPr>
            <a:r>
              <a:rPr sz="1650" b="1" dirty="0">
                <a:solidFill>
                  <a:srgbClr val="FF0000"/>
                </a:solidFill>
                <a:latin typeface="Cambria"/>
                <a:cs typeface="Cambria"/>
              </a:rPr>
              <a:t>-r</a:t>
            </a:r>
            <a:r>
              <a:rPr sz="1650" b="1" spc="-20" dirty="0">
                <a:solidFill>
                  <a:srgbClr val="FF0000"/>
                </a:solidFill>
                <a:latin typeface="Cambria"/>
                <a:cs typeface="Cambria"/>
              </a:rPr>
              <a:t> </a:t>
            </a:r>
            <a:r>
              <a:rPr sz="1650" b="1" dirty="0">
                <a:solidFill>
                  <a:srgbClr val="FF0000"/>
                </a:solidFill>
                <a:latin typeface="Cambria"/>
                <a:cs typeface="Cambria"/>
              </a:rPr>
              <a:t>:</a:t>
            </a:r>
            <a:r>
              <a:rPr sz="1650" b="1" spc="-45" dirty="0">
                <a:solidFill>
                  <a:srgbClr val="FF0000"/>
                </a:solidFill>
                <a:latin typeface="Cambria"/>
                <a:cs typeface="Cambria"/>
              </a:rPr>
              <a:t> </a:t>
            </a:r>
            <a:r>
              <a:rPr sz="1650" b="1" spc="-60" dirty="0">
                <a:solidFill>
                  <a:srgbClr val="FF0000"/>
                </a:solidFill>
                <a:latin typeface="Cambria"/>
                <a:cs typeface="Cambria"/>
              </a:rPr>
              <a:t>Shows</a:t>
            </a:r>
            <a:r>
              <a:rPr sz="1650" b="1" spc="85" dirty="0">
                <a:solidFill>
                  <a:srgbClr val="FF0000"/>
                </a:solidFill>
                <a:latin typeface="Cambria"/>
                <a:cs typeface="Cambria"/>
              </a:rPr>
              <a:t> </a:t>
            </a:r>
            <a:r>
              <a:rPr sz="1650" b="1" spc="-135" dirty="0">
                <a:solidFill>
                  <a:srgbClr val="FF0000"/>
                </a:solidFill>
                <a:latin typeface="Cambria"/>
                <a:cs typeface="Cambria"/>
              </a:rPr>
              <a:t>current</a:t>
            </a:r>
            <a:r>
              <a:rPr sz="1650" b="1" spc="114" dirty="0">
                <a:solidFill>
                  <a:srgbClr val="FF0000"/>
                </a:solidFill>
                <a:latin typeface="Cambria"/>
                <a:cs typeface="Cambria"/>
              </a:rPr>
              <a:t> </a:t>
            </a:r>
            <a:r>
              <a:rPr sz="1650" b="1" spc="-10" dirty="0">
                <a:solidFill>
                  <a:srgbClr val="FF0000"/>
                </a:solidFill>
                <a:latin typeface="Cambria"/>
                <a:cs typeface="Cambria"/>
              </a:rPr>
              <a:t>runlet.</a:t>
            </a:r>
            <a:endParaRPr sz="1650" b="1" dirty="0">
              <a:solidFill>
                <a:srgbClr val="FF0000"/>
              </a:solidFill>
              <a:latin typeface="Cambria"/>
              <a:cs typeface="Cambria"/>
            </a:endParaRPr>
          </a:p>
          <a:p>
            <a:pPr marL="1089025">
              <a:lnSpc>
                <a:spcPct val="100000"/>
              </a:lnSpc>
              <a:spcBef>
                <a:spcPts val="969"/>
              </a:spcBef>
              <a:tabLst>
                <a:tab pos="1140460" algn="l"/>
              </a:tabLst>
            </a:pPr>
            <a:r>
              <a:rPr sz="1550" b="1" spc="-75" dirty="0" smtClean="0">
                <a:solidFill>
                  <a:srgbClr val="FF0000"/>
                </a:solidFill>
                <a:latin typeface="Cambria"/>
                <a:cs typeface="Cambria"/>
              </a:rPr>
              <a:t>-</a:t>
            </a:r>
            <a:r>
              <a:rPr lang="en-US" sz="1550" b="1" dirty="0" smtClean="0">
                <a:solidFill>
                  <a:srgbClr val="FF0000"/>
                </a:solidFill>
                <a:latin typeface="Cambria"/>
                <a:cs typeface="Cambria"/>
              </a:rPr>
              <a:t>a</a:t>
            </a:r>
            <a:r>
              <a:rPr sz="1550" b="1" dirty="0" smtClean="0">
                <a:solidFill>
                  <a:srgbClr val="FF0000"/>
                </a:solidFill>
                <a:latin typeface="Cambria"/>
                <a:cs typeface="Cambria"/>
              </a:rPr>
              <a:t>,</a:t>
            </a:r>
            <a:r>
              <a:rPr sz="1550" b="1" spc="265" dirty="0" smtClean="0">
                <a:solidFill>
                  <a:srgbClr val="FF0000"/>
                </a:solidFill>
                <a:latin typeface="Cambria"/>
                <a:cs typeface="Cambria"/>
              </a:rPr>
              <a:t> </a:t>
            </a:r>
            <a:r>
              <a:rPr lang="en-US" sz="1550" b="1" spc="265" dirty="0" smtClean="0">
                <a:solidFill>
                  <a:srgbClr val="FF0000"/>
                </a:solidFill>
                <a:latin typeface="Cambria"/>
                <a:cs typeface="Cambria"/>
              </a:rPr>
              <a:t>-</a:t>
            </a:r>
            <a:r>
              <a:rPr sz="1550" b="1" spc="-25" dirty="0" smtClean="0">
                <a:solidFill>
                  <a:srgbClr val="FF0000"/>
                </a:solidFill>
                <a:latin typeface="Cambria"/>
                <a:cs typeface="Cambria"/>
              </a:rPr>
              <a:t>all</a:t>
            </a:r>
            <a:r>
              <a:rPr sz="1550" b="1" dirty="0" smtClean="0">
                <a:solidFill>
                  <a:srgbClr val="FF0000"/>
                </a:solidFill>
                <a:latin typeface="Cambria"/>
                <a:cs typeface="Cambria"/>
              </a:rPr>
              <a:t>:</a:t>
            </a:r>
            <a:r>
              <a:rPr sz="1550" b="1" spc="50" dirty="0" smtClean="0">
                <a:solidFill>
                  <a:srgbClr val="FF0000"/>
                </a:solidFill>
                <a:latin typeface="Cambria"/>
                <a:cs typeface="Cambria"/>
              </a:rPr>
              <a:t> </a:t>
            </a:r>
            <a:r>
              <a:rPr sz="1550" b="1" spc="-10" dirty="0">
                <a:solidFill>
                  <a:srgbClr val="FF0000"/>
                </a:solidFill>
                <a:latin typeface="Cambria"/>
                <a:cs typeface="Cambria"/>
              </a:rPr>
              <a:t>Displays</a:t>
            </a:r>
            <a:r>
              <a:rPr sz="1550" b="1" spc="65" dirty="0">
                <a:solidFill>
                  <a:srgbClr val="FF0000"/>
                </a:solidFill>
                <a:latin typeface="Cambria"/>
                <a:cs typeface="Cambria"/>
              </a:rPr>
              <a:t> </a:t>
            </a:r>
            <a:r>
              <a:rPr sz="1550" b="1" dirty="0">
                <a:solidFill>
                  <a:srgbClr val="FF0000"/>
                </a:solidFill>
                <a:latin typeface="Cambria"/>
                <a:cs typeface="Cambria"/>
              </a:rPr>
              <a:t>all</a:t>
            </a:r>
            <a:r>
              <a:rPr sz="1550" b="1" spc="55" dirty="0">
                <a:solidFill>
                  <a:srgbClr val="FF0000"/>
                </a:solidFill>
                <a:latin typeface="Cambria"/>
                <a:cs typeface="Cambria"/>
              </a:rPr>
              <a:t> </a:t>
            </a:r>
            <a:r>
              <a:rPr sz="1550" b="1" spc="-50" dirty="0">
                <a:solidFill>
                  <a:srgbClr val="FF0000"/>
                </a:solidFill>
                <a:latin typeface="Cambria"/>
                <a:cs typeface="Cambria"/>
              </a:rPr>
              <a:t>information</a:t>
            </a:r>
            <a:r>
              <a:rPr sz="1550" b="1" spc="175" dirty="0">
                <a:solidFill>
                  <a:srgbClr val="FF0000"/>
                </a:solidFill>
                <a:latin typeface="Cambria"/>
                <a:cs typeface="Cambria"/>
              </a:rPr>
              <a:t> </a:t>
            </a:r>
            <a:r>
              <a:rPr sz="1550" b="1" spc="-20" dirty="0">
                <a:solidFill>
                  <a:srgbClr val="FF0000"/>
                </a:solidFill>
                <a:latin typeface="Cambria"/>
                <a:cs typeface="Cambria"/>
              </a:rPr>
              <a:t>in</a:t>
            </a:r>
            <a:r>
              <a:rPr sz="1550" b="1" spc="-5" dirty="0">
                <a:solidFill>
                  <a:srgbClr val="FF0000"/>
                </a:solidFill>
                <a:latin typeface="Cambria"/>
                <a:cs typeface="Cambria"/>
              </a:rPr>
              <a:t> </a:t>
            </a:r>
            <a:r>
              <a:rPr sz="1550" b="1" spc="-10" dirty="0">
                <a:solidFill>
                  <a:srgbClr val="FF0000"/>
                </a:solidFill>
                <a:latin typeface="Cambria"/>
                <a:cs typeface="Cambria"/>
              </a:rPr>
              <a:t>cumulatively.</a:t>
            </a:r>
            <a:endParaRPr sz="1550" b="1" dirty="0">
              <a:solidFill>
                <a:srgbClr val="FF0000"/>
              </a:solidFill>
              <a:latin typeface="Cambria"/>
              <a:cs typeface="Cambria"/>
            </a:endParaRPr>
          </a:p>
          <a:p>
            <a:pPr marL="349250" indent="-174625">
              <a:lnSpc>
                <a:spcPct val="100000"/>
              </a:lnSpc>
              <a:spcBef>
                <a:spcPts val="1090"/>
              </a:spcBef>
              <a:buFont typeface="Arial" panose="020B0604020202020204" pitchFamily="34" charset="0"/>
              <a:buChar char="•"/>
              <a:tabLst>
                <a:tab pos="349250" algn="l"/>
                <a:tab pos="739775" algn="l"/>
              </a:tabLst>
            </a:pPr>
            <a:r>
              <a:rPr lang="en-US" sz="1450" dirty="0" smtClean="0">
                <a:solidFill>
                  <a:srgbClr val="BA1C16"/>
                </a:solidFill>
                <a:latin typeface="Cambria"/>
                <a:cs typeface="Cambria"/>
              </a:rPr>
              <a:t> </a:t>
            </a:r>
            <a:r>
              <a:rPr sz="1550" b="1" spc="-25" dirty="0" smtClean="0">
                <a:solidFill>
                  <a:srgbClr val="FF0000"/>
                </a:solidFill>
                <a:latin typeface="Cambria"/>
                <a:cs typeface="Cambria"/>
              </a:rPr>
              <a:t>mv</a:t>
            </a:r>
            <a:r>
              <a:rPr sz="1450" dirty="0">
                <a:solidFill>
                  <a:srgbClr val="A5383B"/>
                </a:solidFill>
                <a:latin typeface="Cambria"/>
                <a:cs typeface="Cambria"/>
              </a:rPr>
              <a:t>	</a:t>
            </a:r>
            <a:r>
              <a:rPr lang="en-US" sz="1450" spc="-10" dirty="0" smtClean="0">
                <a:latin typeface="Cambria"/>
                <a:cs typeface="Cambria"/>
              </a:rPr>
              <a:t>U</a:t>
            </a:r>
            <a:r>
              <a:rPr sz="1450" spc="-10" dirty="0" smtClean="0">
                <a:latin typeface="Cambria"/>
                <a:cs typeface="Cambria"/>
              </a:rPr>
              <a:t>sed</a:t>
            </a:r>
            <a:r>
              <a:rPr sz="1450" spc="55" dirty="0" smtClean="0">
                <a:latin typeface="Cambria"/>
                <a:cs typeface="Cambria"/>
              </a:rPr>
              <a:t> </a:t>
            </a:r>
            <a:r>
              <a:rPr sz="1450" dirty="0">
                <a:latin typeface="Cambria"/>
                <a:cs typeface="Cambria"/>
              </a:rPr>
              <a:t>to</a:t>
            </a:r>
            <a:r>
              <a:rPr sz="1450" spc="-40" dirty="0">
                <a:latin typeface="Cambria"/>
                <a:cs typeface="Cambria"/>
              </a:rPr>
              <a:t> </a:t>
            </a:r>
            <a:r>
              <a:rPr sz="1450" spc="-30" dirty="0">
                <a:latin typeface="Cambria"/>
                <a:cs typeface="Cambria"/>
              </a:rPr>
              <a:t>rename</a:t>
            </a:r>
            <a:r>
              <a:rPr sz="1450" spc="145" dirty="0">
                <a:latin typeface="Cambria"/>
                <a:cs typeface="Cambria"/>
              </a:rPr>
              <a:t> </a:t>
            </a:r>
            <a:r>
              <a:rPr sz="1450" dirty="0">
                <a:latin typeface="Cambria"/>
                <a:cs typeface="Cambria"/>
              </a:rPr>
              <a:t>file</a:t>
            </a:r>
            <a:r>
              <a:rPr sz="1450" spc="-20" dirty="0">
                <a:latin typeface="Cambria"/>
                <a:cs typeface="Cambria"/>
              </a:rPr>
              <a:t> </a:t>
            </a:r>
            <a:r>
              <a:rPr sz="1450" dirty="0">
                <a:latin typeface="Cambria"/>
                <a:cs typeface="Cambria"/>
              </a:rPr>
              <a:t>or</a:t>
            </a:r>
            <a:r>
              <a:rPr sz="1450" spc="20" dirty="0">
                <a:latin typeface="Cambria"/>
                <a:cs typeface="Cambria"/>
              </a:rPr>
              <a:t> </a:t>
            </a:r>
            <a:r>
              <a:rPr sz="1450" spc="-10" dirty="0">
                <a:solidFill>
                  <a:srgbClr val="080808"/>
                </a:solidFill>
                <a:latin typeface="Cambria"/>
                <a:cs typeface="Cambria"/>
              </a:rPr>
              <a:t>folder</a:t>
            </a:r>
            <a:endParaRPr sz="1450" dirty="0">
              <a:latin typeface="Cambria"/>
              <a:cs typeface="Cambria"/>
            </a:endParaRPr>
          </a:p>
          <a:p>
            <a:pPr marL="685800" indent="120650">
              <a:lnSpc>
                <a:spcPct val="100000"/>
              </a:lnSpc>
              <a:spcBef>
                <a:spcPts val="1110"/>
              </a:spcBef>
              <a:buFont typeface="Arial" panose="020B0604020202020204" pitchFamily="34" charset="0"/>
              <a:buChar char="•"/>
            </a:pPr>
            <a:r>
              <a:rPr sz="1450" b="1" dirty="0" smtClean="0">
                <a:latin typeface="Cambria"/>
                <a:cs typeface="Cambria"/>
              </a:rPr>
              <a:t>Example</a:t>
            </a:r>
            <a:r>
              <a:rPr sz="1450" dirty="0">
                <a:latin typeface="Cambria"/>
                <a:cs typeface="Cambria"/>
              </a:rPr>
              <a:t>:</a:t>
            </a:r>
            <a:r>
              <a:rPr sz="1450" spc="85" dirty="0">
                <a:latin typeface="Cambria"/>
                <a:cs typeface="Cambria"/>
              </a:rPr>
              <a:t> </a:t>
            </a:r>
            <a:r>
              <a:rPr sz="1450" b="1" dirty="0" smtClean="0">
                <a:solidFill>
                  <a:srgbClr val="FF0000"/>
                </a:solidFill>
                <a:latin typeface="Cambria"/>
                <a:cs typeface="Cambria"/>
              </a:rPr>
              <a:t>mv</a:t>
            </a:r>
            <a:r>
              <a:rPr lang="en-US" sz="1450" spc="35" dirty="0">
                <a:latin typeface="Cambria"/>
                <a:cs typeface="Cambria"/>
              </a:rPr>
              <a:t> </a:t>
            </a:r>
            <a:r>
              <a:rPr lang="en-US" sz="1450" spc="35" dirty="0" smtClean="0">
                <a:solidFill>
                  <a:srgbClr val="FF0000"/>
                </a:solidFill>
                <a:latin typeface="Cambria"/>
                <a:cs typeface="Cambria"/>
              </a:rPr>
              <a:t>old</a:t>
            </a:r>
            <a:r>
              <a:rPr sz="1450" spc="120" dirty="0" smtClean="0">
                <a:solidFill>
                  <a:srgbClr val="FF0000"/>
                </a:solidFill>
                <a:latin typeface="Cambria"/>
                <a:cs typeface="Cambria"/>
              </a:rPr>
              <a:t> </a:t>
            </a:r>
            <a:r>
              <a:rPr sz="1450" spc="-20" dirty="0">
                <a:solidFill>
                  <a:srgbClr val="FF0000"/>
                </a:solidFill>
                <a:latin typeface="Cambria"/>
                <a:cs typeface="Cambria"/>
              </a:rPr>
              <a:t>new</a:t>
            </a:r>
            <a:r>
              <a:rPr sz="1450" spc="70" dirty="0">
                <a:solidFill>
                  <a:srgbClr val="FF0000"/>
                </a:solidFill>
                <a:latin typeface="Cambria"/>
                <a:cs typeface="Cambria"/>
              </a:rPr>
              <a:t> </a:t>
            </a:r>
            <a:r>
              <a:rPr sz="1450" dirty="0">
                <a:latin typeface="Cambria"/>
                <a:cs typeface="Cambria"/>
              </a:rPr>
              <a:t>(to</a:t>
            </a:r>
            <a:r>
              <a:rPr sz="1450" spc="55" dirty="0">
                <a:latin typeface="Cambria"/>
                <a:cs typeface="Cambria"/>
              </a:rPr>
              <a:t> </a:t>
            </a:r>
            <a:r>
              <a:rPr lang="en-US" sz="1450" dirty="0">
                <a:latin typeface="Cambria"/>
                <a:cs typeface="Cambria"/>
              </a:rPr>
              <a:t>rename</a:t>
            </a:r>
            <a:r>
              <a:rPr sz="1450" spc="80" dirty="0" smtClean="0">
                <a:latin typeface="Cambria"/>
                <a:cs typeface="Cambria"/>
              </a:rPr>
              <a:t> </a:t>
            </a:r>
            <a:r>
              <a:rPr sz="1450" dirty="0">
                <a:latin typeface="Cambria"/>
                <a:cs typeface="Cambria"/>
              </a:rPr>
              <a:t>folder</a:t>
            </a:r>
            <a:r>
              <a:rPr sz="1450" spc="-5" dirty="0">
                <a:latin typeface="Cambria"/>
                <a:cs typeface="Cambria"/>
              </a:rPr>
              <a:t> </a:t>
            </a:r>
            <a:r>
              <a:rPr lang="en-US" sz="1450" spc="-45" dirty="0" smtClean="0">
                <a:solidFill>
                  <a:srgbClr val="FF0000"/>
                </a:solidFill>
                <a:latin typeface="Cambria"/>
                <a:cs typeface="Cambria"/>
              </a:rPr>
              <a:t>old</a:t>
            </a:r>
            <a:r>
              <a:rPr lang="en-US" sz="1450" spc="-45" dirty="0" smtClean="0">
                <a:latin typeface="Cambria"/>
                <a:cs typeface="Cambria"/>
              </a:rPr>
              <a:t> </a:t>
            </a:r>
            <a:r>
              <a:rPr sz="1450" dirty="0" smtClean="0">
                <a:latin typeface="Cambria"/>
                <a:cs typeface="Cambria"/>
              </a:rPr>
              <a:t>to</a:t>
            </a:r>
            <a:r>
              <a:rPr sz="1450" spc="-35" dirty="0" smtClean="0">
                <a:latin typeface="Cambria"/>
                <a:cs typeface="Cambria"/>
              </a:rPr>
              <a:t> </a:t>
            </a:r>
            <a:r>
              <a:rPr sz="1450" spc="-20" dirty="0">
                <a:solidFill>
                  <a:srgbClr val="FF0000"/>
                </a:solidFill>
                <a:latin typeface="Cambria"/>
                <a:cs typeface="Cambria"/>
              </a:rPr>
              <a:t>new</a:t>
            </a:r>
            <a:r>
              <a:rPr sz="1450" spc="-20" dirty="0">
                <a:solidFill>
                  <a:srgbClr val="934B3F"/>
                </a:solidFill>
                <a:latin typeface="Cambria"/>
                <a:cs typeface="Cambria"/>
              </a:rPr>
              <a:t>)</a:t>
            </a:r>
            <a:endParaRPr sz="1450" dirty="0">
              <a:latin typeface="Cambria"/>
              <a:cs typeface="Cambria"/>
            </a:endParaRPr>
          </a:p>
        </p:txBody>
      </p:sp>
      <p:sp>
        <p:nvSpPr>
          <p:cNvPr id="6" name="object 3"/>
          <p:cNvSpPr txBox="1">
            <a:spLocks/>
          </p:cNvSpPr>
          <p:nvPr/>
        </p:nvSpPr>
        <p:spPr>
          <a:xfrm>
            <a:off x="126533" y="201612"/>
            <a:ext cx="5869304" cy="320601"/>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000" b="1" spc="-10" dirty="0" smtClean="0">
                <a:solidFill>
                  <a:srgbClr val="FF0000"/>
                </a:solidFill>
              </a:rPr>
              <a:t>Linux </a:t>
            </a:r>
            <a:r>
              <a:rPr lang="en-US" sz="2000" b="1" dirty="0" smtClean="0">
                <a:solidFill>
                  <a:srgbClr val="FF0000"/>
                </a:solidFill>
              </a:rPr>
              <a:t>Commands</a:t>
            </a:r>
            <a:r>
              <a:rPr lang="en-US" sz="2000" b="1" spc="50" dirty="0" smtClean="0">
                <a:solidFill>
                  <a:srgbClr val="FF0000"/>
                </a:solidFill>
              </a:rPr>
              <a:t> </a:t>
            </a:r>
            <a:r>
              <a:rPr lang="en-US" sz="2000" b="1" dirty="0" smtClean="0">
                <a:solidFill>
                  <a:srgbClr val="FF0000"/>
                </a:solidFill>
              </a:rPr>
              <a:t>for</a:t>
            </a:r>
            <a:r>
              <a:rPr lang="en-US" sz="2000" b="1" spc="-65" dirty="0" smtClean="0">
                <a:solidFill>
                  <a:srgbClr val="FF0000"/>
                </a:solidFill>
              </a:rPr>
              <a:t> </a:t>
            </a:r>
            <a:r>
              <a:rPr lang="en-US" sz="2000" b="1" spc="-55" dirty="0" smtClean="0">
                <a:solidFill>
                  <a:srgbClr val="FF0000"/>
                </a:solidFill>
              </a:rPr>
              <a:t>System</a:t>
            </a:r>
            <a:r>
              <a:rPr lang="en-US" sz="2000" b="1" spc="-40" dirty="0" smtClean="0">
                <a:solidFill>
                  <a:srgbClr val="FF0000"/>
                </a:solidFill>
              </a:rPr>
              <a:t> </a:t>
            </a:r>
            <a:r>
              <a:rPr lang="en-US" sz="2000" b="1" spc="-10" dirty="0" smtClean="0">
                <a:solidFill>
                  <a:srgbClr val="FF0000"/>
                </a:solidFill>
              </a:rPr>
              <a:t>Administrators ...</a:t>
            </a:r>
            <a:endParaRPr lang="en-US" sz="2000" b="1" dirty="0">
              <a:solidFill>
                <a:srgbClr val="FF0000"/>
              </a:solidFill>
            </a:endParaRPr>
          </a:p>
        </p:txBody>
      </p:sp>
      <p:sp>
        <p:nvSpPr>
          <p:cNvPr id="16" name="Date Placeholder 15"/>
          <p:cNvSpPr>
            <a:spLocks noGrp="1"/>
          </p:cNvSpPr>
          <p:nvPr>
            <p:ph type="dt" sz="half" idx="6"/>
          </p:nvPr>
        </p:nvSpPr>
        <p:spPr/>
        <p:txBody>
          <a:bodyPr/>
          <a:lstStyle/>
          <a:p>
            <a:fld id="{3A9148BE-5E31-4A5B-ADA2-B8ED4D4F0A88}" type="datetime1">
              <a:rPr lang="en-US" smtClean="0"/>
              <a:t>12/3/2025</a:t>
            </a:fld>
            <a:endParaRPr lang="en-US" dirty="0"/>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dirty="0"/>
          </a:p>
        </p:txBody>
      </p:sp>
      <p:sp>
        <p:nvSpPr>
          <p:cNvPr id="18" name="Slide Number Placeholder 17"/>
          <p:cNvSpPr>
            <a:spLocks noGrp="1"/>
          </p:cNvSpPr>
          <p:nvPr>
            <p:ph type="sldNum" sz="quarter" idx="7"/>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90617" y="1065443"/>
            <a:ext cx="5905219" cy="3271408"/>
          </a:xfrm>
          <a:prstGeom prst="rect">
            <a:avLst/>
          </a:prstGeom>
        </p:spPr>
        <p:txBody>
          <a:bodyPr vert="horz" wrap="square" lIns="0" tIns="8890" rIns="0" bIns="0" rtlCol="0">
            <a:spAutoFit/>
          </a:bodyPr>
          <a:lstStyle/>
          <a:p>
            <a:pPr marL="285750" indent="-285750">
              <a:lnSpc>
                <a:spcPct val="100000"/>
              </a:lnSpc>
              <a:spcBef>
                <a:spcPts val="1175"/>
              </a:spcBef>
              <a:buFont typeface="Cambria" panose="02040503050406030204" pitchFamily="18" charset="0"/>
              <a:buChar char="•"/>
            </a:pPr>
            <a:r>
              <a:rPr lang="en-US" sz="1600" b="1" dirty="0" smtClean="0">
                <a:solidFill>
                  <a:srgbClr val="FF0000"/>
                </a:solidFill>
              </a:rPr>
              <a:t>mv</a:t>
            </a:r>
            <a:r>
              <a:rPr lang="en-US" sz="1600" dirty="0" smtClean="0">
                <a:solidFill>
                  <a:srgbClr val="262626"/>
                </a:solidFill>
              </a:rPr>
              <a:t> </a:t>
            </a:r>
            <a:r>
              <a:rPr lang="en-US" sz="1600" dirty="0" smtClean="0">
                <a:solidFill>
                  <a:schemeClr val="tx1"/>
                </a:solidFill>
              </a:rPr>
              <a:t>A</a:t>
            </a:r>
            <a:r>
              <a:rPr sz="1600" dirty="0" smtClean="0">
                <a:solidFill>
                  <a:schemeClr val="tx1"/>
                </a:solidFill>
              </a:rPr>
              <a:t>l</a:t>
            </a:r>
            <a:r>
              <a:rPr lang="en-US" sz="1600" dirty="0" smtClean="0">
                <a:solidFill>
                  <a:schemeClr val="tx1"/>
                </a:solidFill>
              </a:rPr>
              <a:t>s</a:t>
            </a:r>
            <a:r>
              <a:rPr sz="1600" dirty="0" smtClean="0">
                <a:solidFill>
                  <a:schemeClr val="tx1"/>
                </a:solidFill>
              </a:rPr>
              <a:t>o </a:t>
            </a:r>
            <a:r>
              <a:rPr sz="1600" spc="-60" dirty="0">
                <a:solidFill>
                  <a:schemeClr val="tx1"/>
                </a:solidFill>
              </a:rPr>
              <a:t>used</a:t>
            </a:r>
            <a:r>
              <a:rPr sz="1600" spc="25" dirty="0">
                <a:solidFill>
                  <a:schemeClr val="tx1"/>
                </a:solidFill>
              </a:rPr>
              <a:t> </a:t>
            </a:r>
            <a:r>
              <a:rPr sz="1600" spc="-10" dirty="0">
                <a:solidFill>
                  <a:schemeClr val="tx1"/>
                </a:solidFill>
              </a:rPr>
              <a:t>to</a:t>
            </a:r>
            <a:r>
              <a:rPr sz="1600" spc="-50" dirty="0">
                <a:solidFill>
                  <a:schemeClr val="tx1"/>
                </a:solidFill>
              </a:rPr>
              <a:t> </a:t>
            </a:r>
            <a:r>
              <a:rPr sz="1600" spc="-40" dirty="0">
                <a:solidFill>
                  <a:srgbClr val="FF0000"/>
                </a:solidFill>
              </a:rPr>
              <a:t>move</a:t>
            </a:r>
            <a:r>
              <a:rPr sz="1600" spc="-5" dirty="0">
                <a:solidFill>
                  <a:srgbClr val="FF0000"/>
                </a:solidFill>
              </a:rPr>
              <a:t> </a:t>
            </a:r>
            <a:r>
              <a:rPr sz="1600" spc="-55" dirty="0">
                <a:solidFill>
                  <a:srgbClr val="FF0000"/>
                </a:solidFill>
              </a:rPr>
              <a:t>files</a:t>
            </a:r>
            <a:r>
              <a:rPr sz="1600" spc="-30" dirty="0">
                <a:solidFill>
                  <a:srgbClr val="FF0000"/>
                </a:solidFill>
              </a:rPr>
              <a:t> </a:t>
            </a:r>
            <a:r>
              <a:rPr sz="1600" dirty="0">
                <a:solidFill>
                  <a:srgbClr val="FF0000"/>
                </a:solidFill>
              </a:rPr>
              <a:t>or </a:t>
            </a:r>
            <a:r>
              <a:rPr sz="1600" spc="-50" dirty="0" smtClean="0">
                <a:solidFill>
                  <a:srgbClr val="FF0000"/>
                </a:solidFill>
              </a:rPr>
              <a:t>f</a:t>
            </a:r>
            <a:r>
              <a:rPr lang="en-US" sz="1600" spc="-50" dirty="0">
                <a:solidFill>
                  <a:srgbClr val="FF0000"/>
                </a:solidFill>
              </a:rPr>
              <a:t>o</a:t>
            </a:r>
            <a:r>
              <a:rPr sz="1600" spc="-50" dirty="0" smtClean="0">
                <a:solidFill>
                  <a:srgbClr val="FF0000"/>
                </a:solidFill>
              </a:rPr>
              <a:t>lder</a:t>
            </a:r>
            <a:r>
              <a:rPr sz="1600" spc="20" dirty="0" smtClean="0">
                <a:solidFill>
                  <a:srgbClr val="FF0000"/>
                </a:solidFill>
              </a:rPr>
              <a:t> </a:t>
            </a:r>
            <a:r>
              <a:rPr sz="1600" spc="-30" dirty="0">
                <a:solidFill>
                  <a:schemeClr val="tx1"/>
                </a:solidFill>
              </a:rPr>
              <a:t>to</a:t>
            </a:r>
            <a:r>
              <a:rPr sz="1600" spc="-55" dirty="0">
                <a:solidFill>
                  <a:schemeClr val="tx1"/>
                </a:solidFill>
              </a:rPr>
              <a:t> </a:t>
            </a:r>
            <a:r>
              <a:rPr sz="1600" spc="-20" dirty="0" smtClean="0">
                <a:solidFill>
                  <a:schemeClr val="tx1"/>
                </a:solidFill>
              </a:rPr>
              <a:t>other</a:t>
            </a:r>
            <a:r>
              <a:rPr lang="en-US" sz="1600" spc="-20" dirty="0" smtClean="0">
                <a:solidFill>
                  <a:schemeClr val="tx1"/>
                </a:solidFill>
              </a:rPr>
              <a:t/>
            </a:r>
            <a:br>
              <a:rPr lang="en-US" sz="1600" spc="-20" dirty="0" smtClean="0">
                <a:solidFill>
                  <a:schemeClr val="tx1"/>
                </a:solidFill>
              </a:rPr>
            </a:br>
            <a:r>
              <a:rPr lang="en-US" sz="1600" spc="-20" dirty="0" smtClean="0">
                <a:solidFill>
                  <a:schemeClr val="tx1"/>
                </a:solidFill>
              </a:rPr>
              <a:t/>
            </a:r>
            <a:br>
              <a:rPr lang="en-US" sz="1600" spc="-20" dirty="0" smtClean="0">
                <a:solidFill>
                  <a:schemeClr val="tx1"/>
                </a:solidFill>
              </a:rPr>
            </a:br>
            <a:r>
              <a:rPr lang="en-US" sz="1600" spc="-20" dirty="0" smtClean="0">
                <a:solidFill>
                  <a:schemeClr val="tx1"/>
                </a:solidFill>
              </a:rPr>
              <a:t>     </a:t>
            </a:r>
            <a:r>
              <a:rPr lang="en-US" sz="1600" spc="-30" dirty="0" smtClean="0">
                <a:solidFill>
                  <a:schemeClr val="tx1"/>
                </a:solidFill>
              </a:rPr>
              <a:t>Ex</a:t>
            </a:r>
            <a:r>
              <a:rPr sz="1600" spc="-30" dirty="0" smtClean="0">
                <a:solidFill>
                  <a:schemeClr val="tx1"/>
                </a:solidFill>
              </a:rPr>
              <a:t>ampl</a:t>
            </a:r>
            <a:r>
              <a:rPr lang="en-US" sz="1600" spc="-30" dirty="0">
                <a:solidFill>
                  <a:schemeClr val="tx1"/>
                </a:solidFill>
              </a:rPr>
              <a:t>e</a:t>
            </a:r>
            <a:r>
              <a:rPr sz="1600" spc="-30" dirty="0" smtClean="0">
                <a:solidFill>
                  <a:schemeClr val="tx1"/>
                </a:solidFill>
              </a:rPr>
              <a:t>:</a:t>
            </a:r>
            <a:r>
              <a:rPr sz="1600" spc="160" dirty="0" smtClean="0">
                <a:solidFill>
                  <a:schemeClr val="tx1"/>
                </a:solidFill>
              </a:rPr>
              <a:t> </a:t>
            </a:r>
            <a:r>
              <a:rPr sz="1600" b="1" spc="-25" dirty="0">
                <a:solidFill>
                  <a:srgbClr val="000000"/>
                </a:solidFill>
              </a:rPr>
              <a:t>/</a:t>
            </a:r>
            <a:r>
              <a:rPr sz="1600" b="1" spc="-25" dirty="0" smtClean="0">
                <a:solidFill>
                  <a:srgbClr val="000000"/>
                </a:solidFill>
              </a:rPr>
              <a:t>ho</a:t>
            </a:r>
            <a:r>
              <a:rPr lang="en-US" sz="1600" b="1" spc="-25" dirty="0" smtClean="0">
                <a:solidFill>
                  <a:srgbClr val="000000"/>
                </a:solidFill>
              </a:rPr>
              <a:t>m</a:t>
            </a:r>
            <a:r>
              <a:rPr sz="1600" b="1" spc="-25" dirty="0" smtClean="0">
                <a:solidFill>
                  <a:srgbClr val="000000"/>
                </a:solidFill>
              </a:rPr>
              <a:t>e/</a:t>
            </a:r>
            <a:r>
              <a:rPr sz="1600" b="1" spc="-25" dirty="0" err="1" smtClean="0">
                <a:solidFill>
                  <a:srgbClr val="000000"/>
                </a:solidFill>
              </a:rPr>
              <a:t>ende</a:t>
            </a:r>
            <a:r>
              <a:rPr lang="en-US" sz="1600" b="1" spc="-25" dirty="0" err="1" smtClean="0">
                <a:solidFill>
                  <a:srgbClr val="000000"/>
                </a:solidFill>
              </a:rPr>
              <a:t>x</a:t>
            </a:r>
            <a:r>
              <a:rPr sz="1600" b="1" spc="-25" dirty="0" smtClean="0">
                <a:solidFill>
                  <a:srgbClr val="000000"/>
                </a:solidFill>
              </a:rPr>
              <a:t>/Desktop/old</a:t>
            </a:r>
            <a:r>
              <a:rPr lang="en-US" sz="1600" b="1" spc="-25" dirty="0" smtClean="0">
                <a:solidFill>
                  <a:srgbClr val="000000"/>
                </a:solidFill>
              </a:rPr>
              <a:t>$</a:t>
            </a:r>
            <a:r>
              <a:rPr sz="1600" b="1" spc="50" dirty="0" smtClean="0">
                <a:solidFill>
                  <a:srgbClr val="000000"/>
                </a:solidFill>
              </a:rPr>
              <a:t> </a:t>
            </a:r>
            <a:r>
              <a:rPr lang="en-US" sz="1600" b="1" dirty="0" smtClean="0">
                <a:solidFill>
                  <a:srgbClr val="FF0000"/>
                </a:solidFill>
              </a:rPr>
              <a:t>m</a:t>
            </a:r>
            <a:r>
              <a:rPr sz="1600" b="1" dirty="0" smtClean="0">
                <a:solidFill>
                  <a:srgbClr val="FF0000"/>
                </a:solidFill>
              </a:rPr>
              <a:t>v</a:t>
            </a:r>
            <a:r>
              <a:rPr sz="1600" spc="45" dirty="0" smtClean="0">
                <a:solidFill>
                  <a:srgbClr val="8A4233"/>
                </a:solidFill>
              </a:rPr>
              <a:t> </a:t>
            </a:r>
            <a:r>
              <a:rPr lang="en-US" sz="1600" spc="-10" dirty="0" smtClean="0">
                <a:solidFill>
                  <a:srgbClr val="000000"/>
                </a:solidFill>
              </a:rPr>
              <a:t>file1</a:t>
            </a:r>
            <a:r>
              <a:rPr sz="1600" spc="-10" dirty="0" smtClean="0">
                <a:solidFill>
                  <a:srgbClr val="000000"/>
                </a:solidFill>
              </a:rPr>
              <a:t>.odt</a:t>
            </a:r>
            <a:r>
              <a:rPr lang="en-US" sz="1600" spc="-10" dirty="0" smtClean="0">
                <a:solidFill>
                  <a:srgbClr val="000000"/>
                </a:solidFill>
              </a:rPr>
              <a:t/>
            </a:r>
            <a:br>
              <a:rPr lang="en-US" sz="1600" spc="-10" dirty="0" smtClean="0">
                <a:solidFill>
                  <a:srgbClr val="000000"/>
                </a:solidFill>
              </a:rPr>
            </a:br>
            <a:r>
              <a:rPr lang="en-US" sz="1600" b="1" spc="-10" dirty="0" smtClean="0">
                <a:solidFill>
                  <a:srgbClr val="000000"/>
                </a:solidFill>
              </a:rPr>
              <a:t>	    /</a:t>
            </a:r>
            <a:r>
              <a:rPr sz="1600" b="1" spc="-10" dirty="0" smtClean="0">
                <a:solidFill>
                  <a:srgbClr val="000000"/>
                </a:solidFill>
              </a:rPr>
              <a:t>home/</a:t>
            </a:r>
            <a:r>
              <a:rPr sz="1600" b="1" spc="-10" dirty="0" err="1" smtClean="0">
                <a:solidFill>
                  <a:srgbClr val="000000"/>
                </a:solidFill>
              </a:rPr>
              <a:t>endex</a:t>
            </a:r>
            <a:r>
              <a:rPr sz="1600" b="1" spc="-10" dirty="0" smtClean="0">
                <a:solidFill>
                  <a:srgbClr val="000000"/>
                </a:solidFill>
              </a:rPr>
              <a:t>/Desktop$</a:t>
            </a:r>
            <a:r>
              <a:rPr lang="en-US" sz="1600" b="1" spc="-10" dirty="0" smtClean="0">
                <a:solidFill>
                  <a:srgbClr val="000000"/>
                </a:solidFill>
              </a:rPr>
              <a:t> </a:t>
            </a:r>
            <a:r>
              <a:rPr lang="en-US" sz="1600" b="1" spc="-10" dirty="0" smtClean="0">
                <a:solidFill>
                  <a:srgbClr val="FF0000"/>
                </a:solidFill>
              </a:rPr>
              <a:t>new</a:t>
            </a:r>
            <a:r>
              <a:rPr lang="en-US" sz="1600" b="1" spc="-10" dirty="0" smtClean="0">
                <a:solidFill>
                  <a:srgbClr val="000000"/>
                </a:solidFill>
              </a:rPr>
              <a:t/>
            </a:r>
            <a:br>
              <a:rPr lang="en-US" sz="1600" b="1" spc="-10" dirty="0" smtClean="0">
                <a:solidFill>
                  <a:srgbClr val="000000"/>
                </a:solidFill>
              </a:rPr>
            </a:br>
            <a:r>
              <a:rPr lang="en-US" sz="1600" spc="-10" dirty="0" smtClean="0">
                <a:solidFill>
                  <a:schemeClr val="tx1"/>
                </a:solidFill>
              </a:rPr>
              <a:t>T</a:t>
            </a:r>
            <a:r>
              <a:rPr lang="en-US" sz="1600" spc="-105" dirty="0" smtClean="0">
                <a:solidFill>
                  <a:schemeClr val="tx1"/>
                </a:solidFill>
              </a:rPr>
              <a:t>his </a:t>
            </a:r>
            <a:r>
              <a:rPr lang="en-US" sz="1600" dirty="0" smtClean="0">
                <a:solidFill>
                  <a:schemeClr val="tx1"/>
                </a:solidFill>
              </a:rPr>
              <a:t>is</a:t>
            </a:r>
            <a:r>
              <a:rPr lang="en-US" sz="1600" spc="305" dirty="0" smtClean="0"/>
              <a:t> </a:t>
            </a:r>
            <a:r>
              <a:rPr lang="en-US" sz="1600" spc="80" dirty="0" smtClean="0">
                <a:solidFill>
                  <a:srgbClr val="FF0000"/>
                </a:solidFill>
              </a:rPr>
              <a:t>file1.odt</a:t>
            </a:r>
            <a:r>
              <a:rPr lang="en-US" sz="1600" spc="80" dirty="0" smtClean="0">
                <a:solidFill>
                  <a:srgbClr val="AC3D3D"/>
                </a:solidFill>
              </a:rPr>
              <a:t> </a:t>
            </a:r>
            <a:r>
              <a:rPr lang="en-US" sz="1600" spc="80" dirty="0" smtClean="0">
                <a:solidFill>
                  <a:schemeClr val="tx1"/>
                </a:solidFill>
              </a:rPr>
              <a:t>is </a:t>
            </a:r>
            <a:r>
              <a:rPr lang="en-US" sz="1600" spc="-30" dirty="0" smtClean="0">
                <a:solidFill>
                  <a:schemeClr val="tx1"/>
                </a:solidFill>
              </a:rPr>
              <a:t>moved</a:t>
            </a:r>
            <a:r>
              <a:rPr lang="en-US" sz="1600" spc="95" dirty="0" smtClean="0">
                <a:solidFill>
                  <a:schemeClr val="tx1"/>
                </a:solidFill>
              </a:rPr>
              <a:t> </a:t>
            </a:r>
            <a:r>
              <a:rPr lang="en-US" sz="1600" spc="-60" dirty="0">
                <a:solidFill>
                  <a:schemeClr val="tx1"/>
                </a:solidFill>
              </a:rPr>
              <a:t>from</a:t>
            </a:r>
            <a:r>
              <a:rPr lang="en-US" sz="1600" spc="5" dirty="0">
                <a:solidFill>
                  <a:schemeClr val="tx1"/>
                </a:solidFill>
              </a:rPr>
              <a:t> </a:t>
            </a:r>
            <a:r>
              <a:rPr lang="en-US" sz="1600" spc="-60" dirty="0">
                <a:solidFill>
                  <a:schemeClr val="tx1"/>
                </a:solidFill>
              </a:rPr>
              <a:t>current</a:t>
            </a:r>
            <a:r>
              <a:rPr lang="en-US" sz="1600" spc="105" dirty="0">
                <a:solidFill>
                  <a:schemeClr val="tx1"/>
                </a:solidFill>
              </a:rPr>
              <a:t> </a:t>
            </a:r>
            <a:r>
              <a:rPr lang="en-US" sz="1600" spc="-50" dirty="0">
                <a:solidFill>
                  <a:schemeClr val="tx1"/>
                </a:solidFill>
              </a:rPr>
              <a:t>folder</a:t>
            </a:r>
            <a:r>
              <a:rPr lang="en-US" sz="1600" spc="5" dirty="0">
                <a:solidFill>
                  <a:schemeClr val="tx1"/>
                </a:solidFill>
              </a:rPr>
              <a:t> </a:t>
            </a:r>
            <a:r>
              <a:rPr lang="en-US" sz="1600" dirty="0">
                <a:solidFill>
                  <a:schemeClr val="tx1"/>
                </a:solidFill>
              </a:rPr>
              <a:t>to</a:t>
            </a:r>
            <a:r>
              <a:rPr lang="en-US" sz="1600" spc="25" dirty="0">
                <a:solidFill>
                  <a:schemeClr val="tx1"/>
                </a:solidFill>
              </a:rPr>
              <a:t> </a:t>
            </a:r>
            <a:r>
              <a:rPr lang="en-US" sz="1600" spc="-55" dirty="0">
                <a:solidFill>
                  <a:schemeClr val="tx1"/>
                </a:solidFill>
              </a:rPr>
              <a:t>folder</a:t>
            </a:r>
            <a:r>
              <a:rPr lang="en-US" sz="1600" spc="30" dirty="0">
                <a:solidFill>
                  <a:schemeClr val="tx1"/>
                </a:solidFill>
              </a:rPr>
              <a:t> </a:t>
            </a:r>
            <a:r>
              <a:rPr lang="en-US" sz="1600" spc="-70" dirty="0">
                <a:solidFill>
                  <a:schemeClr val="tx1"/>
                </a:solidFill>
              </a:rPr>
              <a:t>called</a:t>
            </a:r>
            <a:r>
              <a:rPr lang="en-US" sz="1600" spc="25" dirty="0">
                <a:solidFill>
                  <a:schemeClr val="tx1"/>
                </a:solidFill>
              </a:rPr>
              <a:t> </a:t>
            </a:r>
            <a:r>
              <a:rPr lang="en-US" sz="1600" b="1" spc="-25" dirty="0" smtClean="0">
                <a:solidFill>
                  <a:srgbClr val="82281A"/>
                </a:solidFill>
              </a:rPr>
              <a:t>new</a:t>
            </a:r>
            <a:r>
              <a:rPr lang="en-US" sz="1600" spc="-25" dirty="0" smtClean="0">
                <a:solidFill>
                  <a:srgbClr val="82281A"/>
                </a:solidFill>
              </a:rPr>
              <a:t/>
            </a:r>
            <a:br>
              <a:rPr lang="en-US" sz="1600" spc="-25" dirty="0" smtClean="0">
                <a:solidFill>
                  <a:srgbClr val="82281A"/>
                </a:solidFill>
              </a:rPr>
            </a:br>
            <a:r>
              <a:rPr lang="en-US" sz="1600" spc="-25" dirty="0" smtClean="0">
                <a:solidFill>
                  <a:srgbClr val="82281A"/>
                </a:solidFill>
              </a:rPr>
              <a:t/>
            </a:r>
            <a:br>
              <a:rPr lang="en-US" sz="1600" spc="-25" dirty="0" smtClean="0">
                <a:solidFill>
                  <a:srgbClr val="82281A"/>
                </a:solidFill>
              </a:rPr>
            </a:br>
            <a:r>
              <a:rPr lang="en-US" sz="1600" b="1" dirty="0" smtClean="0">
                <a:solidFill>
                  <a:srgbClr val="FF0000"/>
                </a:solidFill>
              </a:rPr>
              <a:t>Less</a:t>
            </a:r>
            <a:r>
              <a:rPr lang="en-US" sz="1600" spc="-25" dirty="0" smtClean="0">
                <a:solidFill>
                  <a:srgbClr val="82281A"/>
                </a:solidFill>
              </a:rPr>
              <a:t> </a:t>
            </a:r>
            <a:r>
              <a:rPr lang="en-US" sz="1600" dirty="0">
                <a:solidFill>
                  <a:schemeClr val="tx1"/>
                </a:solidFill>
              </a:rPr>
              <a:t>It allows </a:t>
            </a:r>
            <a:r>
              <a:rPr lang="en-US" sz="1600" dirty="0">
                <a:solidFill>
                  <a:srgbClr val="FF0000"/>
                </a:solidFill>
              </a:rPr>
              <a:t>quickly </a:t>
            </a:r>
            <a:r>
              <a:rPr lang="en-US" sz="1600" dirty="0" smtClean="0">
                <a:solidFill>
                  <a:srgbClr val="FF0000"/>
                </a:solidFill>
              </a:rPr>
              <a:t>to view </a:t>
            </a:r>
            <a:r>
              <a:rPr lang="en-US" sz="1600" dirty="0">
                <a:solidFill>
                  <a:srgbClr val="FF0000"/>
                </a:solidFill>
              </a:rPr>
              <a:t>file</a:t>
            </a:r>
            <a:r>
              <a:rPr lang="en-US" sz="1600" dirty="0">
                <a:solidFill>
                  <a:schemeClr val="tx1"/>
                </a:solidFill>
              </a:rPr>
              <a:t>.</a:t>
            </a:r>
            <a:br>
              <a:rPr lang="en-US" sz="1600" dirty="0">
                <a:solidFill>
                  <a:schemeClr val="tx1"/>
                </a:solidFill>
              </a:rPr>
            </a:br>
            <a:r>
              <a:rPr lang="en-US" sz="1600" dirty="0" smtClean="0">
                <a:solidFill>
                  <a:schemeClr val="tx1"/>
                </a:solidFill>
              </a:rPr>
              <a:t>          Also</a:t>
            </a:r>
            <a:r>
              <a:rPr lang="en-US" sz="1600" spc="-75" dirty="0" smtClean="0">
                <a:solidFill>
                  <a:schemeClr val="tx1"/>
                </a:solidFill>
              </a:rPr>
              <a:t> </a:t>
            </a:r>
            <a:r>
              <a:rPr lang="en-US" sz="1600" spc="-10" dirty="0">
                <a:solidFill>
                  <a:schemeClr val="tx1"/>
                </a:solidFill>
              </a:rPr>
              <a:t>can</a:t>
            </a:r>
            <a:r>
              <a:rPr lang="en-US" sz="1600" spc="-65" dirty="0">
                <a:solidFill>
                  <a:schemeClr val="tx1"/>
                </a:solidFill>
              </a:rPr>
              <a:t> </a:t>
            </a:r>
            <a:r>
              <a:rPr lang="en-US" sz="1600" spc="-20" dirty="0">
                <a:solidFill>
                  <a:schemeClr val="tx1"/>
                </a:solidFill>
              </a:rPr>
              <a:t>page</a:t>
            </a:r>
            <a:r>
              <a:rPr lang="en-US" sz="1600" spc="5" dirty="0">
                <a:solidFill>
                  <a:schemeClr val="tx1"/>
                </a:solidFill>
              </a:rPr>
              <a:t> </a:t>
            </a:r>
            <a:r>
              <a:rPr lang="en-US" sz="1600" dirty="0">
                <a:solidFill>
                  <a:srgbClr val="FF0000"/>
                </a:solidFill>
              </a:rPr>
              <a:t>up</a:t>
            </a:r>
            <a:r>
              <a:rPr lang="en-US" sz="1600" spc="-45" dirty="0"/>
              <a:t> </a:t>
            </a:r>
            <a:r>
              <a:rPr lang="en-US" sz="1600" spc="-50" dirty="0">
                <a:solidFill>
                  <a:schemeClr val="tx1"/>
                </a:solidFill>
              </a:rPr>
              <a:t>and</a:t>
            </a:r>
            <a:r>
              <a:rPr lang="en-US" sz="1600" spc="-110" dirty="0">
                <a:solidFill>
                  <a:schemeClr val="tx1"/>
                </a:solidFill>
              </a:rPr>
              <a:t> </a:t>
            </a:r>
            <a:r>
              <a:rPr lang="en-US" sz="1600" dirty="0" smtClean="0">
                <a:solidFill>
                  <a:srgbClr val="FF0000"/>
                </a:solidFill>
              </a:rPr>
              <a:t>down</a:t>
            </a:r>
            <a:r>
              <a:rPr lang="en-US" sz="1600" dirty="0" smtClean="0"/>
              <a:t>.</a:t>
            </a:r>
            <a:br>
              <a:rPr lang="en-US" sz="1600" dirty="0" smtClean="0"/>
            </a:br>
            <a:r>
              <a:rPr lang="en-US" sz="1600" dirty="0" smtClean="0"/>
              <a:t>          </a:t>
            </a:r>
            <a:r>
              <a:rPr lang="en-US" sz="1600" spc="-35" dirty="0" smtClean="0">
                <a:solidFill>
                  <a:srgbClr val="080808"/>
                </a:solidFill>
              </a:rPr>
              <a:t>Press</a:t>
            </a:r>
            <a:r>
              <a:rPr lang="en-US" sz="1600" spc="30" dirty="0" smtClean="0">
                <a:solidFill>
                  <a:srgbClr val="080808"/>
                </a:solidFill>
              </a:rPr>
              <a:t> </a:t>
            </a:r>
            <a:r>
              <a:rPr lang="en-US" sz="1600" dirty="0"/>
              <a:t>‘q'</a:t>
            </a:r>
            <a:r>
              <a:rPr lang="en-US" sz="1600" spc="150" dirty="0"/>
              <a:t> </a:t>
            </a:r>
            <a:r>
              <a:rPr lang="en-US" sz="1600" spc="-30" dirty="0">
                <a:solidFill>
                  <a:schemeClr val="tx1"/>
                </a:solidFill>
              </a:rPr>
              <a:t>to</a:t>
            </a:r>
            <a:r>
              <a:rPr lang="en-US" sz="1600" spc="-85" dirty="0">
                <a:solidFill>
                  <a:schemeClr val="tx1"/>
                </a:solidFill>
              </a:rPr>
              <a:t> </a:t>
            </a:r>
            <a:r>
              <a:rPr lang="en-US" sz="1600" spc="-60" dirty="0" smtClean="0">
                <a:solidFill>
                  <a:schemeClr val="tx1"/>
                </a:solidFill>
              </a:rPr>
              <a:t>quit</a:t>
            </a:r>
            <a:r>
              <a:rPr lang="en-US" sz="1600" spc="114" dirty="0" smtClean="0">
                <a:solidFill>
                  <a:schemeClr val="tx1"/>
                </a:solidFill>
              </a:rPr>
              <a:t> </a:t>
            </a:r>
            <a:r>
              <a:rPr lang="en-US" sz="1600" dirty="0" smtClean="0">
                <a:solidFill>
                  <a:schemeClr val="tx1"/>
                </a:solidFill>
              </a:rPr>
              <a:t>from</a:t>
            </a:r>
            <a:r>
              <a:rPr lang="en-US" sz="1600" spc="-90" dirty="0" smtClean="0">
                <a:solidFill>
                  <a:schemeClr val="tx1"/>
                </a:solidFill>
              </a:rPr>
              <a:t> </a:t>
            </a:r>
            <a:r>
              <a:rPr lang="en-US" sz="1600" spc="-30" dirty="0">
                <a:solidFill>
                  <a:schemeClr val="tx1"/>
                </a:solidFill>
              </a:rPr>
              <a:t>less</a:t>
            </a:r>
            <a:r>
              <a:rPr lang="en-US" sz="1600" spc="5" dirty="0">
                <a:solidFill>
                  <a:schemeClr val="tx1"/>
                </a:solidFill>
              </a:rPr>
              <a:t> </a:t>
            </a:r>
            <a:r>
              <a:rPr lang="en-US" sz="1600" spc="-10" dirty="0">
                <a:solidFill>
                  <a:schemeClr val="tx1"/>
                </a:solidFill>
              </a:rPr>
              <a:t>window</a:t>
            </a:r>
            <a:r>
              <a:rPr lang="en-US" sz="1600" spc="-10" dirty="0"/>
              <a:t>.</a:t>
            </a:r>
            <a:r>
              <a:rPr lang="en-US" sz="1600" dirty="0"/>
              <a:t/>
            </a:r>
            <a:br>
              <a:rPr lang="en-US" sz="1600" dirty="0"/>
            </a:br>
            <a:r>
              <a:rPr lang="en-US" sz="1600" dirty="0" smtClean="0"/>
              <a:t/>
            </a:r>
            <a:br>
              <a:rPr lang="en-US" sz="1600" dirty="0" smtClean="0"/>
            </a:br>
            <a:r>
              <a:rPr lang="en-US" sz="1600" b="1" dirty="0" smtClean="0"/>
              <a:t>For more commands (Please, </a:t>
            </a:r>
            <a:r>
              <a:rPr lang="en-US" sz="3600" b="1" spc="-10" dirty="0" smtClean="0">
                <a:solidFill>
                  <a:srgbClr val="951F1A"/>
                </a:solidFill>
              </a:rPr>
              <a:t>read</a:t>
            </a:r>
            <a:r>
              <a:rPr lang="en-US" sz="1600" b="1" spc="-10" dirty="0">
                <a:solidFill>
                  <a:srgbClr val="951F1A"/>
                </a:solidFill>
              </a:rPr>
              <a:t>)</a:t>
            </a:r>
            <a:r>
              <a:rPr lang="en-US" sz="1600" b="1" dirty="0"/>
              <a:t/>
            </a:r>
            <a:br>
              <a:rPr lang="en-US" sz="1600" b="1" dirty="0"/>
            </a:br>
            <a:endParaRPr sz="1600" b="1" dirty="0"/>
          </a:p>
        </p:txBody>
      </p:sp>
      <p:sp>
        <p:nvSpPr>
          <p:cNvPr id="6" name="object 3"/>
          <p:cNvSpPr txBox="1">
            <a:spLocks/>
          </p:cNvSpPr>
          <p:nvPr/>
        </p:nvSpPr>
        <p:spPr>
          <a:xfrm>
            <a:off x="126533" y="201612"/>
            <a:ext cx="5869304" cy="320601"/>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000" b="1" spc="-10" dirty="0" smtClean="0">
                <a:solidFill>
                  <a:srgbClr val="FF0000"/>
                </a:solidFill>
              </a:rPr>
              <a:t>Linux </a:t>
            </a:r>
            <a:r>
              <a:rPr lang="en-US" sz="2000" b="1" dirty="0" smtClean="0">
                <a:solidFill>
                  <a:srgbClr val="FF0000"/>
                </a:solidFill>
              </a:rPr>
              <a:t>Commands</a:t>
            </a:r>
            <a:r>
              <a:rPr lang="en-US" sz="2000" b="1" spc="50" dirty="0" smtClean="0">
                <a:solidFill>
                  <a:srgbClr val="FF0000"/>
                </a:solidFill>
              </a:rPr>
              <a:t> </a:t>
            </a:r>
            <a:r>
              <a:rPr lang="en-US" sz="2000" b="1" dirty="0" smtClean="0">
                <a:solidFill>
                  <a:srgbClr val="FF0000"/>
                </a:solidFill>
              </a:rPr>
              <a:t>for</a:t>
            </a:r>
            <a:r>
              <a:rPr lang="en-US" sz="2000" b="1" spc="-65" dirty="0" smtClean="0">
                <a:solidFill>
                  <a:srgbClr val="FF0000"/>
                </a:solidFill>
              </a:rPr>
              <a:t> </a:t>
            </a:r>
            <a:r>
              <a:rPr lang="en-US" sz="2000" b="1" spc="-55" dirty="0" smtClean="0">
                <a:solidFill>
                  <a:srgbClr val="FF0000"/>
                </a:solidFill>
              </a:rPr>
              <a:t>System</a:t>
            </a:r>
            <a:r>
              <a:rPr lang="en-US" sz="2000" b="1" spc="-40" dirty="0" smtClean="0">
                <a:solidFill>
                  <a:srgbClr val="FF0000"/>
                </a:solidFill>
              </a:rPr>
              <a:t> </a:t>
            </a:r>
            <a:r>
              <a:rPr lang="en-US" sz="2000" b="1" spc="-10" dirty="0" smtClean="0">
                <a:solidFill>
                  <a:srgbClr val="FF0000"/>
                </a:solidFill>
              </a:rPr>
              <a:t>Administrators ...</a:t>
            </a:r>
            <a:endParaRPr lang="en-US" sz="2000" b="1" dirty="0">
              <a:solidFill>
                <a:srgbClr val="FF0000"/>
              </a:solidFill>
            </a:endParaRPr>
          </a:p>
        </p:txBody>
      </p:sp>
      <p:sp>
        <p:nvSpPr>
          <p:cNvPr id="16" name="Date Placeholder 15"/>
          <p:cNvSpPr>
            <a:spLocks noGrp="1"/>
          </p:cNvSpPr>
          <p:nvPr>
            <p:ph type="dt" sz="half" idx="6"/>
          </p:nvPr>
        </p:nvSpPr>
        <p:spPr/>
        <p:txBody>
          <a:bodyPr/>
          <a:lstStyle/>
          <a:p>
            <a:fld id="{1D8E82CF-16AF-4F12-B04E-A50179357E9C}"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596900" y="1362075"/>
            <a:ext cx="1524000" cy="1295226"/>
          </a:xfrm>
          <a:prstGeom prst="rect">
            <a:avLst/>
          </a:prstGeom>
        </p:spPr>
        <p:txBody>
          <a:bodyPr vert="horz" wrap="square" lIns="0" tIns="12700" rIns="0" bIns="0" rtlCol="0">
            <a:spAutoFit/>
          </a:bodyPr>
          <a:lstStyle/>
          <a:p>
            <a:pPr marL="228600" indent="-207963">
              <a:lnSpc>
                <a:spcPct val="100000"/>
              </a:lnSpc>
              <a:spcBef>
                <a:spcPts val="100"/>
              </a:spcBef>
              <a:buFont typeface="Arial" panose="020B0604020202020204" pitchFamily="34" charset="0"/>
              <a:buChar char="•"/>
            </a:pPr>
            <a:r>
              <a:rPr sz="1600" b="1" spc="-10" dirty="0" err="1" smtClean="0">
                <a:solidFill>
                  <a:srgbClr val="FF0000"/>
                </a:solidFill>
                <a:latin typeface="Cambria"/>
                <a:cs typeface="Cambria"/>
              </a:rPr>
              <a:t>Vm</a:t>
            </a:r>
            <a:r>
              <a:rPr lang="en-US" sz="1600" b="1" spc="-10" dirty="0" err="1" smtClean="0">
                <a:solidFill>
                  <a:srgbClr val="FF0000"/>
                </a:solidFill>
                <a:latin typeface="Cambria"/>
                <a:cs typeface="Cambria"/>
              </a:rPr>
              <a:t>s</a:t>
            </a:r>
            <a:r>
              <a:rPr sz="1600" b="1" spc="-10" dirty="0" err="1" smtClean="0">
                <a:solidFill>
                  <a:srgbClr val="FF0000"/>
                </a:solidFill>
                <a:latin typeface="Cambria"/>
                <a:cs typeface="Cambria"/>
              </a:rPr>
              <a:t>t</a:t>
            </a:r>
            <a:r>
              <a:rPr lang="en-US" sz="1600" b="1" spc="-10" dirty="0" err="1" smtClean="0">
                <a:solidFill>
                  <a:srgbClr val="FF0000"/>
                </a:solidFill>
                <a:latin typeface="Cambria"/>
                <a:cs typeface="Cambria"/>
              </a:rPr>
              <a:t>a</a:t>
            </a:r>
            <a:r>
              <a:rPr sz="1600" b="1" spc="-10" dirty="0" err="1" smtClean="0">
                <a:solidFill>
                  <a:srgbClr val="FF0000"/>
                </a:solidFill>
                <a:latin typeface="Cambria"/>
                <a:cs typeface="Cambria"/>
              </a:rPr>
              <a:t>t</a:t>
            </a:r>
            <a:endParaRPr lang="en-US" sz="1600" b="1" spc="-10" dirty="0" smtClean="0">
              <a:solidFill>
                <a:srgbClr val="FF0000"/>
              </a:solidFill>
              <a:latin typeface="Cambria"/>
              <a:cs typeface="Cambria"/>
            </a:endParaRPr>
          </a:p>
          <a:p>
            <a:pPr marL="228600" indent="-207963">
              <a:lnSpc>
                <a:spcPct val="100000"/>
              </a:lnSpc>
              <a:spcBef>
                <a:spcPts val="100"/>
              </a:spcBef>
              <a:buFont typeface="Arial" panose="020B0604020202020204" pitchFamily="34" charset="0"/>
              <a:buChar char="•"/>
            </a:pPr>
            <a:endParaRPr lang="en-US" sz="1600" b="1" spc="-10" dirty="0">
              <a:solidFill>
                <a:srgbClr val="FF0000"/>
              </a:solidFill>
              <a:latin typeface="Cambria"/>
              <a:cs typeface="Cambria"/>
            </a:endParaRPr>
          </a:p>
          <a:p>
            <a:pPr marL="228600" indent="-207963">
              <a:lnSpc>
                <a:spcPct val="100000"/>
              </a:lnSpc>
              <a:spcBef>
                <a:spcPts val="100"/>
              </a:spcBef>
              <a:buFont typeface="Arial" panose="020B0604020202020204" pitchFamily="34" charset="0"/>
              <a:buChar char="•"/>
            </a:pPr>
            <a:r>
              <a:rPr sz="1600" b="1" spc="-20" dirty="0" err="1" smtClean="0">
                <a:solidFill>
                  <a:srgbClr val="FF0000"/>
                </a:solidFill>
                <a:latin typeface="Cambria"/>
                <a:cs typeface="Cambria"/>
              </a:rPr>
              <a:t>Tcpdum</a:t>
            </a:r>
            <a:r>
              <a:rPr lang="en-US" sz="1600" b="1" spc="-20" dirty="0" err="1" smtClean="0">
                <a:solidFill>
                  <a:srgbClr val="FF0000"/>
                </a:solidFill>
                <a:latin typeface="Cambria"/>
                <a:cs typeface="Cambria"/>
              </a:rPr>
              <a:t>p</a:t>
            </a:r>
            <a:endParaRPr lang="en-US" sz="1600" b="1" spc="-20" dirty="0" smtClean="0">
              <a:solidFill>
                <a:srgbClr val="FF0000"/>
              </a:solidFill>
              <a:latin typeface="Cambria"/>
              <a:cs typeface="Cambria"/>
            </a:endParaRPr>
          </a:p>
          <a:p>
            <a:pPr marL="228600" indent="-207963">
              <a:lnSpc>
                <a:spcPct val="100000"/>
              </a:lnSpc>
              <a:spcBef>
                <a:spcPts val="100"/>
              </a:spcBef>
              <a:buFont typeface="Arial" panose="020B0604020202020204" pitchFamily="34" charset="0"/>
              <a:buChar char="•"/>
            </a:pPr>
            <a:endParaRPr lang="en-US" sz="1600" b="1" spc="-20" dirty="0" smtClean="0">
              <a:solidFill>
                <a:srgbClr val="FF0000"/>
              </a:solidFill>
              <a:latin typeface="Cambria"/>
              <a:cs typeface="Cambria"/>
            </a:endParaRPr>
          </a:p>
          <a:p>
            <a:pPr marL="228600" indent="-207963">
              <a:lnSpc>
                <a:spcPct val="100000"/>
              </a:lnSpc>
              <a:spcBef>
                <a:spcPts val="100"/>
              </a:spcBef>
              <a:buFont typeface="Arial" panose="020B0604020202020204" pitchFamily="34" charset="0"/>
              <a:buChar char="•"/>
            </a:pPr>
            <a:r>
              <a:rPr sz="1600" b="1" spc="-10" dirty="0" err="1" smtClean="0">
                <a:solidFill>
                  <a:srgbClr val="FF0000"/>
                </a:solidFill>
                <a:latin typeface="Cambria"/>
                <a:cs typeface="Cambria"/>
              </a:rPr>
              <a:t>Netsta</a:t>
            </a:r>
            <a:r>
              <a:rPr lang="en-US" sz="1600" b="1" spc="-10" dirty="0" err="1" smtClean="0">
                <a:solidFill>
                  <a:srgbClr val="FF0000"/>
                </a:solidFill>
                <a:latin typeface="Cambria"/>
                <a:cs typeface="Cambria"/>
              </a:rPr>
              <a:t>t</a:t>
            </a:r>
            <a:endParaRPr sz="1600" b="1" dirty="0">
              <a:solidFill>
                <a:srgbClr val="FF0000"/>
              </a:solidFill>
              <a:latin typeface="Cambria"/>
              <a:cs typeface="Cambria"/>
            </a:endParaRPr>
          </a:p>
        </p:txBody>
      </p:sp>
      <p:sp>
        <p:nvSpPr>
          <p:cNvPr id="5" name="object 5"/>
          <p:cNvSpPr txBox="1"/>
          <p:nvPr/>
        </p:nvSpPr>
        <p:spPr>
          <a:xfrm>
            <a:off x="3372479" y="1209675"/>
            <a:ext cx="1720221" cy="1996700"/>
          </a:xfrm>
          <a:prstGeom prst="rect">
            <a:avLst/>
          </a:prstGeom>
        </p:spPr>
        <p:txBody>
          <a:bodyPr vert="horz" wrap="square" lIns="0" tIns="85090" rIns="0" bIns="0" rtlCol="0">
            <a:spAutoFit/>
          </a:bodyPr>
          <a:lstStyle/>
          <a:p>
            <a:pPr marL="298450" indent="-285750">
              <a:lnSpc>
                <a:spcPct val="100000"/>
              </a:lnSpc>
              <a:spcBef>
                <a:spcPts val="670"/>
              </a:spcBef>
              <a:buFont typeface="Arial" panose="020B0604020202020204" pitchFamily="34" charset="0"/>
              <a:buChar char="•"/>
            </a:pPr>
            <a:r>
              <a:rPr lang="en-US" sz="1650" b="1" spc="-130" dirty="0" smtClean="0">
                <a:solidFill>
                  <a:srgbClr val="FF0000"/>
                </a:solidFill>
                <a:latin typeface="Cambria"/>
                <a:cs typeface="Cambria"/>
              </a:rPr>
              <a:t>Ping</a:t>
            </a:r>
          </a:p>
          <a:p>
            <a:pPr marL="298450" indent="-285750">
              <a:lnSpc>
                <a:spcPct val="100000"/>
              </a:lnSpc>
              <a:spcBef>
                <a:spcPts val="670"/>
              </a:spcBef>
              <a:buFont typeface="Arial" panose="020B0604020202020204" pitchFamily="34" charset="0"/>
              <a:buChar char="•"/>
            </a:pPr>
            <a:r>
              <a:rPr lang="en-US" sz="1650" b="1" spc="-130" dirty="0" smtClean="0">
                <a:solidFill>
                  <a:srgbClr val="FF0000"/>
                </a:solidFill>
                <a:latin typeface="Cambria"/>
                <a:cs typeface="Cambria"/>
              </a:rPr>
              <a:t>Route</a:t>
            </a:r>
          </a:p>
          <a:p>
            <a:pPr marL="298450" indent="-285750">
              <a:lnSpc>
                <a:spcPct val="100000"/>
              </a:lnSpc>
              <a:spcBef>
                <a:spcPts val="670"/>
              </a:spcBef>
              <a:buFont typeface="Arial" panose="020B0604020202020204" pitchFamily="34" charset="0"/>
              <a:buChar char="•"/>
            </a:pPr>
            <a:r>
              <a:rPr sz="1650" b="1" spc="-130" dirty="0" smtClean="0">
                <a:solidFill>
                  <a:srgbClr val="FF0000"/>
                </a:solidFill>
                <a:latin typeface="Cambria"/>
                <a:cs typeface="Cambria"/>
              </a:rPr>
              <a:t>T</a:t>
            </a:r>
            <a:r>
              <a:rPr lang="en-US" sz="1650" b="1" spc="-130" dirty="0" smtClean="0">
                <a:solidFill>
                  <a:srgbClr val="FF0000"/>
                </a:solidFill>
                <a:latin typeface="Cambria"/>
                <a:cs typeface="Cambria"/>
              </a:rPr>
              <a:t>race</a:t>
            </a:r>
            <a:r>
              <a:rPr sz="1650" b="1" spc="-130" dirty="0" smtClean="0">
                <a:solidFill>
                  <a:srgbClr val="FF0000"/>
                </a:solidFill>
                <a:latin typeface="Cambria"/>
                <a:cs typeface="Cambria"/>
              </a:rPr>
              <a:t>route</a:t>
            </a:r>
            <a:endParaRPr sz="1650" b="1" dirty="0">
              <a:solidFill>
                <a:srgbClr val="FF0000"/>
              </a:solidFill>
              <a:latin typeface="Cambria"/>
              <a:cs typeface="Cambria"/>
            </a:endParaRPr>
          </a:p>
          <a:p>
            <a:pPr marL="298450" indent="-285750">
              <a:lnSpc>
                <a:spcPct val="100000"/>
              </a:lnSpc>
              <a:spcBef>
                <a:spcPts val="570"/>
              </a:spcBef>
              <a:buFont typeface="Arial" panose="020B0604020202020204" pitchFamily="34" charset="0"/>
              <a:buChar char="•"/>
            </a:pPr>
            <a:r>
              <a:rPr lang="en-US" sz="1650" b="1" spc="-10" dirty="0" err="1" smtClean="0">
                <a:solidFill>
                  <a:srgbClr val="FF0000"/>
                </a:solidFill>
                <a:latin typeface="Cambria"/>
                <a:cs typeface="Cambria"/>
              </a:rPr>
              <a:t>I</a:t>
            </a:r>
            <a:r>
              <a:rPr sz="1650" b="1" spc="-10" dirty="0" err="1" smtClean="0">
                <a:solidFill>
                  <a:srgbClr val="FF0000"/>
                </a:solidFill>
                <a:latin typeface="Cambria"/>
                <a:cs typeface="Cambria"/>
              </a:rPr>
              <a:t>fcon</a:t>
            </a:r>
            <a:r>
              <a:rPr lang="en-US" sz="1650" b="1" spc="-10" dirty="0" err="1">
                <a:solidFill>
                  <a:srgbClr val="FF0000"/>
                </a:solidFill>
                <a:latin typeface="Cambria"/>
                <a:cs typeface="Cambria"/>
              </a:rPr>
              <a:t>f</a:t>
            </a:r>
            <a:r>
              <a:rPr sz="1650" b="1" spc="-10" dirty="0" err="1" smtClean="0">
                <a:solidFill>
                  <a:srgbClr val="FF0000"/>
                </a:solidFill>
                <a:latin typeface="Cambria"/>
                <a:cs typeface="Cambria"/>
              </a:rPr>
              <a:t>ig</a:t>
            </a:r>
            <a:endParaRPr lang="en-US" sz="1650" b="1" spc="-10" dirty="0" smtClean="0">
              <a:solidFill>
                <a:srgbClr val="FF0000"/>
              </a:solidFill>
              <a:latin typeface="Cambria"/>
              <a:cs typeface="Cambria"/>
            </a:endParaRPr>
          </a:p>
          <a:p>
            <a:pPr marL="298450" indent="-285750">
              <a:lnSpc>
                <a:spcPct val="100000"/>
              </a:lnSpc>
              <a:spcBef>
                <a:spcPts val="570"/>
              </a:spcBef>
              <a:buFont typeface="Arial" panose="020B0604020202020204" pitchFamily="34" charset="0"/>
              <a:buChar char="•"/>
            </a:pPr>
            <a:r>
              <a:rPr lang="en-US" sz="1650" b="1" spc="-10" dirty="0" err="1" smtClean="0">
                <a:solidFill>
                  <a:srgbClr val="FF0000"/>
                </a:solidFill>
                <a:latin typeface="Cambria"/>
                <a:cs typeface="Cambria"/>
              </a:rPr>
              <a:t>Nslookup</a:t>
            </a:r>
            <a:endParaRPr lang="en-US" sz="1650" b="1" spc="-10" dirty="0" smtClean="0">
              <a:solidFill>
                <a:srgbClr val="FF0000"/>
              </a:solidFill>
              <a:latin typeface="Cambria"/>
              <a:cs typeface="Cambria"/>
            </a:endParaRPr>
          </a:p>
          <a:p>
            <a:pPr marL="298450" indent="-285750">
              <a:lnSpc>
                <a:spcPct val="100000"/>
              </a:lnSpc>
              <a:spcBef>
                <a:spcPts val="570"/>
              </a:spcBef>
              <a:buFont typeface="Arial" panose="020B0604020202020204" pitchFamily="34" charset="0"/>
              <a:buChar char="•"/>
            </a:pPr>
            <a:r>
              <a:rPr sz="1500" b="1" spc="-10" dirty="0" smtClean="0">
                <a:solidFill>
                  <a:srgbClr val="FF0000"/>
                </a:solidFill>
                <a:latin typeface="Cambria"/>
                <a:cs typeface="Cambria"/>
              </a:rPr>
              <a:t>Hostname</a:t>
            </a:r>
            <a:endParaRPr sz="1500" b="1" dirty="0">
              <a:solidFill>
                <a:srgbClr val="FF0000"/>
              </a:solidFill>
              <a:latin typeface="Cambria"/>
              <a:cs typeface="Cambria"/>
            </a:endParaRPr>
          </a:p>
        </p:txBody>
      </p:sp>
      <p:sp>
        <p:nvSpPr>
          <p:cNvPr id="8" name="object 3"/>
          <p:cNvSpPr txBox="1">
            <a:spLocks/>
          </p:cNvSpPr>
          <p:nvPr/>
        </p:nvSpPr>
        <p:spPr>
          <a:xfrm>
            <a:off x="137796" y="203274"/>
            <a:ext cx="5869304" cy="320601"/>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000" b="1" spc="-10" dirty="0" smtClean="0">
                <a:solidFill>
                  <a:srgbClr val="FF0000"/>
                </a:solidFill>
              </a:rPr>
              <a:t>Linux </a:t>
            </a:r>
            <a:r>
              <a:rPr lang="en-US" sz="2000" b="1" dirty="0" smtClean="0">
                <a:solidFill>
                  <a:srgbClr val="FF0000"/>
                </a:solidFill>
              </a:rPr>
              <a:t>Commands</a:t>
            </a:r>
            <a:r>
              <a:rPr lang="en-US" sz="2000" b="1" spc="50" dirty="0" smtClean="0">
                <a:solidFill>
                  <a:srgbClr val="FF0000"/>
                </a:solidFill>
              </a:rPr>
              <a:t> and Tools </a:t>
            </a:r>
            <a:r>
              <a:rPr lang="en-US" sz="2000" b="1" dirty="0" smtClean="0">
                <a:solidFill>
                  <a:srgbClr val="FF0000"/>
                </a:solidFill>
              </a:rPr>
              <a:t>for</a:t>
            </a:r>
            <a:r>
              <a:rPr lang="en-US" sz="2000" b="1" spc="-65" dirty="0" smtClean="0">
                <a:solidFill>
                  <a:srgbClr val="FF0000"/>
                </a:solidFill>
              </a:rPr>
              <a:t> </a:t>
            </a:r>
            <a:r>
              <a:rPr lang="en-US" sz="2000" b="1" spc="-55" dirty="0" smtClean="0">
                <a:solidFill>
                  <a:srgbClr val="FF0000"/>
                </a:solidFill>
              </a:rPr>
              <a:t>System</a:t>
            </a:r>
            <a:r>
              <a:rPr lang="en-US" sz="2000" b="1" spc="-40" dirty="0" smtClean="0">
                <a:solidFill>
                  <a:srgbClr val="FF0000"/>
                </a:solidFill>
              </a:rPr>
              <a:t> </a:t>
            </a:r>
            <a:r>
              <a:rPr lang="en-US" sz="2000" b="1" spc="-10" dirty="0" smtClean="0">
                <a:solidFill>
                  <a:srgbClr val="FF0000"/>
                </a:solidFill>
              </a:rPr>
              <a:t>Administrators </a:t>
            </a:r>
            <a:endParaRPr lang="en-US" sz="2000" b="1" dirty="0">
              <a:solidFill>
                <a:srgbClr val="FF0000"/>
              </a:solidFill>
            </a:endParaRPr>
          </a:p>
        </p:txBody>
      </p:sp>
      <p:sp>
        <p:nvSpPr>
          <p:cNvPr id="9" name="object 3"/>
          <p:cNvSpPr txBox="1">
            <a:spLocks/>
          </p:cNvSpPr>
          <p:nvPr/>
        </p:nvSpPr>
        <p:spPr>
          <a:xfrm>
            <a:off x="201296" y="830781"/>
            <a:ext cx="5657139" cy="382156"/>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20955">
              <a:spcBef>
                <a:spcPts val="100"/>
              </a:spcBef>
            </a:pPr>
            <a:r>
              <a:rPr lang="en-US" sz="1600" b="1" dirty="0" smtClean="0">
                <a:solidFill>
                  <a:srgbClr val="FF0000"/>
                </a:solidFill>
                <a:latin typeface="Times New Roman"/>
                <a:cs typeface="Times New Roman"/>
              </a:rPr>
              <a:t>Some</a:t>
            </a:r>
            <a:r>
              <a:rPr lang="en-US" sz="1600" b="1" spc="-5" dirty="0" smtClean="0">
                <a:solidFill>
                  <a:srgbClr val="FF0000"/>
                </a:solidFill>
                <a:latin typeface="Times New Roman"/>
                <a:cs typeface="Times New Roman"/>
              </a:rPr>
              <a:t> </a:t>
            </a:r>
            <a:r>
              <a:rPr lang="en-US" sz="1600" b="1" dirty="0" smtClean="0">
                <a:solidFill>
                  <a:srgbClr val="FF0000"/>
                </a:solidFill>
                <a:latin typeface="Times New Roman"/>
                <a:cs typeface="Times New Roman"/>
              </a:rPr>
              <a:t>common</a:t>
            </a:r>
            <a:r>
              <a:rPr lang="en-US" sz="1600" b="1" spc="130" dirty="0" smtClean="0">
                <a:solidFill>
                  <a:srgbClr val="FF0000"/>
                </a:solidFill>
                <a:latin typeface="Times New Roman"/>
                <a:cs typeface="Times New Roman"/>
              </a:rPr>
              <a:t> </a:t>
            </a:r>
            <a:r>
              <a:rPr lang="en-US" sz="2400" b="1" dirty="0" smtClean="0">
                <a:solidFill>
                  <a:srgbClr val="FF0000"/>
                </a:solidFill>
                <a:latin typeface="Times New Roman"/>
                <a:cs typeface="Times New Roman"/>
              </a:rPr>
              <a:t>Network</a:t>
            </a:r>
            <a:r>
              <a:rPr lang="en-US" sz="1600" b="1" spc="160" dirty="0" smtClean="0">
                <a:solidFill>
                  <a:srgbClr val="FF0000"/>
                </a:solidFill>
                <a:latin typeface="Times New Roman"/>
                <a:cs typeface="Times New Roman"/>
              </a:rPr>
              <a:t> </a:t>
            </a:r>
            <a:r>
              <a:rPr lang="en-US" sz="1600" b="1" dirty="0" smtClean="0">
                <a:solidFill>
                  <a:srgbClr val="FF0000"/>
                </a:solidFill>
                <a:latin typeface="Times New Roman"/>
                <a:cs typeface="Times New Roman"/>
              </a:rPr>
              <a:t>commands</a:t>
            </a:r>
            <a:r>
              <a:rPr lang="en-US" sz="1600" b="1" spc="100" dirty="0" smtClean="0">
                <a:solidFill>
                  <a:srgbClr val="FF0000"/>
                </a:solidFill>
                <a:latin typeface="Times New Roman"/>
                <a:cs typeface="Times New Roman"/>
              </a:rPr>
              <a:t> </a:t>
            </a:r>
            <a:r>
              <a:rPr lang="en-US" sz="1600" b="1" dirty="0" smtClean="0">
                <a:solidFill>
                  <a:srgbClr val="FF0000"/>
                </a:solidFill>
                <a:latin typeface="Times New Roman"/>
                <a:cs typeface="Times New Roman"/>
              </a:rPr>
              <a:t>used</a:t>
            </a:r>
            <a:r>
              <a:rPr lang="en-US" sz="1600" b="1" spc="105" dirty="0" smtClean="0">
                <a:solidFill>
                  <a:srgbClr val="FF0000"/>
                </a:solidFill>
                <a:latin typeface="Times New Roman"/>
                <a:cs typeface="Times New Roman"/>
              </a:rPr>
              <a:t> </a:t>
            </a:r>
            <a:r>
              <a:rPr lang="en-US" sz="1600" b="1" dirty="0" smtClean="0">
                <a:solidFill>
                  <a:srgbClr val="FF0000"/>
                </a:solidFill>
                <a:latin typeface="Times New Roman"/>
                <a:cs typeface="Times New Roman"/>
              </a:rPr>
              <a:t>in</a:t>
            </a:r>
            <a:r>
              <a:rPr lang="en-US" sz="1600" b="1" spc="90" dirty="0" smtClean="0">
                <a:solidFill>
                  <a:srgbClr val="FF0000"/>
                </a:solidFill>
                <a:latin typeface="Times New Roman"/>
                <a:cs typeface="Times New Roman"/>
              </a:rPr>
              <a:t> </a:t>
            </a:r>
            <a:r>
              <a:rPr lang="en-US" sz="1600" b="1" spc="-10" dirty="0" smtClean="0">
                <a:solidFill>
                  <a:srgbClr val="FF0000"/>
                </a:solidFill>
                <a:latin typeface="Times New Roman"/>
                <a:cs typeface="Times New Roman"/>
              </a:rPr>
              <a:t>Linux</a:t>
            </a:r>
            <a:endParaRPr lang="en-US" sz="1600" dirty="0">
              <a:latin typeface="Times New Roman"/>
              <a:cs typeface="Times New Roman"/>
            </a:endParaRPr>
          </a:p>
        </p:txBody>
      </p:sp>
      <p:sp>
        <p:nvSpPr>
          <p:cNvPr id="18" name="Date Placeholder 17"/>
          <p:cNvSpPr>
            <a:spLocks noGrp="1"/>
          </p:cNvSpPr>
          <p:nvPr>
            <p:ph type="dt" sz="half" idx="6"/>
          </p:nvPr>
        </p:nvSpPr>
        <p:spPr/>
        <p:txBody>
          <a:bodyPr/>
          <a:lstStyle/>
          <a:p>
            <a:fld id="{3E4A69E7-7E5F-46D9-95CE-2312E2A2B669}" type="datetime1">
              <a:rPr lang="en-US" smtClean="0"/>
              <a:t>12/3/2025</a:t>
            </a:fld>
            <a:endParaRPr lang="en-US"/>
          </a:p>
        </p:txBody>
      </p:sp>
      <p:sp>
        <p:nvSpPr>
          <p:cNvPr id="19" name="Footer Placeholder 18"/>
          <p:cNvSpPr>
            <a:spLocks noGrp="1"/>
          </p:cNvSpPr>
          <p:nvPr>
            <p:ph type="ftr" sz="quarter" idx="5"/>
          </p:nvPr>
        </p:nvSpPr>
        <p:spPr/>
        <p:txBody>
          <a:bodyPr/>
          <a:lstStyle/>
          <a:p>
            <a:r>
              <a:rPr lang="en-US" smtClean="0"/>
              <a:t>Linux System and Network Administration                                                                       By Dr. Samuel Asferaw</a:t>
            </a:r>
            <a:endParaRPr lang="en-US"/>
          </a:p>
        </p:txBody>
      </p:sp>
      <p:sp>
        <p:nvSpPr>
          <p:cNvPr id="20" name="Slide Number Placeholder 19"/>
          <p:cNvSpPr>
            <a:spLocks noGrp="1"/>
          </p:cNvSpPr>
          <p:nvPr>
            <p:ph type="sldNum" sz="quarter" idx="7"/>
          </p:nvPr>
        </p:nvSpPr>
        <p:spPr/>
        <p:txBody>
          <a:bodyPr/>
          <a:lstStyle/>
          <a:p>
            <a:fld id="{B6F15528-21DE-4FAA-801E-634DDDAF4B2B}" type="slidenum">
              <a:rPr lang="en-US" smtClean="0"/>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137796" y="1057275"/>
            <a:ext cx="5869304" cy="1880002"/>
          </a:xfrm>
          <a:prstGeom prst="rect">
            <a:avLst/>
          </a:prstGeom>
        </p:spPr>
        <p:txBody>
          <a:bodyPr vert="horz" wrap="square" lIns="0" tIns="12700" rIns="0" bIns="0" rtlCol="0">
            <a:spAutoFit/>
          </a:bodyPr>
          <a:lstStyle/>
          <a:p>
            <a:pPr marL="120650" indent="-120650">
              <a:lnSpc>
                <a:spcPct val="100000"/>
              </a:lnSpc>
              <a:spcBef>
                <a:spcPts val="100"/>
              </a:spcBef>
              <a:buFont typeface="Arial" panose="020B0604020202020204" pitchFamily="34" charset="0"/>
              <a:buChar char="•"/>
            </a:pPr>
            <a:r>
              <a:rPr lang="en-US" sz="1600" b="1" dirty="0" err="1" smtClean="0">
                <a:solidFill>
                  <a:srgbClr val="FF0000"/>
                </a:solidFill>
                <a:latin typeface="Times New Roman"/>
                <a:cs typeface="Times New Roman"/>
              </a:rPr>
              <a:t>IoStat</a:t>
            </a:r>
            <a:r>
              <a:rPr lang="en-US" sz="1600" dirty="0" smtClean="0">
                <a:solidFill>
                  <a:schemeClr val="tx1"/>
                </a:solidFill>
                <a:latin typeface="Times New Roman"/>
                <a:cs typeface="Times New Roman"/>
              </a:rPr>
              <a:t>: </a:t>
            </a:r>
            <a:r>
              <a:rPr lang="en-US" sz="1600" b="1" dirty="0" smtClean="0">
                <a:solidFill>
                  <a:schemeClr val="tx1"/>
                </a:solidFill>
                <a:latin typeface="Times New Roman"/>
                <a:cs typeface="Times New Roman"/>
              </a:rPr>
              <a:t>Input / Output Statistics</a:t>
            </a:r>
          </a:p>
          <a:p>
            <a:pPr marL="228600" indent="-107950">
              <a:lnSpc>
                <a:spcPct val="100000"/>
              </a:lnSpc>
              <a:spcBef>
                <a:spcPts val="100"/>
              </a:spcBef>
              <a:buFont typeface="Arial" panose="020B0604020202020204" pitchFamily="34" charset="0"/>
              <a:buChar char="•"/>
            </a:pPr>
            <a:endParaRPr lang="en-US" sz="1450" dirty="0" smtClean="0">
              <a:solidFill>
                <a:srgbClr val="1A1A1A"/>
              </a:solidFill>
              <a:latin typeface="Times New Roman"/>
              <a:cs typeface="Times New Roman"/>
            </a:endParaRPr>
          </a:p>
          <a:p>
            <a:pPr marL="228600" indent="-107950">
              <a:lnSpc>
                <a:spcPct val="100000"/>
              </a:lnSpc>
              <a:spcBef>
                <a:spcPts val="100"/>
              </a:spcBef>
              <a:buFont typeface="Arial" panose="020B0604020202020204" pitchFamily="34" charset="0"/>
              <a:buChar char="•"/>
            </a:pPr>
            <a:r>
              <a:rPr lang="en-US" sz="1600" dirty="0" smtClean="0">
                <a:solidFill>
                  <a:schemeClr val="tx1"/>
                </a:solidFill>
                <a:latin typeface="Times New Roman"/>
                <a:cs typeface="Times New Roman"/>
              </a:rPr>
              <a:t>It is a </a:t>
            </a:r>
            <a:r>
              <a:rPr sz="1600" dirty="0" smtClean="0">
                <a:solidFill>
                  <a:srgbClr val="1A1A1A"/>
                </a:solidFill>
                <a:latin typeface="Times New Roman"/>
                <a:cs typeface="Times New Roman"/>
              </a:rPr>
              <a:t>tool</a:t>
            </a:r>
            <a:r>
              <a:rPr sz="1600" spc="229" dirty="0" smtClean="0">
                <a:solidFill>
                  <a:srgbClr val="1A1A1A"/>
                </a:solidFill>
                <a:latin typeface="Times New Roman"/>
                <a:cs typeface="Times New Roman"/>
              </a:rPr>
              <a:t> </a:t>
            </a:r>
            <a:r>
              <a:rPr sz="1600" dirty="0">
                <a:solidFill>
                  <a:srgbClr val="0A0A0A"/>
                </a:solidFill>
                <a:latin typeface="Times New Roman"/>
                <a:cs typeface="Times New Roman"/>
              </a:rPr>
              <a:t>used</a:t>
            </a:r>
            <a:r>
              <a:rPr sz="1600" spc="185" dirty="0">
                <a:solidFill>
                  <a:srgbClr val="0A0A0A"/>
                </a:solidFill>
                <a:latin typeface="Times New Roman"/>
                <a:cs typeface="Times New Roman"/>
              </a:rPr>
              <a:t> </a:t>
            </a:r>
            <a:r>
              <a:rPr sz="1600" dirty="0">
                <a:solidFill>
                  <a:srgbClr val="1A1A1A"/>
                </a:solidFill>
                <a:latin typeface="Times New Roman"/>
                <a:cs typeface="Times New Roman"/>
              </a:rPr>
              <a:t>to</a:t>
            </a:r>
            <a:r>
              <a:rPr sz="1600" spc="150" dirty="0">
                <a:solidFill>
                  <a:srgbClr val="1A1A1A"/>
                </a:solidFill>
                <a:latin typeface="Times New Roman"/>
                <a:cs typeface="Times New Roman"/>
              </a:rPr>
              <a:t> </a:t>
            </a:r>
            <a:r>
              <a:rPr sz="1600" dirty="0">
                <a:latin typeface="Times New Roman"/>
                <a:cs typeface="Times New Roman"/>
              </a:rPr>
              <a:t>collect</a:t>
            </a:r>
            <a:r>
              <a:rPr sz="1600" spc="170" dirty="0">
                <a:latin typeface="Times New Roman"/>
                <a:cs typeface="Times New Roman"/>
              </a:rPr>
              <a:t> </a:t>
            </a:r>
            <a:r>
              <a:rPr sz="1600" dirty="0">
                <a:latin typeface="Times New Roman"/>
                <a:cs typeface="Times New Roman"/>
              </a:rPr>
              <a:t>and</a:t>
            </a:r>
            <a:r>
              <a:rPr sz="1600" spc="110" dirty="0">
                <a:latin typeface="Times New Roman"/>
                <a:cs typeface="Times New Roman"/>
              </a:rPr>
              <a:t> </a:t>
            </a:r>
            <a:r>
              <a:rPr sz="1600" dirty="0">
                <a:solidFill>
                  <a:srgbClr val="2D2D2D"/>
                </a:solidFill>
                <a:latin typeface="Times New Roman"/>
                <a:cs typeface="Times New Roman"/>
              </a:rPr>
              <a:t>show</a:t>
            </a:r>
            <a:r>
              <a:rPr sz="1600" spc="110" dirty="0">
                <a:solidFill>
                  <a:srgbClr val="2D2D2D"/>
                </a:solidFill>
                <a:latin typeface="Times New Roman"/>
                <a:cs typeface="Times New Roman"/>
              </a:rPr>
              <a:t> </a:t>
            </a:r>
            <a:r>
              <a:rPr sz="1600" dirty="0">
                <a:latin typeface="Times New Roman"/>
                <a:cs typeface="Times New Roman"/>
              </a:rPr>
              <a:t>system</a:t>
            </a:r>
            <a:r>
              <a:rPr sz="1600" spc="185" dirty="0">
                <a:latin typeface="Times New Roman"/>
                <a:cs typeface="Times New Roman"/>
              </a:rPr>
              <a:t> </a:t>
            </a:r>
            <a:r>
              <a:rPr sz="1600" b="1" spc="100" dirty="0">
                <a:solidFill>
                  <a:srgbClr val="FF0000"/>
                </a:solidFill>
                <a:latin typeface="Times New Roman"/>
                <a:cs typeface="Times New Roman"/>
              </a:rPr>
              <a:t>input</a:t>
            </a:r>
            <a:r>
              <a:rPr sz="1600" b="1" spc="215" dirty="0">
                <a:solidFill>
                  <a:srgbClr val="FF0000"/>
                </a:solidFill>
                <a:latin typeface="Times New Roman"/>
                <a:cs typeface="Times New Roman"/>
              </a:rPr>
              <a:t> </a:t>
            </a:r>
            <a:r>
              <a:rPr sz="1600" b="1" dirty="0">
                <a:solidFill>
                  <a:srgbClr val="FF0000"/>
                </a:solidFill>
                <a:latin typeface="Times New Roman"/>
                <a:cs typeface="Times New Roman"/>
              </a:rPr>
              <a:t>and</a:t>
            </a:r>
            <a:r>
              <a:rPr sz="1600" b="1" spc="200" dirty="0">
                <a:solidFill>
                  <a:srgbClr val="FF0000"/>
                </a:solidFill>
                <a:latin typeface="Times New Roman"/>
                <a:cs typeface="Times New Roman"/>
              </a:rPr>
              <a:t> </a:t>
            </a:r>
            <a:r>
              <a:rPr sz="1600" b="1" spc="100" dirty="0">
                <a:solidFill>
                  <a:srgbClr val="FF0000"/>
                </a:solidFill>
                <a:latin typeface="Times New Roman"/>
                <a:cs typeface="Times New Roman"/>
              </a:rPr>
              <a:t>output</a:t>
            </a:r>
            <a:r>
              <a:rPr sz="1600" b="1" spc="215" dirty="0">
                <a:solidFill>
                  <a:srgbClr val="FF0000"/>
                </a:solidFill>
                <a:latin typeface="Times New Roman"/>
                <a:cs typeface="Times New Roman"/>
              </a:rPr>
              <a:t> </a:t>
            </a:r>
            <a:r>
              <a:rPr lang="en-US" sz="1600" b="1" spc="-10" dirty="0" smtClean="0">
                <a:solidFill>
                  <a:srgbClr val="FF0000"/>
                </a:solidFill>
                <a:latin typeface="Times New Roman"/>
                <a:cs typeface="Times New Roman"/>
              </a:rPr>
              <a:t>storage device statistics</a:t>
            </a:r>
            <a:endParaRPr sz="1600" b="1" dirty="0">
              <a:solidFill>
                <a:srgbClr val="FF0000"/>
              </a:solidFill>
              <a:latin typeface="Times New Roman"/>
              <a:cs typeface="Times New Roman"/>
            </a:endParaRPr>
          </a:p>
          <a:p>
            <a:pPr>
              <a:lnSpc>
                <a:spcPct val="100000"/>
              </a:lnSpc>
            </a:pPr>
            <a:endParaRPr sz="1600" dirty="0">
              <a:latin typeface="Times New Roman"/>
              <a:cs typeface="Times New Roman"/>
            </a:endParaRPr>
          </a:p>
          <a:p>
            <a:pPr marL="298450" indent="-177800">
              <a:lnSpc>
                <a:spcPct val="100000"/>
              </a:lnSpc>
              <a:buFont typeface="Arial" panose="020B0604020202020204" pitchFamily="34" charset="0"/>
              <a:buChar char="•"/>
            </a:pPr>
            <a:r>
              <a:rPr lang="en-US" sz="1600" dirty="0" smtClean="0">
                <a:solidFill>
                  <a:schemeClr val="tx1"/>
                </a:solidFill>
                <a:latin typeface="Times New Roman"/>
                <a:cs typeface="Times New Roman"/>
              </a:rPr>
              <a:t>T</a:t>
            </a:r>
            <a:r>
              <a:rPr sz="1600" dirty="0" smtClean="0">
                <a:solidFill>
                  <a:schemeClr val="tx1"/>
                </a:solidFill>
                <a:latin typeface="Times New Roman"/>
                <a:cs typeface="Times New Roman"/>
              </a:rPr>
              <a:t>his</a:t>
            </a:r>
            <a:r>
              <a:rPr sz="1600" spc="100" dirty="0" smtClean="0">
                <a:solidFill>
                  <a:schemeClr val="tx1"/>
                </a:solidFill>
                <a:latin typeface="Times New Roman"/>
                <a:cs typeface="Times New Roman"/>
              </a:rPr>
              <a:t> </a:t>
            </a:r>
            <a:r>
              <a:rPr sz="1600" dirty="0">
                <a:solidFill>
                  <a:schemeClr val="tx1"/>
                </a:solidFill>
                <a:latin typeface="Times New Roman"/>
                <a:cs typeface="Times New Roman"/>
              </a:rPr>
              <a:t>tool</a:t>
            </a:r>
            <a:r>
              <a:rPr sz="1600" spc="150" dirty="0">
                <a:solidFill>
                  <a:schemeClr val="tx1"/>
                </a:solidFill>
                <a:latin typeface="Times New Roman"/>
                <a:cs typeface="Times New Roman"/>
              </a:rPr>
              <a:t> </a:t>
            </a:r>
            <a:r>
              <a:rPr sz="1600" dirty="0">
                <a:solidFill>
                  <a:schemeClr val="tx1"/>
                </a:solidFill>
                <a:latin typeface="Times New Roman"/>
                <a:cs typeface="Times New Roman"/>
              </a:rPr>
              <a:t>is</a:t>
            </a:r>
            <a:r>
              <a:rPr sz="1600" spc="10" dirty="0">
                <a:solidFill>
                  <a:schemeClr val="tx1"/>
                </a:solidFill>
                <a:latin typeface="Times New Roman"/>
                <a:cs typeface="Times New Roman"/>
              </a:rPr>
              <a:t> </a:t>
            </a:r>
            <a:r>
              <a:rPr sz="1600" dirty="0">
                <a:solidFill>
                  <a:schemeClr val="tx1"/>
                </a:solidFill>
                <a:latin typeface="Times New Roman"/>
                <a:cs typeface="Times New Roman"/>
              </a:rPr>
              <a:t>often</a:t>
            </a:r>
            <a:r>
              <a:rPr sz="1600" spc="225" dirty="0">
                <a:solidFill>
                  <a:schemeClr val="tx1"/>
                </a:solidFill>
                <a:latin typeface="Times New Roman"/>
                <a:cs typeface="Times New Roman"/>
              </a:rPr>
              <a:t> </a:t>
            </a:r>
            <a:r>
              <a:rPr sz="1600" spc="-10" dirty="0">
                <a:solidFill>
                  <a:schemeClr val="tx1"/>
                </a:solidFill>
                <a:latin typeface="Times New Roman"/>
                <a:cs typeface="Times New Roman"/>
              </a:rPr>
              <a:t>used</a:t>
            </a:r>
            <a:r>
              <a:rPr sz="1600" spc="240" dirty="0">
                <a:solidFill>
                  <a:schemeClr val="tx1"/>
                </a:solidFill>
                <a:latin typeface="Times New Roman"/>
                <a:cs typeface="Times New Roman"/>
              </a:rPr>
              <a:t> </a:t>
            </a:r>
            <a:r>
              <a:rPr sz="1600" dirty="0">
                <a:solidFill>
                  <a:schemeClr val="tx1"/>
                </a:solidFill>
                <a:latin typeface="Times New Roman"/>
                <a:cs typeface="Times New Roman"/>
              </a:rPr>
              <a:t>to</a:t>
            </a:r>
            <a:r>
              <a:rPr sz="1600" spc="135" dirty="0">
                <a:solidFill>
                  <a:schemeClr val="tx1"/>
                </a:solidFill>
                <a:latin typeface="Times New Roman"/>
                <a:cs typeface="Times New Roman"/>
              </a:rPr>
              <a:t> </a:t>
            </a:r>
            <a:r>
              <a:rPr sz="1600" b="1" dirty="0">
                <a:solidFill>
                  <a:srgbClr val="FF0000"/>
                </a:solidFill>
                <a:latin typeface="Times New Roman"/>
                <a:cs typeface="Times New Roman"/>
              </a:rPr>
              <a:t>trace</a:t>
            </a:r>
            <a:r>
              <a:rPr sz="1600" spc="125" dirty="0">
                <a:solidFill>
                  <a:schemeClr val="tx1"/>
                </a:solidFill>
                <a:latin typeface="Times New Roman"/>
                <a:cs typeface="Times New Roman"/>
              </a:rPr>
              <a:t> </a:t>
            </a:r>
            <a:r>
              <a:rPr sz="1600" b="1" spc="65" dirty="0">
                <a:solidFill>
                  <a:srgbClr val="FF0000"/>
                </a:solidFill>
                <a:latin typeface="Times New Roman"/>
                <a:cs typeface="Times New Roman"/>
              </a:rPr>
              <a:t>storage</a:t>
            </a:r>
            <a:r>
              <a:rPr sz="1600" b="1" spc="165" dirty="0">
                <a:solidFill>
                  <a:srgbClr val="FF0000"/>
                </a:solidFill>
                <a:latin typeface="Times New Roman"/>
                <a:cs typeface="Times New Roman"/>
              </a:rPr>
              <a:t> </a:t>
            </a:r>
            <a:r>
              <a:rPr sz="1600" b="1" dirty="0">
                <a:solidFill>
                  <a:srgbClr val="FF0000"/>
                </a:solidFill>
                <a:latin typeface="Times New Roman"/>
                <a:cs typeface="Times New Roman"/>
              </a:rPr>
              <a:t>device</a:t>
            </a:r>
            <a:r>
              <a:rPr sz="1600" b="1" spc="140" dirty="0">
                <a:solidFill>
                  <a:srgbClr val="FF0000"/>
                </a:solidFill>
                <a:latin typeface="Times New Roman"/>
                <a:cs typeface="Times New Roman"/>
              </a:rPr>
              <a:t> </a:t>
            </a:r>
            <a:r>
              <a:rPr sz="1600" b="1" spc="60" dirty="0">
                <a:solidFill>
                  <a:srgbClr val="FF0000"/>
                </a:solidFill>
                <a:latin typeface="Times New Roman"/>
                <a:cs typeface="Times New Roman"/>
              </a:rPr>
              <a:t>performance</a:t>
            </a:r>
            <a:endParaRPr sz="1600" b="1" dirty="0">
              <a:solidFill>
                <a:srgbClr val="FF0000"/>
              </a:solidFill>
              <a:latin typeface="Times New Roman"/>
              <a:cs typeface="Times New Roman"/>
            </a:endParaRPr>
          </a:p>
          <a:p>
            <a:pPr marL="282575" indent="-161925">
              <a:lnSpc>
                <a:spcPct val="100000"/>
              </a:lnSpc>
              <a:spcBef>
                <a:spcPts val="1100"/>
              </a:spcBef>
              <a:buFont typeface="Arial" panose="020B0604020202020204" pitchFamily="34" charset="0"/>
              <a:buChar char="•"/>
            </a:pPr>
            <a:r>
              <a:rPr lang="en-US" sz="1600" dirty="0">
                <a:solidFill>
                  <a:schemeClr val="tx1"/>
                </a:solidFill>
                <a:latin typeface="Times New Roman"/>
                <a:cs typeface="Times New Roman"/>
              </a:rPr>
              <a:t>B</a:t>
            </a:r>
            <a:r>
              <a:rPr sz="1600" dirty="0" smtClean="0">
                <a:solidFill>
                  <a:schemeClr val="tx1"/>
                </a:solidFill>
                <a:latin typeface="Times New Roman"/>
                <a:cs typeface="Times New Roman"/>
              </a:rPr>
              <a:t>ut</a:t>
            </a:r>
            <a:r>
              <a:rPr sz="1600" spc="65" dirty="0" smtClean="0">
                <a:solidFill>
                  <a:schemeClr val="tx1"/>
                </a:solidFill>
                <a:latin typeface="Times New Roman"/>
                <a:cs typeface="Times New Roman"/>
              </a:rPr>
              <a:t> </a:t>
            </a:r>
            <a:r>
              <a:rPr sz="1600" dirty="0">
                <a:solidFill>
                  <a:schemeClr val="tx1"/>
                </a:solidFill>
                <a:latin typeface="Times New Roman"/>
                <a:cs typeface="Times New Roman"/>
              </a:rPr>
              <a:t>it</a:t>
            </a:r>
            <a:r>
              <a:rPr sz="1600" spc="110" dirty="0">
                <a:solidFill>
                  <a:schemeClr val="tx1"/>
                </a:solidFill>
                <a:latin typeface="Times New Roman"/>
                <a:cs typeface="Times New Roman"/>
              </a:rPr>
              <a:t> </a:t>
            </a:r>
            <a:r>
              <a:rPr sz="1600" dirty="0">
                <a:solidFill>
                  <a:schemeClr val="tx1"/>
                </a:solidFill>
                <a:latin typeface="Times New Roman"/>
                <a:cs typeface="Times New Roman"/>
              </a:rPr>
              <a:t>should</a:t>
            </a:r>
            <a:r>
              <a:rPr sz="1600" spc="220" dirty="0">
                <a:solidFill>
                  <a:schemeClr val="tx1"/>
                </a:solidFill>
                <a:latin typeface="Times New Roman"/>
                <a:cs typeface="Times New Roman"/>
              </a:rPr>
              <a:t> </a:t>
            </a:r>
            <a:r>
              <a:rPr sz="1600" dirty="0">
                <a:solidFill>
                  <a:schemeClr val="tx1"/>
                </a:solidFill>
                <a:latin typeface="Times New Roman"/>
                <a:cs typeface="Times New Roman"/>
              </a:rPr>
              <a:t>be</a:t>
            </a:r>
            <a:r>
              <a:rPr sz="1600" spc="105" dirty="0">
                <a:solidFill>
                  <a:schemeClr val="tx1"/>
                </a:solidFill>
                <a:latin typeface="Times New Roman"/>
                <a:cs typeface="Times New Roman"/>
              </a:rPr>
              <a:t> </a:t>
            </a:r>
            <a:r>
              <a:rPr sz="1600" b="1" spc="65" dirty="0">
                <a:solidFill>
                  <a:schemeClr val="tx1"/>
                </a:solidFill>
                <a:latin typeface="Times New Roman"/>
                <a:cs typeface="Times New Roman"/>
              </a:rPr>
              <a:t>installed</a:t>
            </a:r>
            <a:r>
              <a:rPr sz="1600" spc="265" dirty="0">
                <a:solidFill>
                  <a:schemeClr val="tx1"/>
                </a:solidFill>
                <a:latin typeface="Times New Roman"/>
                <a:cs typeface="Times New Roman"/>
              </a:rPr>
              <a:t> </a:t>
            </a:r>
            <a:r>
              <a:rPr lang="en-US" sz="1600" spc="-20" dirty="0" smtClean="0">
                <a:solidFill>
                  <a:schemeClr val="tx1"/>
                </a:solidFill>
                <a:latin typeface="Times New Roman"/>
                <a:cs typeface="Times New Roman"/>
              </a:rPr>
              <a:t>fir</a:t>
            </a:r>
            <a:r>
              <a:rPr sz="1600" spc="-20" dirty="0" smtClean="0">
                <a:solidFill>
                  <a:schemeClr val="tx1"/>
                </a:solidFill>
                <a:latin typeface="Times New Roman"/>
                <a:cs typeface="Times New Roman"/>
              </a:rPr>
              <a:t>st</a:t>
            </a:r>
            <a:r>
              <a:rPr sz="1600" spc="125" dirty="0" smtClean="0">
                <a:solidFill>
                  <a:schemeClr val="tx1"/>
                </a:solidFill>
                <a:latin typeface="Times New Roman"/>
                <a:cs typeface="Times New Roman"/>
              </a:rPr>
              <a:t> </a:t>
            </a:r>
            <a:r>
              <a:rPr sz="1600" dirty="0">
                <a:solidFill>
                  <a:schemeClr val="tx1"/>
                </a:solidFill>
                <a:latin typeface="Times New Roman"/>
                <a:cs typeface="Times New Roman"/>
              </a:rPr>
              <a:t>to</a:t>
            </a:r>
            <a:r>
              <a:rPr sz="1600" spc="245" dirty="0">
                <a:solidFill>
                  <a:schemeClr val="tx1"/>
                </a:solidFill>
                <a:latin typeface="Times New Roman"/>
                <a:cs typeface="Times New Roman"/>
              </a:rPr>
              <a:t> </a:t>
            </a:r>
            <a:r>
              <a:rPr sz="1600" dirty="0">
                <a:solidFill>
                  <a:schemeClr val="tx1"/>
                </a:solidFill>
                <a:latin typeface="Times New Roman"/>
                <a:cs typeface="Times New Roman"/>
              </a:rPr>
              <a:t>use</a:t>
            </a:r>
            <a:r>
              <a:rPr sz="1600" spc="40" dirty="0">
                <a:solidFill>
                  <a:schemeClr val="tx1"/>
                </a:solidFill>
                <a:latin typeface="Times New Roman"/>
                <a:cs typeface="Times New Roman"/>
              </a:rPr>
              <a:t> </a:t>
            </a:r>
            <a:r>
              <a:rPr sz="1600" spc="-25" dirty="0">
                <a:solidFill>
                  <a:schemeClr val="tx1"/>
                </a:solidFill>
                <a:latin typeface="Times New Roman"/>
                <a:cs typeface="Times New Roman"/>
              </a:rPr>
              <a:t>it</a:t>
            </a:r>
            <a:endParaRPr sz="1600" dirty="0">
              <a:solidFill>
                <a:schemeClr val="tx1"/>
              </a:solidFill>
              <a:latin typeface="Times New Roman"/>
              <a:cs typeface="Times New Roman"/>
            </a:endParaRPr>
          </a:p>
        </p:txBody>
      </p:sp>
      <p:sp>
        <p:nvSpPr>
          <p:cNvPr id="7" name="object 3"/>
          <p:cNvSpPr txBox="1">
            <a:spLocks/>
          </p:cNvSpPr>
          <p:nvPr/>
        </p:nvSpPr>
        <p:spPr>
          <a:xfrm>
            <a:off x="0" y="203274"/>
            <a:ext cx="6007100" cy="320601"/>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000" b="1" spc="-10" dirty="0" smtClean="0">
                <a:solidFill>
                  <a:srgbClr val="FF0000"/>
                </a:solidFill>
              </a:rPr>
              <a:t>Linux </a:t>
            </a:r>
            <a:r>
              <a:rPr lang="en-US" sz="2000" b="1" dirty="0" smtClean="0">
                <a:solidFill>
                  <a:srgbClr val="FF0000"/>
                </a:solidFill>
              </a:rPr>
              <a:t>Commands</a:t>
            </a:r>
            <a:r>
              <a:rPr lang="en-US" sz="2000" b="1" spc="50" dirty="0" smtClean="0">
                <a:solidFill>
                  <a:srgbClr val="FF0000"/>
                </a:solidFill>
              </a:rPr>
              <a:t> and Tools </a:t>
            </a:r>
            <a:r>
              <a:rPr lang="en-US" sz="2000" b="1" dirty="0" smtClean="0">
                <a:solidFill>
                  <a:srgbClr val="FF0000"/>
                </a:solidFill>
              </a:rPr>
              <a:t>for</a:t>
            </a:r>
            <a:r>
              <a:rPr lang="en-US" sz="2000" b="1" spc="-65" dirty="0" smtClean="0">
                <a:solidFill>
                  <a:srgbClr val="FF0000"/>
                </a:solidFill>
              </a:rPr>
              <a:t> </a:t>
            </a:r>
            <a:r>
              <a:rPr lang="en-US" sz="2000" b="1" spc="-55" dirty="0" smtClean="0">
                <a:solidFill>
                  <a:srgbClr val="FF0000"/>
                </a:solidFill>
              </a:rPr>
              <a:t>System</a:t>
            </a:r>
            <a:r>
              <a:rPr lang="en-US" sz="2000" b="1" spc="-40" dirty="0" smtClean="0">
                <a:solidFill>
                  <a:srgbClr val="FF0000"/>
                </a:solidFill>
              </a:rPr>
              <a:t> </a:t>
            </a:r>
            <a:r>
              <a:rPr lang="en-US" sz="2000" b="1" spc="-10" dirty="0" smtClean="0">
                <a:solidFill>
                  <a:srgbClr val="FF0000"/>
                </a:solidFill>
              </a:rPr>
              <a:t>Administrators… </a:t>
            </a:r>
            <a:endParaRPr lang="en-US" sz="2000" b="1" dirty="0">
              <a:solidFill>
                <a:srgbClr val="FF0000"/>
              </a:solidFill>
            </a:endParaRPr>
          </a:p>
        </p:txBody>
      </p:sp>
      <p:sp>
        <p:nvSpPr>
          <p:cNvPr id="16" name="Date Placeholder 15"/>
          <p:cNvSpPr>
            <a:spLocks noGrp="1"/>
          </p:cNvSpPr>
          <p:nvPr>
            <p:ph type="dt" sz="half" idx="6"/>
          </p:nvPr>
        </p:nvSpPr>
        <p:spPr/>
        <p:txBody>
          <a:bodyPr/>
          <a:lstStyle/>
          <a:p>
            <a:fld id="{EB049EF4-C77A-4B78-99AB-2E8648BD0A4D}"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524" y="3114675"/>
            <a:ext cx="6067425" cy="1089290"/>
          </a:xfrm>
          <a:prstGeom prst="rect">
            <a:avLst/>
          </a:prstGeom>
        </p:spPr>
      </p:pic>
      <p:sp>
        <p:nvSpPr>
          <p:cNvPr id="5" name="object 5"/>
          <p:cNvSpPr txBox="1"/>
          <p:nvPr/>
        </p:nvSpPr>
        <p:spPr>
          <a:xfrm>
            <a:off x="394515" y="1057816"/>
            <a:ext cx="5297444" cy="259045"/>
          </a:xfrm>
          <a:prstGeom prst="rect">
            <a:avLst/>
          </a:prstGeom>
        </p:spPr>
        <p:txBody>
          <a:bodyPr vert="horz" wrap="square" lIns="0" tIns="12700" rIns="0" bIns="0" rtlCol="0">
            <a:spAutoFit/>
          </a:bodyPr>
          <a:lstStyle/>
          <a:p>
            <a:pPr marL="12700">
              <a:lnSpc>
                <a:spcPct val="100000"/>
              </a:lnSpc>
              <a:spcBef>
                <a:spcPts val="100"/>
              </a:spcBef>
            </a:pPr>
            <a:r>
              <a:rPr lang="en-US" sz="1600" spc="-40" dirty="0">
                <a:solidFill>
                  <a:srgbClr val="282828"/>
                </a:solidFill>
                <a:latin typeface="Times New Roman"/>
                <a:cs typeface="Times New Roman"/>
              </a:rPr>
              <a:t>T</a:t>
            </a:r>
            <a:r>
              <a:rPr sz="1600" spc="-40" dirty="0" smtClean="0">
                <a:solidFill>
                  <a:srgbClr val="282828"/>
                </a:solidFill>
                <a:latin typeface="Times New Roman"/>
                <a:cs typeface="Times New Roman"/>
              </a:rPr>
              <a:t>his</a:t>
            </a:r>
            <a:r>
              <a:rPr sz="1600" spc="-20" dirty="0" smtClean="0">
                <a:solidFill>
                  <a:srgbClr val="282828"/>
                </a:solidFill>
                <a:latin typeface="Times New Roman"/>
                <a:cs typeface="Times New Roman"/>
              </a:rPr>
              <a:t> </a:t>
            </a:r>
            <a:r>
              <a:rPr sz="1600" spc="-30" dirty="0">
                <a:latin typeface="Times New Roman"/>
                <a:cs typeface="Times New Roman"/>
              </a:rPr>
              <a:t>command</a:t>
            </a:r>
            <a:r>
              <a:rPr sz="1600" spc="160" dirty="0">
                <a:latin typeface="Times New Roman"/>
                <a:cs typeface="Times New Roman"/>
              </a:rPr>
              <a:t> </a:t>
            </a:r>
            <a:r>
              <a:rPr sz="1600" spc="-40" dirty="0">
                <a:solidFill>
                  <a:srgbClr val="080808"/>
                </a:solidFill>
                <a:latin typeface="Times New Roman"/>
                <a:cs typeface="Times New Roman"/>
              </a:rPr>
              <a:t>used</a:t>
            </a:r>
            <a:r>
              <a:rPr sz="1600" spc="90" dirty="0">
                <a:solidFill>
                  <a:srgbClr val="080808"/>
                </a:solidFill>
                <a:latin typeface="Times New Roman"/>
                <a:cs typeface="Times New Roman"/>
              </a:rPr>
              <a:t> </a:t>
            </a:r>
            <a:r>
              <a:rPr sz="1600" dirty="0">
                <a:solidFill>
                  <a:srgbClr val="2D2D2D"/>
                </a:solidFill>
                <a:latin typeface="Times New Roman"/>
                <a:cs typeface="Times New Roman"/>
              </a:rPr>
              <a:t>to</a:t>
            </a:r>
            <a:r>
              <a:rPr sz="1600" spc="-90" dirty="0">
                <a:solidFill>
                  <a:srgbClr val="2D2D2D"/>
                </a:solidFill>
                <a:latin typeface="Times New Roman"/>
                <a:cs typeface="Times New Roman"/>
              </a:rPr>
              <a:t> </a:t>
            </a:r>
            <a:r>
              <a:rPr sz="1600" spc="-70" dirty="0">
                <a:latin typeface="Times New Roman"/>
                <a:cs typeface="Times New Roman"/>
              </a:rPr>
              <a:t>display</a:t>
            </a:r>
            <a:r>
              <a:rPr sz="1600" spc="-25" dirty="0">
                <a:latin typeface="Times New Roman"/>
                <a:cs typeface="Times New Roman"/>
              </a:rPr>
              <a:t> </a:t>
            </a:r>
            <a:r>
              <a:rPr sz="1600" spc="-75" dirty="0">
                <a:solidFill>
                  <a:srgbClr val="111111"/>
                </a:solidFill>
                <a:latin typeface="Times New Roman"/>
                <a:cs typeface="Times New Roman"/>
              </a:rPr>
              <a:t>Statistics</a:t>
            </a:r>
            <a:r>
              <a:rPr sz="1600" spc="-10" dirty="0">
                <a:solidFill>
                  <a:srgbClr val="111111"/>
                </a:solidFill>
                <a:latin typeface="Times New Roman"/>
                <a:cs typeface="Times New Roman"/>
              </a:rPr>
              <a:t> </a:t>
            </a:r>
            <a:r>
              <a:rPr sz="1600" dirty="0">
                <a:latin typeface="Times New Roman"/>
                <a:cs typeface="Times New Roman"/>
              </a:rPr>
              <a:t>of</a:t>
            </a:r>
            <a:r>
              <a:rPr sz="1600" spc="195" dirty="0">
                <a:latin typeface="Times New Roman"/>
                <a:cs typeface="Times New Roman"/>
              </a:rPr>
              <a:t> </a:t>
            </a:r>
            <a:r>
              <a:rPr sz="1600" dirty="0">
                <a:solidFill>
                  <a:srgbClr val="0E0E0E"/>
                </a:solidFill>
                <a:latin typeface="Times New Roman"/>
                <a:cs typeface="Times New Roman"/>
              </a:rPr>
              <a:t>the</a:t>
            </a:r>
            <a:r>
              <a:rPr sz="1600" spc="-10" dirty="0">
                <a:solidFill>
                  <a:srgbClr val="0E0E0E"/>
                </a:solidFill>
                <a:latin typeface="Times New Roman"/>
                <a:cs typeface="Times New Roman"/>
              </a:rPr>
              <a:t> </a:t>
            </a:r>
            <a:r>
              <a:rPr sz="1600" spc="-40" dirty="0" smtClean="0">
                <a:latin typeface="Times New Roman"/>
                <a:cs typeface="Times New Roman"/>
              </a:rPr>
              <a:t>following</a:t>
            </a:r>
            <a:r>
              <a:rPr lang="en-US" sz="1600" spc="-40" dirty="0" smtClean="0">
                <a:latin typeface="Times New Roman"/>
                <a:cs typeface="Times New Roman"/>
              </a:rPr>
              <a:t>:</a:t>
            </a:r>
            <a:endParaRPr sz="1500" dirty="0">
              <a:latin typeface="Cambria"/>
              <a:cs typeface="Cambria"/>
            </a:endParaRPr>
          </a:p>
        </p:txBody>
      </p:sp>
      <p:sp>
        <p:nvSpPr>
          <p:cNvPr id="6" name="object 6"/>
          <p:cNvSpPr txBox="1"/>
          <p:nvPr/>
        </p:nvSpPr>
        <p:spPr>
          <a:xfrm>
            <a:off x="673100" y="1302190"/>
            <a:ext cx="1524000" cy="1073371"/>
          </a:xfrm>
          <a:prstGeom prst="rect">
            <a:avLst/>
          </a:prstGeom>
        </p:spPr>
        <p:txBody>
          <a:bodyPr vert="horz" wrap="square" lIns="0" tIns="123190" rIns="0" bIns="0" rtlCol="0">
            <a:spAutoFit/>
          </a:bodyPr>
          <a:lstStyle/>
          <a:p>
            <a:pPr marL="298450" indent="-285750">
              <a:lnSpc>
                <a:spcPct val="100000"/>
              </a:lnSpc>
              <a:spcBef>
                <a:spcPts val="970"/>
              </a:spcBef>
              <a:buFont typeface="Arial" panose="020B0604020202020204" pitchFamily="34" charset="0"/>
              <a:buChar char="•"/>
            </a:pPr>
            <a:r>
              <a:rPr lang="en-US" sz="1450" dirty="0" smtClean="0">
                <a:latin typeface="Times New Roman"/>
                <a:cs typeface="Times New Roman"/>
              </a:rPr>
              <a:t>virtual memory, </a:t>
            </a:r>
          </a:p>
          <a:p>
            <a:pPr marL="298450" indent="-285750">
              <a:lnSpc>
                <a:spcPct val="100000"/>
              </a:lnSpc>
              <a:spcBef>
                <a:spcPts val="970"/>
              </a:spcBef>
              <a:buFont typeface="Arial" panose="020B0604020202020204" pitchFamily="34" charset="0"/>
              <a:buChar char="•"/>
            </a:pPr>
            <a:r>
              <a:rPr sz="1450" dirty="0" smtClean="0">
                <a:latin typeface="Times New Roman"/>
                <a:cs typeface="Times New Roman"/>
              </a:rPr>
              <a:t>kernel</a:t>
            </a:r>
            <a:r>
              <a:rPr sz="1450" spc="-50" dirty="0" smtClean="0">
                <a:latin typeface="Times New Roman"/>
                <a:cs typeface="Times New Roman"/>
              </a:rPr>
              <a:t> </a:t>
            </a:r>
            <a:r>
              <a:rPr sz="1450" spc="-10" dirty="0" smtClean="0">
                <a:solidFill>
                  <a:srgbClr val="151515"/>
                </a:solidFill>
                <a:latin typeface="Times New Roman"/>
                <a:cs typeface="Times New Roman"/>
              </a:rPr>
              <a:t>threads</a:t>
            </a:r>
            <a:r>
              <a:rPr lang="en-US" sz="1450" spc="-10" dirty="0">
                <a:solidFill>
                  <a:srgbClr val="151515"/>
                </a:solidFill>
                <a:latin typeface="Times New Roman"/>
                <a:cs typeface="Times New Roman"/>
              </a:rPr>
              <a:t>,</a:t>
            </a:r>
            <a:endParaRPr sz="1450" dirty="0">
              <a:latin typeface="Times New Roman"/>
              <a:cs typeface="Times New Roman"/>
            </a:endParaRPr>
          </a:p>
          <a:p>
            <a:pPr marL="282575" indent="-209550">
              <a:lnSpc>
                <a:spcPct val="100000"/>
              </a:lnSpc>
              <a:spcBef>
                <a:spcPts val="960"/>
              </a:spcBef>
              <a:buFont typeface="Arial" panose="020B0604020202020204" pitchFamily="34" charset="0"/>
              <a:buChar char="•"/>
            </a:pPr>
            <a:r>
              <a:rPr lang="en-US" sz="1600" spc="-10" dirty="0" smtClean="0">
                <a:latin typeface="Times New Roman"/>
                <a:cs typeface="Times New Roman"/>
              </a:rPr>
              <a:t>in</a:t>
            </a:r>
            <a:r>
              <a:rPr sz="1600" spc="-10" dirty="0" smtClean="0">
                <a:latin typeface="Times New Roman"/>
                <a:cs typeface="Times New Roman"/>
              </a:rPr>
              <a:t>terrupts</a:t>
            </a:r>
            <a:r>
              <a:rPr sz="1600" spc="-10" dirty="0">
                <a:latin typeface="Times New Roman"/>
                <a:cs typeface="Times New Roman"/>
              </a:rPr>
              <a:t>,</a:t>
            </a:r>
            <a:endParaRPr sz="1600" dirty="0">
              <a:latin typeface="Times New Roman"/>
              <a:cs typeface="Times New Roman"/>
            </a:endParaRPr>
          </a:p>
        </p:txBody>
      </p:sp>
      <p:sp>
        <p:nvSpPr>
          <p:cNvPr id="7" name="object 7"/>
          <p:cNvSpPr txBox="1"/>
          <p:nvPr/>
        </p:nvSpPr>
        <p:spPr>
          <a:xfrm>
            <a:off x="2622458" y="1440943"/>
            <a:ext cx="2851241" cy="966931"/>
          </a:xfrm>
          <a:prstGeom prst="rect">
            <a:avLst/>
          </a:prstGeom>
        </p:spPr>
        <p:txBody>
          <a:bodyPr vert="horz" wrap="square" lIns="0" tIns="12700" rIns="0" bIns="0" rtlCol="0">
            <a:spAutoFit/>
          </a:bodyPr>
          <a:lstStyle/>
          <a:p>
            <a:pPr marL="349250" indent="-192088">
              <a:lnSpc>
                <a:spcPct val="100000"/>
              </a:lnSpc>
              <a:spcBef>
                <a:spcPts val="100"/>
              </a:spcBef>
              <a:buFont typeface="Arial" panose="020B0604020202020204" pitchFamily="34" charset="0"/>
              <a:buChar char="•"/>
            </a:pPr>
            <a:r>
              <a:rPr lang="en-US" sz="1450" spc="-10" dirty="0" smtClean="0">
                <a:latin typeface="Cambria"/>
                <a:cs typeface="Cambria"/>
              </a:rPr>
              <a:t>disks,</a:t>
            </a:r>
          </a:p>
          <a:p>
            <a:pPr marL="349250" indent="-192088">
              <a:lnSpc>
                <a:spcPct val="100000"/>
              </a:lnSpc>
              <a:spcBef>
                <a:spcPts val="100"/>
              </a:spcBef>
              <a:buFont typeface="Arial" panose="020B0604020202020204" pitchFamily="34" charset="0"/>
              <a:buChar char="•"/>
            </a:pPr>
            <a:r>
              <a:rPr lang="en-US" sz="1450" spc="-10" dirty="0" smtClean="0">
                <a:latin typeface="Cambria"/>
                <a:cs typeface="Cambria"/>
              </a:rPr>
              <a:t>System processes</a:t>
            </a:r>
          </a:p>
          <a:p>
            <a:pPr marL="349250" indent="-192088">
              <a:lnSpc>
                <a:spcPct val="100000"/>
              </a:lnSpc>
              <a:spcBef>
                <a:spcPts val="100"/>
              </a:spcBef>
              <a:buFont typeface="Arial" panose="020B0604020202020204" pitchFamily="34" charset="0"/>
              <a:buChar char="•"/>
            </a:pPr>
            <a:r>
              <a:rPr sz="1450" spc="-10" dirty="0" smtClean="0">
                <a:latin typeface="Cambria"/>
                <a:cs typeface="Cambria"/>
              </a:rPr>
              <a:t>I/O</a:t>
            </a:r>
            <a:r>
              <a:rPr lang="en-US" sz="1450" spc="-10" dirty="0" smtClean="0">
                <a:latin typeface="Cambria"/>
                <a:cs typeface="Cambria"/>
              </a:rPr>
              <a:t> </a:t>
            </a:r>
            <a:r>
              <a:rPr sz="1450" spc="-10" dirty="0" smtClean="0">
                <a:latin typeface="Cambria"/>
                <a:cs typeface="Cambria"/>
              </a:rPr>
              <a:t>blocks</a:t>
            </a:r>
            <a:r>
              <a:rPr lang="en-US" sz="1450" spc="-10" dirty="0" smtClean="0">
                <a:latin typeface="Cambria"/>
                <a:cs typeface="Cambria"/>
              </a:rPr>
              <a:t>,</a:t>
            </a:r>
          </a:p>
          <a:p>
            <a:pPr marL="349250" indent="-192088">
              <a:lnSpc>
                <a:spcPct val="100000"/>
              </a:lnSpc>
              <a:spcBef>
                <a:spcPts val="100"/>
              </a:spcBef>
              <a:buFont typeface="Arial" panose="020B0604020202020204" pitchFamily="34" charset="0"/>
              <a:buChar char="•"/>
            </a:pPr>
            <a:r>
              <a:rPr sz="1600" dirty="0" smtClean="0">
                <a:latin typeface="Times New Roman"/>
                <a:cs typeface="Times New Roman"/>
              </a:rPr>
              <a:t>CPU</a:t>
            </a:r>
            <a:r>
              <a:rPr sz="1600" spc="180" dirty="0" smtClean="0">
                <a:latin typeface="Times New Roman"/>
                <a:cs typeface="Times New Roman"/>
              </a:rPr>
              <a:t> </a:t>
            </a:r>
            <a:r>
              <a:rPr lang="en-US" sz="1600" spc="-10" dirty="0" smtClean="0">
                <a:solidFill>
                  <a:srgbClr val="080808"/>
                </a:solidFill>
                <a:latin typeface="Times New Roman"/>
                <a:cs typeface="Times New Roman"/>
              </a:rPr>
              <a:t>activity and</a:t>
            </a:r>
            <a:r>
              <a:rPr sz="1600" spc="5" dirty="0" smtClean="0">
                <a:latin typeface="Times New Roman"/>
                <a:cs typeface="Times New Roman"/>
              </a:rPr>
              <a:t> </a:t>
            </a:r>
            <a:r>
              <a:rPr sz="1600" spc="-40" dirty="0">
                <a:latin typeface="Times New Roman"/>
                <a:cs typeface="Times New Roman"/>
              </a:rPr>
              <a:t>much</a:t>
            </a:r>
            <a:r>
              <a:rPr sz="1600" spc="-10" dirty="0">
                <a:latin typeface="Times New Roman"/>
                <a:cs typeface="Times New Roman"/>
              </a:rPr>
              <a:t> </a:t>
            </a:r>
            <a:r>
              <a:rPr sz="1600" spc="-25" dirty="0">
                <a:latin typeface="Times New Roman"/>
                <a:cs typeface="Times New Roman"/>
              </a:rPr>
              <a:t>more.</a:t>
            </a:r>
            <a:endParaRPr sz="1600" dirty="0">
              <a:latin typeface="Times New Roman"/>
              <a:cs typeface="Times New Roman"/>
            </a:endParaRPr>
          </a:p>
        </p:txBody>
      </p:sp>
      <p:sp>
        <p:nvSpPr>
          <p:cNvPr id="8" name="object 8"/>
          <p:cNvSpPr txBox="1"/>
          <p:nvPr/>
        </p:nvSpPr>
        <p:spPr>
          <a:xfrm>
            <a:off x="72644" y="2413945"/>
            <a:ext cx="5934456" cy="624530"/>
          </a:xfrm>
          <a:prstGeom prst="rect">
            <a:avLst/>
          </a:prstGeom>
        </p:spPr>
        <p:txBody>
          <a:bodyPr vert="horz" wrap="square" lIns="0" tIns="130810" rIns="0" bIns="0" rtlCol="0">
            <a:spAutoFit/>
          </a:bodyPr>
          <a:lstStyle/>
          <a:p>
            <a:pPr marL="275590" indent="-97790">
              <a:lnSpc>
                <a:spcPct val="100000"/>
              </a:lnSpc>
              <a:spcBef>
                <a:spcPts val="1030"/>
              </a:spcBef>
              <a:buChar char="•"/>
              <a:tabLst>
                <a:tab pos="275590" algn="l"/>
              </a:tabLst>
            </a:pPr>
            <a:r>
              <a:rPr sz="1600" spc="85" dirty="0" smtClean="0">
                <a:latin typeface="Times New Roman"/>
                <a:cs typeface="Times New Roman"/>
              </a:rPr>
              <a:t>B</a:t>
            </a:r>
            <a:r>
              <a:rPr lang="en-US" sz="1600" spc="85" dirty="0" smtClean="0">
                <a:latin typeface="Times New Roman"/>
                <a:cs typeface="Times New Roman"/>
              </a:rPr>
              <a:t>y </a:t>
            </a:r>
            <a:r>
              <a:rPr sz="1600" spc="-35" dirty="0" smtClean="0">
                <a:latin typeface="Times New Roman"/>
                <a:cs typeface="Times New Roman"/>
              </a:rPr>
              <a:t>default</a:t>
            </a:r>
            <a:r>
              <a:rPr lang="en-US" sz="1600" spc="-10" dirty="0">
                <a:latin typeface="Times New Roman"/>
                <a:cs typeface="Times New Roman"/>
              </a:rPr>
              <a:t> </a:t>
            </a:r>
            <a:r>
              <a:rPr lang="en-US" sz="1600" b="1" spc="-10" dirty="0" err="1" smtClean="0">
                <a:solidFill>
                  <a:srgbClr val="FF0000"/>
                </a:solidFill>
                <a:latin typeface="Times New Roman"/>
                <a:cs typeface="Times New Roman"/>
              </a:rPr>
              <a:t>v</a:t>
            </a:r>
            <a:r>
              <a:rPr sz="1600" b="1" spc="-30" dirty="0" err="1" smtClean="0">
                <a:solidFill>
                  <a:srgbClr val="FF0000"/>
                </a:solidFill>
                <a:latin typeface="Times New Roman"/>
                <a:cs typeface="Times New Roman"/>
              </a:rPr>
              <a:t>ms</a:t>
            </a:r>
            <a:r>
              <a:rPr lang="en-US" sz="1600" b="1" spc="-30" dirty="0" err="1" smtClean="0">
                <a:solidFill>
                  <a:srgbClr val="FF0000"/>
                </a:solidFill>
                <a:latin typeface="Times New Roman"/>
                <a:cs typeface="Times New Roman"/>
              </a:rPr>
              <a:t>t</a:t>
            </a:r>
            <a:r>
              <a:rPr sz="1600" b="1" spc="-30" dirty="0" err="1" smtClean="0">
                <a:solidFill>
                  <a:srgbClr val="FF0000"/>
                </a:solidFill>
                <a:latin typeface="Times New Roman"/>
                <a:cs typeface="Times New Roman"/>
              </a:rPr>
              <a:t>at</a:t>
            </a:r>
            <a:r>
              <a:rPr sz="1600" b="1" dirty="0" smtClean="0">
                <a:solidFill>
                  <a:srgbClr val="FF0000"/>
                </a:solidFill>
                <a:latin typeface="Times New Roman"/>
                <a:cs typeface="Times New Roman"/>
              </a:rPr>
              <a:t> </a:t>
            </a:r>
            <a:r>
              <a:rPr sz="1600" spc="-25" dirty="0">
                <a:solidFill>
                  <a:srgbClr val="1A1A1A"/>
                </a:solidFill>
                <a:latin typeface="Times New Roman"/>
                <a:cs typeface="Times New Roman"/>
              </a:rPr>
              <a:t>command</a:t>
            </a:r>
            <a:r>
              <a:rPr sz="1600" spc="85" dirty="0">
                <a:solidFill>
                  <a:srgbClr val="1A1A1A"/>
                </a:solidFill>
                <a:latin typeface="Times New Roman"/>
                <a:cs typeface="Times New Roman"/>
              </a:rPr>
              <a:t> </a:t>
            </a:r>
            <a:r>
              <a:rPr sz="1600" dirty="0">
                <a:solidFill>
                  <a:schemeClr val="tx1"/>
                </a:solidFill>
                <a:latin typeface="Times New Roman"/>
                <a:cs typeface="Times New Roman"/>
              </a:rPr>
              <a:t>is</a:t>
            </a:r>
            <a:r>
              <a:rPr sz="1600" spc="-35" dirty="0">
                <a:solidFill>
                  <a:schemeClr val="tx1"/>
                </a:solidFill>
                <a:latin typeface="Times New Roman"/>
                <a:cs typeface="Times New Roman"/>
              </a:rPr>
              <a:t> </a:t>
            </a:r>
            <a:r>
              <a:rPr sz="1600" dirty="0">
                <a:solidFill>
                  <a:schemeClr val="tx1"/>
                </a:solidFill>
                <a:latin typeface="Times New Roman"/>
                <a:cs typeface="Times New Roman"/>
              </a:rPr>
              <a:t>not</a:t>
            </a:r>
            <a:r>
              <a:rPr sz="1600" spc="-80" dirty="0">
                <a:solidFill>
                  <a:schemeClr val="tx1"/>
                </a:solidFill>
                <a:latin typeface="Times New Roman"/>
                <a:cs typeface="Times New Roman"/>
              </a:rPr>
              <a:t> </a:t>
            </a:r>
            <a:r>
              <a:rPr sz="1600" spc="-70" dirty="0">
                <a:solidFill>
                  <a:srgbClr val="080808"/>
                </a:solidFill>
                <a:latin typeface="Times New Roman"/>
                <a:cs typeface="Times New Roman"/>
              </a:rPr>
              <a:t>available</a:t>
            </a:r>
            <a:r>
              <a:rPr sz="1600" spc="85" dirty="0">
                <a:solidFill>
                  <a:srgbClr val="080808"/>
                </a:solidFill>
                <a:latin typeface="Times New Roman"/>
                <a:cs typeface="Times New Roman"/>
              </a:rPr>
              <a:t> </a:t>
            </a:r>
            <a:r>
              <a:rPr sz="1600" dirty="0">
                <a:latin typeface="Times New Roman"/>
                <a:cs typeface="Times New Roman"/>
              </a:rPr>
              <a:t>under</a:t>
            </a:r>
            <a:r>
              <a:rPr sz="1600" spc="25" dirty="0">
                <a:latin typeface="Times New Roman"/>
                <a:cs typeface="Times New Roman"/>
              </a:rPr>
              <a:t> </a:t>
            </a:r>
            <a:r>
              <a:rPr sz="1600" spc="-70" dirty="0" smtClean="0">
                <a:latin typeface="Times New Roman"/>
                <a:cs typeface="Times New Roman"/>
              </a:rPr>
              <a:t>Linux</a:t>
            </a:r>
            <a:r>
              <a:rPr lang="en-US" sz="1600" spc="-70" dirty="0" smtClean="0">
                <a:latin typeface="Times New Roman"/>
                <a:cs typeface="Times New Roman"/>
              </a:rPr>
              <a:t> systems </a:t>
            </a:r>
            <a:r>
              <a:rPr sz="1600" spc="-25" dirty="0" smtClean="0">
                <a:solidFill>
                  <a:srgbClr val="1A1A1A"/>
                </a:solidFill>
                <a:latin typeface="Times New Roman"/>
                <a:cs typeface="Times New Roman"/>
              </a:rPr>
              <a:t>you</a:t>
            </a:r>
            <a:r>
              <a:rPr lang="en-US" sz="1600" spc="-25" dirty="0" smtClean="0">
                <a:solidFill>
                  <a:srgbClr val="1A1A1A"/>
                </a:solidFill>
                <a:latin typeface="Times New Roman"/>
                <a:cs typeface="Times New Roman"/>
              </a:rPr>
              <a:t> ne</a:t>
            </a:r>
            <a:r>
              <a:rPr lang="en-US" sz="1600" spc="-25" dirty="0">
                <a:solidFill>
                  <a:srgbClr val="1C1C1C"/>
                </a:solidFill>
                <a:uFill>
                  <a:solidFill>
                    <a:srgbClr val="4F3B3F"/>
                  </a:solidFill>
                </a:uFill>
                <a:latin typeface="Times New Roman"/>
                <a:cs typeface="Times New Roman"/>
              </a:rPr>
              <a:t>e</a:t>
            </a:r>
            <a:r>
              <a:rPr sz="1600" spc="-25" dirty="0" smtClean="0">
                <a:solidFill>
                  <a:srgbClr val="1C1C1C"/>
                </a:solidFill>
                <a:latin typeface="Times New Roman"/>
                <a:cs typeface="Times New Roman"/>
              </a:rPr>
              <a:t>d</a:t>
            </a:r>
            <a:r>
              <a:rPr lang="en-US" sz="1600" spc="-25" dirty="0" smtClean="0">
                <a:solidFill>
                  <a:srgbClr val="1C1C1C"/>
                </a:solidFill>
                <a:latin typeface="Times New Roman"/>
                <a:cs typeface="Times New Roman"/>
              </a:rPr>
              <a:t> </a:t>
            </a:r>
            <a:r>
              <a:rPr sz="1600" dirty="0" smtClean="0">
                <a:solidFill>
                  <a:srgbClr val="1A1A1A"/>
                </a:solidFill>
                <a:latin typeface="Times New Roman"/>
                <a:cs typeface="Times New Roman"/>
              </a:rPr>
              <a:t>to</a:t>
            </a:r>
            <a:r>
              <a:rPr sz="1600" spc="-100" dirty="0" smtClean="0">
                <a:solidFill>
                  <a:srgbClr val="1A1A1A"/>
                </a:solidFill>
                <a:latin typeface="Times New Roman"/>
                <a:cs typeface="Times New Roman"/>
              </a:rPr>
              <a:t> </a:t>
            </a:r>
            <a:r>
              <a:rPr sz="1600" b="1" dirty="0" smtClean="0">
                <a:solidFill>
                  <a:srgbClr val="2D2D2D"/>
                </a:solidFill>
                <a:latin typeface="Times New Roman"/>
                <a:cs typeface="Times New Roman"/>
              </a:rPr>
              <a:t>inst</a:t>
            </a:r>
            <a:r>
              <a:rPr lang="en-US" sz="1600" b="1" dirty="0" smtClean="0">
                <a:solidFill>
                  <a:srgbClr val="2D2D2D"/>
                </a:solidFill>
                <a:latin typeface="Times New Roman"/>
                <a:cs typeface="Times New Roman"/>
              </a:rPr>
              <a:t>all</a:t>
            </a:r>
            <a:r>
              <a:rPr sz="1600" b="1" spc="100" dirty="0" smtClean="0">
                <a:solidFill>
                  <a:srgbClr val="2D2D2D"/>
                </a:solidFill>
                <a:latin typeface="Times New Roman"/>
                <a:cs typeface="Times New Roman"/>
              </a:rPr>
              <a:t> </a:t>
            </a:r>
            <a:r>
              <a:rPr sz="1600" dirty="0" smtClean="0">
                <a:latin typeface="Times New Roman"/>
                <a:cs typeface="Times New Roman"/>
              </a:rPr>
              <a:t>a</a:t>
            </a:r>
            <a:r>
              <a:rPr sz="1600" spc="-5" dirty="0" smtClean="0">
                <a:latin typeface="Times New Roman"/>
                <a:cs typeface="Times New Roman"/>
              </a:rPr>
              <a:t> </a:t>
            </a:r>
            <a:r>
              <a:rPr sz="1600" spc="-65" dirty="0">
                <a:latin typeface="Times New Roman"/>
                <a:cs typeface="Times New Roman"/>
              </a:rPr>
              <a:t>package</a:t>
            </a:r>
            <a:r>
              <a:rPr sz="1600" spc="65" dirty="0">
                <a:latin typeface="Times New Roman"/>
                <a:cs typeface="Times New Roman"/>
              </a:rPr>
              <a:t> </a:t>
            </a:r>
            <a:r>
              <a:rPr sz="1600" spc="-55" dirty="0">
                <a:solidFill>
                  <a:srgbClr val="1C1C1C"/>
                </a:solidFill>
                <a:latin typeface="Times New Roman"/>
                <a:cs typeface="Times New Roman"/>
              </a:rPr>
              <a:t>called</a:t>
            </a:r>
            <a:r>
              <a:rPr sz="1600" spc="85" dirty="0">
                <a:solidFill>
                  <a:srgbClr val="1C1C1C"/>
                </a:solidFill>
                <a:latin typeface="Times New Roman"/>
                <a:cs typeface="Times New Roman"/>
              </a:rPr>
              <a:t> </a:t>
            </a:r>
            <a:r>
              <a:rPr lang="en-US" sz="1600" b="1" spc="-10" dirty="0" err="1" smtClean="0">
                <a:solidFill>
                  <a:srgbClr val="FF0000"/>
                </a:solidFill>
                <a:latin typeface="Times New Roman"/>
                <a:cs typeface="Times New Roman"/>
              </a:rPr>
              <a:t>s</a:t>
            </a:r>
            <a:r>
              <a:rPr sz="1600" b="1" spc="-10" dirty="0" err="1" smtClean="0">
                <a:solidFill>
                  <a:srgbClr val="FF0000"/>
                </a:solidFill>
                <a:latin typeface="Times New Roman"/>
                <a:cs typeface="Times New Roman"/>
              </a:rPr>
              <a:t>ysstat</a:t>
            </a:r>
            <a:endParaRPr sz="1600" b="1" dirty="0">
              <a:solidFill>
                <a:srgbClr val="FF0000"/>
              </a:solidFill>
              <a:latin typeface="Times New Roman"/>
              <a:cs typeface="Times New Roman"/>
            </a:endParaRPr>
          </a:p>
        </p:txBody>
      </p:sp>
      <p:sp>
        <p:nvSpPr>
          <p:cNvPr id="11" name="object 3"/>
          <p:cNvSpPr txBox="1">
            <a:spLocks/>
          </p:cNvSpPr>
          <p:nvPr/>
        </p:nvSpPr>
        <p:spPr>
          <a:xfrm>
            <a:off x="0" y="203274"/>
            <a:ext cx="6007100" cy="320601"/>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000" b="1" spc="-10" dirty="0" smtClean="0">
                <a:solidFill>
                  <a:srgbClr val="FF0000"/>
                </a:solidFill>
              </a:rPr>
              <a:t>Linux </a:t>
            </a:r>
            <a:r>
              <a:rPr lang="en-US" sz="2000" b="1" dirty="0" smtClean="0">
                <a:solidFill>
                  <a:srgbClr val="FF0000"/>
                </a:solidFill>
              </a:rPr>
              <a:t>Commands</a:t>
            </a:r>
            <a:r>
              <a:rPr lang="en-US" sz="2000" b="1" spc="50" dirty="0" smtClean="0">
                <a:solidFill>
                  <a:srgbClr val="FF0000"/>
                </a:solidFill>
              </a:rPr>
              <a:t> and Tools </a:t>
            </a:r>
            <a:r>
              <a:rPr lang="en-US" sz="2000" b="1" dirty="0" smtClean="0">
                <a:solidFill>
                  <a:srgbClr val="FF0000"/>
                </a:solidFill>
              </a:rPr>
              <a:t>for</a:t>
            </a:r>
            <a:r>
              <a:rPr lang="en-US" sz="2000" b="1" spc="-65" dirty="0" smtClean="0">
                <a:solidFill>
                  <a:srgbClr val="FF0000"/>
                </a:solidFill>
              </a:rPr>
              <a:t> </a:t>
            </a:r>
            <a:r>
              <a:rPr lang="en-US" sz="2000" b="1" spc="-55" dirty="0" smtClean="0">
                <a:solidFill>
                  <a:srgbClr val="FF0000"/>
                </a:solidFill>
              </a:rPr>
              <a:t>System</a:t>
            </a:r>
            <a:r>
              <a:rPr lang="en-US" sz="2000" b="1" spc="-40" dirty="0" smtClean="0">
                <a:solidFill>
                  <a:srgbClr val="FF0000"/>
                </a:solidFill>
              </a:rPr>
              <a:t> </a:t>
            </a:r>
            <a:r>
              <a:rPr lang="en-US" sz="2000" b="1" spc="-10" dirty="0" smtClean="0">
                <a:solidFill>
                  <a:srgbClr val="FF0000"/>
                </a:solidFill>
              </a:rPr>
              <a:t>Administrators… </a:t>
            </a:r>
            <a:endParaRPr lang="en-US" sz="2000" b="1" dirty="0">
              <a:solidFill>
                <a:srgbClr val="FF0000"/>
              </a:solidFill>
            </a:endParaRPr>
          </a:p>
        </p:txBody>
      </p:sp>
      <p:sp>
        <p:nvSpPr>
          <p:cNvPr id="12" name="object 5"/>
          <p:cNvSpPr txBox="1"/>
          <p:nvPr/>
        </p:nvSpPr>
        <p:spPr>
          <a:xfrm>
            <a:off x="139700" y="721825"/>
            <a:ext cx="4319905" cy="243656"/>
          </a:xfrm>
          <a:prstGeom prst="rect">
            <a:avLst/>
          </a:prstGeom>
        </p:spPr>
        <p:txBody>
          <a:bodyPr vert="horz" wrap="square" lIns="0" tIns="12700" rIns="0" bIns="0" rtlCol="0">
            <a:spAutoFit/>
          </a:bodyPr>
          <a:lstStyle/>
          <a:p>
            <a:pPr marL="12700">
              <a:lnSpc>
                <a:spcPct val="100000"/>
              </a:lnSpc>
              <a:spcBef>
                <a:spcPts val="100"/>
              </a:spcBef>
            </a:pPr>
            <a:r>
              <a:rPr lang="en-US" sz="1500" b="1" dirty="0" err="1" smtClean="0">
                <a:solidFill>
                  <a:srgbClr val="FF0000"/>
                </a:solidFill>
                <a:latin typeface="Cambria"/>
                <a:cs typeface="Cambria"/>
              </a:rPr>
              <a:t>VmStat</a:t>
            </a:r>
            <a:r>
              <a:rPr lang="en-US" sz="1500" dirty="0" smtClean="0">
                <a:latin typeface="Cambria"/>
                <a:cs typeface="Cambria"/>
              </a:rPr>
              <a:t>: </a:t>
            </a:r>
            <a:r>
              <a:rPr lang="en-US" sz="1500" b="1" dirty="0" smtClean="0">
                <a:latin typeface="Cambria"/>
                <a:cs typeface="Cambria"/>
              </a:rPr>
              <a:t>Virtual Memory Statistics</a:t>
            </a:r>
            <a:endParaRPr sz="1500" b="1" dirty="0">
              <a:latin typeface="Cambria"/>
              <a:cs typeface="Cambria"/>
            </a:endParaRPr>
          </a:p>
        </p:txBody>
      </p:sp>
      <p:sp>
        <p:nvSpPr>
          <p:cNvPr id="21" name="Date Placeholder 20"/>
          <p:cNvSpPr>
            <a:spLocks noGrp="1"/>
          </p:cNvSpPr>
          <p:nvPr>
            <p:ph type="dt" sz="half" idx="6"/>
          </p:nvPr>
        </p:nvSpPr>
        <p:spPr/>
        <p:txBody>
          <a:bodyPr/>
          <a:lstStyle/>
          <a:p>
            <a:fld id="{A8EE47D6-F2D7-4B09-A03D-C1B3A5F89478}" type="datetime1">
              <a:rPr lang="en-US" smtClean="0"/>
              <a:t>12/3/2025</a:t>
            </a:fld>
            <a:endParaRPr lang="en-US"/>
          </a:p>
        </p:txBody>
      </p:sp>
      <p:sp>
        <p:nvSpPr>
          <p:cNvPr id="22" name="Footer Placeholder 21"/>
          <p:cNvSpPr>
            <a:spLocks noGrp="1"/>
          </p:cNvSpPr>
          <p:nvPr>
            <p:ph type="ftr" sz="quarter" idx="5"/>
          </p:nvPr>
        </p:nvSpPr>
        <p:spPr/>
        <p:txBody>
          <a:bodyPr/>
          <a:lstStyle/>
          <a:p>
            <a:r>
              <a:rPr lang="en-US" smtClean="0"/>
              <a:t>Linux System and Network Administration                                                                       By Dr. Samuel Asferaw</a:t>
            </a:r>
            <a:endParaRPr lang="en-US"/>
          </a:p>
        </p:txBody>
      </p:sp>
      <p:sp>
        <p:nvSpPr>
          <p:cNvPr id="23" name="Slide Number Placeholder 22"/>
          <p:cNvSpPr>
            <a:spLocks noGrp="1"/>
          </p:cNvSpPr>
          <p:nvPr>
            <p:ph type="sldNum" sz="quarter" idx="7"/>
          </p:nvPr>
        </p:nvSpPr>
        <p:spPr/>
        <p:txBody>
          <a:bodyPr/>
          <a:lstStyle/>
          <a:p>
            <a:fld id="{B6F15528-21DE-4FAA-801E-634DDDAF4B2B}" type="slidenum">
              <a:rPr lang="en-US" smtClean="0"/>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844436" y="915987"/>
            <a:ext cx="6350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181818"/>
                </a:solidFill>
                <a:latin typeface="Cambria"/>
                <a:cs typeface="Cambria"/>
              </a:rPr>
              <a:t>.</a:t>
            </a:r>
            <a:endParaRPr sz="1500">
              <a:latin typeface="Cambria"/>
              <a:cs typeface="Cambria"/>
            </a:endParaRPr>
          </a:p>
        </p:txBody>
      </p:sp>
      <p:sp>
        <p:nvSpPr>
          <p:cNvPr id="7" name="object 7"/>
          <p:cNvSpPr txBox="1"/>
          <p:nvPr/>
        </p:nvSpPr>
        <p:spPr>
          <a:xfrm>
            <a:off x="63500" y="398926"/>
            <a:ext cx="6007100" cy="3858749"/>
          </a:xfrm>
          <a:prstGeom prst="rect">
            <a:avLst/>
          </a:prstGeom>
        </p:spPr>
        <p:txBody>
          <a:bodyPr vert="horz" wrap="square" lIns="0" tIns="138430" rIns="0" bIns="0" rtlCol="0">
            <a:spAutoFit/>
          </a:bodyPr>
          <a:lstStyle/>
          <a:p>
            <a:pPr marL="228600" indent="-228600">
              <a:lnSpc>
                <a:spcPct val="100000"/>
              </a:lnSpc>
              <a:spcBef>
                <a:spcPts val="1090"/>
              </a:spcBef>
              <a:buFont typeface="Arial" panose="020B0604020202020204" pitchFamily="34" charset="0"/>
              <a:buChar char="•"/>
            </a:pPr>
            <a:r>
              <a:rPr lang="en-US" sz="1550" b="1" dirty="0" err="1" smtClean="0">
                <a:solidFill>
                  <a:srgbClr val="FF0000"/>
                </a:solidFill>
                <a:latin typeface="Cambria"/>
                <a:cs typeface="Cambria"/>
              </a:rPr>
              <a:t>Lsof</a:t>
            </a:r>
            <a:r>
              <a:rPr lang="en-US" sz="1550" b="1" dirty="0" smtClean="0">
                <a:solidFill>
                  <a:srgbClr val="FF0000"/>
                </a:solidFill>
                <a:latin typeface="Cambria"/>
                <a:cs typeface="Cambria"/>
              </a:rPr>
              <a:t> </a:t>
            </a:r>
            <a:r>
              <a:rPr lang="en-US" sz="1550" dirty="0" smtClean="0">
                <a:latin typeface="Cambria"/>
                <a:cs typeface="Cambria"/>
              </a:rPr>
              <a:t> : </a:t>
            </a:r>
            <a:r>
              <a:rPr lang="en-US" sz="1550" b="1" dirty="0" smtClean="0">
                <a:solidFill>
                  <a:schemeClr val="tx1"/>
                </a:solidFill>
                <a:latin typeface="Cambria"/>
                <a:cs typeface="Cambria"/>
              </a:rPr>
              <a:t>List Open Files</a:t>
            </a:r>
          </a:p>
          <a:p>
            <a:pPr marL="514350" indent="-165100">
              <a:lnSpc>
                <a:spcPct val="100000"/>
              </a:lnSpc>
              <a:spcBef>
                <a:spcPts val="1090"/>
              </a:spcBef>
              <a:buFont typeface="Arial" panose="020B0604020202020204" pitchFamily="34" charset="0"/>
              <a:buChar char="•"/>
            </a:pPr>
            <a:r>
              <a:rPr lang="en-US" sz="1550" dirty="0" smtClean="0">
                <a:latin typeface="Cambria"/>
                <a:cs typeface="Cambria"/>
              </a:rPr>
              <a:t>Used to display list of the </a:t>
            </a:r>
            <a:r>
              <a:rPr lang="en-US" sz="1550" dirty="0" smtClean="0">
                <a:solidFill>
                  <a:srgbClr val="FF0000"/>
                </a:solidFill>
                <a:latin typeface="Cambria"/>
                <a:cs typeface="Cambria"/>
              </a:rPr>
              <a:t>open files </a:t>
            </a:r>
            <a:r>
              <a:rPr lang="en-US" sz="1550" dirty="0" smtClean="0">
                <a:latin typeface="Cambria"/>
                <a:cs typeface="Cambria"/>
              </a:rPr>
              <a:t>and the </a:t>
            </a:r>
            <a:r>
              <a:rPr lang="en-US" sz="1550" dirty="0" smtClean="0">
                <a:solidFill>
                  <a:srgbClr val="FF0000"/>
                </a:solidFill>
                <a:latin typeface="Cambria"/>
                <a:cs typeface="Cambria"/>
              </a:rPr>
              <a:t>processes</a:t>
            </a:r>
          </a:p>
          <a:p>
            <a:pPr marL="531813" indent="-182563">
              <a:lnSpc>
                <a:spcPct val="100000"/>
              </a:lnSpc>
              <a:spcBef>
                <a:spcPts val="1090"/>
              </a:spcBef>
              <a:buFont typeface="Arial" panose="020B0604020202020204" pitchFamily="34" charset="0"/>
              <a:buChar char="•"/>
            </a:pPr>
            <a:r>
              <a:rPr lang="en-US" sz="1550" dirty="0" smtClean="0">
                <a:latin typeface="Cambria"/>
                <a:cs typeface="Cambria"/>
              </a:rPr>
              <a:t>The</a:t>
            </a:r>
            <a:r>
              <a:rPr sz="1550" spc="-80" dirty="0" smtClean="0">
                <a:latin typeface="Cambria"/>
                <a:cs typeface="Cambria"/>
              </a:rPr>
              <a:t> </a:t>
            </a:r>
            <a:r>
              <a:rPr sz="1550" b="1" spc="-30" dirty="0">
                <a:solidFill>
                  <a:srgbClr val="FF0000"/>
                </a:solidFill>
                <a:latin typeface="Cambria"/>
                <a:cs typeface="Cambria"/>
              </a:rPr>
              <a:t>open</a:t>
            </a:r>
            <a:r>
              <a:rPr sz="1550" b="1" spc="40" dirty="0">
                <a:solidFill>
                  <a:srgbClr val="FF0000"/>
                </a:solidFill>
                <a:latin typeface="Cambria"/>
                <a:cs typeface="Cambria"/>
              </a:rPr>
              <a:t> </a:t>
            </a:r>
            <a:r>
              <a:rPr sz="1550" b="1" spc="-50" dirty="0">
                <a:solidFill>
                  <a:srgbClr val="FF0000"/>
                </a:solidFill>
                <a:latin typeface="Cambria"/>
                <a:cs typeface="Cambria"/>
              </a:rPr>
              <a:t>files</a:t>
            </a:r>
            <a:r>
              <a:rPr sz="1550" b="1" spc="-30" dirty="0">
                <a:solidFill>
                  <a:srgbClr val="FF0000"/>
                </a:solidFill>
                <a:latin typeface="Cambria"/>
                <a:cs typeface="Cambria"/>
              </a:rPr>
              <a:t> </a:t>
            </a:r>
            <a:r>
              <a:rPr sz="1550" spc="-50" dirty="0">
                <a:solidFill>
                  <a:srgbClr val="080808"/>
                </a:solidFill>
                <a:latin typeface="Cambria"/>
                <a:cs typeface="Cambria"/>
              </a:rPr>
              <a:t>included</a:t>
            </a:r>
            <a:r>
              <a:rPr sz="1550" spc="10" dirty="0">
                <a:solidFill>
                  <a:srgbClr val="080808"/>
                </a:solidFill>
                <a:latin typeface="Cambria"/>
                <a:cs typeface="Cambria"/>
              </a:rPr>
              <a:t> </a:t>
            </a:r>
            <a:r>
              <a:rPr sz="1550" spc="-20" dirty="0">
                <a:latin typeface="Cambria"/>
                <a:cs typeface="Cambria"/>
              </a:rPr>
              <a:t>are:</a:t>
            </a:r>
            <a:endParaRPr sz="1550" dirty="0">
              <a:latin typeface="Cambria"/>
              <a:cs typeface="Cambria"/>
            </a:endParaRPr>
          </a:p>
          <a:p>
            <a:pPr marL="806450" lvl="1" indent="-228600">
              <a:spcBef>
                <a:spcPts val="990"/>
              </a:spcBef>
              <a:buFont typeface="Arial" panose="020B0604020202020204" pitchFamily="34" charset="0"/>
              <a:buChar char="•"/>
            </a:pPr>
            <a:r>
              <a:rPr sz="1550" spc="75" dirty="0" smtClean="0">
                <a:solidFill>
                  <a:schemeClr val="tx1"/>
                </a:solidFill>
                <a:latin typeface="Cambria"/>
                <a:cs typeface="Cambria"/>
              </a:rPr>
              <a:t>Dis</a:t>
            </a:r>
            <a:r>
              <a:rPr lang="en-US" sz="1550" spc="75" dirty="0" smtClean="0">
                <a:solidFill>
                  <a:schemeClr val="tx1"/>
                </a:solidFill>
                <a:latin typeface="Cambria"/>
                <a:cs typeface="Cambria"/>
              </a:rPr>
              <a:t>k</a:t>
            </a:r>
            <a:r>
              <a:rPr sz="1550" spc="170" dirty="0" smtClean="0">
                <a:solidFill>
                  <a:schemeClr val="tx1"/>
                </a:solidFill>
                <a:latin typeface="Cambria"/>
                <a:cs typeface="Cambria"/>
              </a:rPr>
              <a:t> </a:t>
            </a:r>
            <a:r>
              <a:rPr sz="1550" spc="-10" dirty="0">
                <a:solidFill>
                  <a:schemeClr val="tx1"/>
                </a:solidFill>
                <a:latin typeface="Cambria"/>
                <a:cs typeface="Cambria"/>
              </a:rPr>
              <a:t>files,</a:t>
            </a:r>
            <a:endParaRPr sz="1550" dirty="0">
              <a:solidFill>
                <a:schemeClr val="tx1"/>
              </a:solidFill>
              <a:latin typeface="Cambria"/>
              <a:cs typeface="Cambria"/>
            </a:endParaRPr>
          </a:p>
          <a:p>
            <a:pPr marL="806450" lvl="1" indent="-228600">
              <a:spcBef>
                <a:spcPts val="1090"/>
              </a:spcBef>
              <a:buFont typeface="Arial" panose="020B0604020202020204" pitchFamily="34" charset="0"/>
              <a:buChar char="•"/>
            </a:pPr>
            <a:r>
              <a:rPr sz="1450" dirty="0">
                <a:solidFill>
                  <a:schemeClr val="tx1"/>
                </a:solidFill>
                <a:latin typeface="Cambria"/>
                <a:cs typeface="Cambria"/>
              </a:rPr>
              <a:t>Network</a:t>
            </a:r>
            <a:r>
              <a:rPr sz="1450" spc="105" dirty="0">
                <a:solidFill>
                  <a:schemeClr val="tx1"/>
                </a:solidFill>
                <a:latin typeface="Cambria"/>
                <a:cs typeface="Cambria"/>
              </a:rPr>
              <a:t> </a:t>
            </a:r>
            <a:r>
              <a:rPr sz="1450" spc="-10" dirty="0">
                <a:solidFill>
                  <a:schemeClr val="tx1"/>
                </a:solidFill>
                <a:latin typeface="Cambria"/>
                <a:cs typeface="Cambria"/>
              </a:rPr>
              <a:t>sockets,</a:t>
            </a:r>
            <a:endParaRPr sz="1450" dirty="0">
              <a:solidFill>
                <a:schemeClr val="tx1"/>
              </a:solidFill>
              <a:latin typeface="Cambria"/>
              <a:cs typeface="Cambria"/>
            </a:endParaRPr>
          </a:p>
          <a:p>
            <a:pPr marL="806450" lvl="1" indent="-228600">
              <a:spcBef>
                <a:spcPts val="1095"/>
              </a:spcBef>
              <a:buFont typeface="Arial" panose="020B0604020202020204" pitchFamily="34" charset="0"/>
              <a:buChar char="•"/>
            </a:pPr>
            <a:r>
              <a:rPr sz="1500" dirty="0">
                <a:solidFill>
                  <a:schemeClr val="tx1"/>
                </a:solidFill>
                <a:latin typeface="Cambria"/>
                <a:cs typeface="Cambria"/>
              </a:rPr>
              <a:t>List</a:t>
            </a:r>
            <a:r>
              <a:rPr sz="1500" spc="-20" dirty="0">
                <a:solidFill>
                  <a:schemeClr val="tx1"/>
                </a:solidFill>
                <a:latin typeface="Cambria"/>
                <a:cs typeface="Cambria"/>
              </a:rPr>
              <a:t> </a:t>
            </a:r>
            <a:r>
              <a:rPr sz="1500" dirty="0">
                <a:solidFill>
                  <a:schemeClr val="tx1"/>
                </a:solidFill>
                <a:latin typeface="Cambria"/>
                <a:cs typeface="Cambria"/>
              </a:rPr>
              <a:t>of</a:t>
            </a:r>
            <a:r>
              <a:rPr sz="1500" spc="275" dirty="0">
                <a:solidFill>
                  <a:schemeClr val="tx1"/>
                </a:solidFill>
                <a:latin typeface="Cambria"/>
                <a:cs typeface="Cambria"/>
              </a:rPr>
              <a:t> </a:t>
            </a:r>
            <a:r>
              <a:rPr lang="en-US" sz="1500" spc="-95" dirty="0" smtClean="0">
                <a:solidFill>
                  <a:schemeClr val="tx1"/>
                </a:solidFill>
                <a:latin typeface="Cambria"/>
                <a:cs typeface="Cambria"/>
              </a:rPr>
              <a:t>devices </a:t>
            </a:r>
            <a:r>
              <a:rPr sz="1500" spc="-30" dirty="0" smtClean="0">
                <a:solidFill>
                  <a:schemeClr val="tx1"/>
                </a:solidFill>
                <a:latin typeface="Cambria"/>
                <a:cs typeface="Cambria"/>
              </a:rPr>
              <a:t>and</a:t>
            </a:r>
            <a:r>
              <a:rPr sz="1500" spc="35" dirty="0" smtClean="0">
                <a:solidFill>
                  <a:schemeClr val="tx1"/>
                </a:solidFill>
                <a:latin typeface="Cambria"/>
                <a:cs typeface="Cambria"/>
              </a:rPr>
              <a:t> </a:t>
            </a:r>
            <a:r>
              <a:rPr sz="1500" spc="-10" dirty="0">
                <a:solidFill>
                  <a:schemeClr val="tx1"/>
                </a:solidFill>
                <a:latin typeface="Cambria"/>
                <a:cs typeface="Cambria"/>
              </a:rPr>
              <a:t>processes.</a:t>
            </a:r>
            <a:endParaRPr sz="1500" dirty="0">
              <a:solidFill>
                <a:schemeClr val="tx1"/>
              </a:solidFill>
              <a:latin typeface="Cambria"/>
              <a:cs typeface="Cambria"/>
            </a:endParaRPr>
          </a:p>
          <a:p>
            <a:pPr marL="228600" indent="-228600">
              <a:lnSpc>
                <a:spcPct val="100000"/>
              </a:lnSpc>
              <a:spcBef>
                <a:spcPts val="1040"/>
              </a:spcBef>
              <a:buFont typeface="Arial" panose="020B0604020202020204" pitchFamily="34" charset="0"/>
              <a:buChar char="•"/>
            </a:pPr>
            <a:r>
              <a:rPr lang="en-US" sz="1700" b="1" spc="-45" dirty="0" err="1">
                <a:solidFill>
                  <a:srgbClr val="FF0000"/>
                </a:solidFill>
                <a:latin typeface="Cambria"/>
                <a:cs typeface="Cambria"/>
              </a:rPr>
              <a:t>n</a:t>
            </a:r>
            <a:r>
              <a:rPr lang="en-US" sz="1700" b="1" spc="-45" dirty="0" err="1" smtClean="0">
                <a:solidFill>
                  <a:srgbClr val="FF0000"/>
                </a:solidFill>
                <a:latin typeface="Cambria"/>
                <a:cs typeface="Cambria"/>
              </a:rPr>
              <a:t>etstat</a:t>
            </a:r>
            <a:r>
              <a:rPr lang="en-US" sz="1700" b="1" spc="-45" dirty="0" smtClean="0">
                <a:solidFill>
                  <a:srgbClr val="FF0000"/>
                </a:solidFill>
                <a:latin typeface="Cambria"/>
                <a:cs typeface="Cambria"/>
              </a:rPr>
              <a:t> </a:t>
            </a:r>
            <a:r>
              <a:rPr lang="en-US" sz="1700" b="1" spc="-45" dirty="0" smtClean="0">
                <a:solidFill>
                  <a:schemeClr val="tx1"/>
                </a:solidFill>
                <a:latin typeface="Cambria"/>
                <a:cs typeface="Cambria"/>
              </a:rPr>
              <a:t>: </a:t>
            </a:r>
            <a:r>
              <a:rPr sz="1700" b="1" spc="-60" dirty="0" smtClean="0">
                <a:latin typeface="Cambria"/>
                <a:cs typeface="Cambria"/>
              </a:rPr>
              <a:t>Network</a:t>
            </a:r>
            <a:r>
              <a:rPr sz="1700" b="1" spc="45" dirty="0" smtClean="0">
                <a:latin typeface="Cambria"/>
                <a:cs typeface="Cambria"/>
              </a:rPr>
              <a:t> </a:t>
            </a:r>
            <a:r>
              <a:rPr sz="1700" b="1" spc="-10" dirty="0">
                <a:latin typeface="Cambria"/>
                <a:cs typeface="Cambria"/>
              </a:rPr>
              <a:t>Statistics</a:t>
            </a:r>
            <a:endParaRPr sz="1700" b="1" dirty="0">
              <a:latin typeface="Cambria"/>
              <a:cs typeface="Cambria"/>
            </a:endParaRPr>
          </a:p>
          <a:p>
            <a:pPr marL="574040" indent="-285750">
              <a:lnSpc>
                <a:spcPct val="100000"/>
              </a:lnSpc>
              <a:spcBef>
                <a:spcPts val="1135"/>
              </a:spcBef>
              <a:buFont typeface="Arial" panose="020B0604020202020204" pitchFamily="34" charset="0"/>
              <a:buChar char="•"/>
            </a:pPr>
            <a:r>
              <a:rPr lang="en-US" sz="1450" spc="-10" dirty="0" smtClean="0">
                <a:solidFill>
                  <a:schemeClr val="tx1"/>
                </a:solidFill>
                <a:latin typeface="Cambria"/>
                <a:cs typeface="Cambria"/>
              </a:rPr>
              <a:t>U</a:t>
            </a:r>
            <a:r>
              <a:rPr sz="1450" spc="-10" dirty="0" smtClean="0">
                <a:solidFill>
                  <a:schemeClr val="tx1"/>
                </a:solidFill>
                <a:latin typeface="Cambria"/>
                <a:cs typeface="Cambria"/>
              </a:rPr>
              <a:t>sed</a:t>
            </a:r>
            <a:r>
              <a:rPr sz="1450" spc="40" dirty="0" smtClean="0">
                <a:solidFill>
                  <a:schemeClr val="tx1"/>
                </a:solidFill>
                <a:latin typeface="Cambria"/>
                <a:cs typeface="Cambria"/>
              </a:rPr>
              <a:t> </a:t>
            </a:r>
            <a:r>
              <a:rPr sz="1450" dirty="0">
                <a:solidFill>
                  <a:schemeClr val="tx1"/>
                </a:solidFill>
                <a:latin typeface="Cambria"/>
                <a:cs typeface="Cambria"/>
              </a:rPr>
              <a:t>to</a:t>
            </a:r>
            <a:r>
              <a:rPr sz="1450" spc="-60" dirty="0">
                <a:solidFill>
                  <a:schemeClr val="tx1"/>
                </a:solidFill>
                <a:latin typeface="Cambria"/>
                <a:cs typeface="Cambria"/>
              </a:rPr>
              <a:t> </a:t>
            </a:r>
            <a:r>
              <a:rPr sz="1450" spc="-50" dirty="0" smtClean="0">
                <a:solidFill>
                  <a:schemeClr val="tx1"/>
                </a:solidFill>
                <a:latin typeface="Cambria"/>
                <a:cs typeface="Cambria"/>
              </a:rPr>
              <a:t>d</a:t>
            </a:r>
            <a:r>
              <a:rPr lang="en-US" sz="1450" spc="-50" dirty="0" smtClean="0">
                <a:solidFill>
                  <a:schemeClr val="tx1"/>
                </a:solidFill>
                <a:latin typeface="Cambria"/>
                <a:cs typeface="Cambria"/>
              </a:rPr>
              <a:t>i</a:t>
            </a:r>
            <a:r>
              <a:rPr sz="1450" spc="-50" dirty="0" smtClean="0">
                <a:solidFill>
                  <a:schemeClr val="tx1"/>
                </a:solidFill>
                <a:latin typeface="Cambria"/>
                <a:cs typeface="Cambria"/>
              </a:rPr>
              <a:t>spl</a:t>
            </a:r>
            <a:r>
              <a:rPr lang="en-US" sz="1450" spc="-50" dirty="0" smtClean="0">
                <a:solidFill>
                  <a:schemeClr val="tx1"/>
                </a:solidFill>
                <a:latin typeface="Cambria"/>
                <a:cs typeface="Cambria"/>
              </a:rPr>
              <a:t>a</a:t>
            </a:r>
            <a:r>
              <a:rPr sz="1450" spc="-50" dirty="0" smtClean="0">
                <a:solidFill>
                  <a:schemeClr val="tx1"/>
                </a:solidFill>
                <a:latin typeface="Cambria"/>
                <a:cs typeface="Cambria"/>
              </a:rPr>
              <a:t>y</a:t>
            </a:r>
            <a:r>
              <a:rPr sz="1450" spc="20" dirty="0" smtClean="0">
                <a:solidFill>
                  <a:schemeClr val="tx1"/>
                </a:solidFill>
                <a:latin typeface="Cambria"/>
                <a:cs typeface="Cambria"/>
              </a:rPr>
              <a:t> </a:t>
            </a:r>
            <a:r>
              <a:rPr sz="1450" spc="-35" dirty="0">
                <a:solidFill>
                  <a:srgbClr val="FF0000"/>
                </a:solidFill>
                <a:latin typeface="Cambria"/>
                <a:cs typeface="Cambria"/>
              </a:rPr>
              <a:t>network</a:t>
            </a:r>
            <a:r>
              <a:rPr sz="1450" spc="65" dirty="0">
                <a:solidFill>
                  <a:srgbClr val="FF0000"/>
                </a:solidFill>
                <a:latin typeface="Cambria"/>
                <a:cs typeface="Cambria"/>
              </a:rPr>
              <a:t> </a:t>
            </a:r>
            <a:r>
              <a:rPr sz="1450" spc="-50" dirty="0" smtClean="0">
                <a:solidFill>
                  <a:srgbClr val="FF0000"/>
                </a:solidFill>
                <a:latin typeface="Cambria"/>
                <a:cs typeface="Cambria"/>
              </a:rPr>
              <a:t>con</a:t>
            </a:r>
            <a:r>
              <a:rPr lang="en-US" sz="1450" spc="-50" dirty="0" smtClean="0">
                <a:solidFill>
                  <a:srgbClr val="FF0000"/>
                </a:solidFill>
                <a:latin typeface="Cambria"/>
                <a:cs typeface="Cambria"/>
              </a:rPr>
              <a:t>nec</a:t>
            </a:r>
            <a:r>
              <a:rPr sz="1450" spc="-50" dirty="0" smtClean="0">
                <a:solidFill>
                  <a:srgbClr val="FF0000"/>
                </a:solidFill>
                <a:latin typeface="Cambria"/>
                <a:cs typeface="Cambria"/>
              </a:rPr>
              <a:t>tio</a:t>
            </a:r>
            <a:r>
              <a:rPr lang="en-US" sz="1450" spc="-50" dirty="0" smtClean="0">
                <a:solidFill>
                  <a:srgbClr val="FF0000"/>
                </a:solidFill>
                <a:latin typeface="Cambria"/>
                <a:cs typeface="Cambria"/>
              </a:rPr>
              <a:t>n</a:t>
            </a:r>
            <a:r>
              <a:rPr sz="1450" spc="-50" dirty="0" smtClean="0">
                <a:solidFill>
                  <a:srgbClr val="FF0000"/>
                </a:solidFill>
                <a:latin typeface="Cambria"/>
                <a:cs typeface="Cambria"/>
              </a:rPr>
              <a:t>,</a:t>
            </a:r>
            <a:r>
              <a:rPr sz="1450" spc="-15" dirty="0" smtClean="0">
                <a:solidFill>
                  <a:srgbClr val="FF0000"/>
                </a:solidFill>
                <a:latin typeface="Cambria"/>
                <a:cs typeface="Cambria"/>
              </a:rPr>
              <a:t> </a:t>
            </a:r>
            <a:r>
              <a:rPr lang="en-US" sz="1450" dirty="0" smtClean="0">
                <a:solidFill>
                  <a:srgbClr val="FF0000"/>
                </a:solidFill>
                <a:latin typeface="Cambria"/>
                <a:cs typeface="Cambria"/>
              </a:rPr>
              <a:t>r</a:t>
            </a:r>
            <a:r>
              <a:rPr sz="1450" dirty="0" smtClean="0">
                <a:solidFill>
                  <a:srgbClr val="FF0000"/>
                </a:solidFill>
                <a:latin typeface="Cambria"/>
                <a:cs typeface="Cambria"/>
              </a:rPr>
              <a:t>outing</a:t>
            </a:r>
            <a:r>
              <a:rPr sz="1450" spc="50" dirty="0" smtClean="0">
                <a:solidFill>
                  <a:srgbClr val="FF0000"/>
                </a:solidFill>
                <a:latin typeface="Cambria"/>
                <a:cs typeface="Cambria"/>
              </a:rPr>
              <a:t> </a:t>
            </a:r>
            <a:r>
              <a:rPr lang="en-US" sz="1450" dirty="0" smtClean="0">
                <a:solidFill>
                  <a:srgbClr val="FF0000"/>
                </a:solidFill>
                <a:latin typeface="Cambria"/>
                <a:cs typeface="Cambria"/>
              </a:rPr>
              <a:t>ta</a:t>
            </a:r>
            <a:r>
              <a:rPr sz="1450" dirty="0" smtClean="0">
                <a:solidFill>
                  <a:srgbClr val="FF0000"/>
                </a:solidFill>
                <a:latin typeface="Cambria"/>
                <a:cs typeface="Cambria"/>
              </a:rPr>
              <a:t>bles</a:t>
            </a:r>
            <a:r>
              <a:rPr sz="1450" dirty="0">
                <a:solidFill>
                  <a:srgbClr val="FF0000"/>
                </a:solidFill>
                <a:latin typeface="Cambria"/>
                <a:cs typeface="Cambria"/>
              </a:rPr>
              <a:t>,</a:t>
            </a:r>
            <a:r>
              <a:rPr sz="1450" spc="-15" dirty="0">
                <a:solidFill>
                  <a:srgbClr val="FF0000"/>
                </a:solidFill>
                <a:latin typeface="Cambria"/>
                <a:cs typeface="Cambria"/>
              </a:rPr>
              <a:t> </a:t>
            </a:r>
            <a:r>
              <a:rPr sz="1450" dirty="0">
                <a:solidFill>
                  <a:srgbClr val="FF0000"/>
                </a:solidFill>
                <a:latin typeface="Cambria"/>
                <a:cs typeface="Cambria"/>
              </a:rPr>
              <a:t>and</a:t>
            </a:r>
            <a:r>
              <a:rPr sz="1450" spc="70" dirty="0">
                <a:solidFill>
                  <a:srgbClr val="FF0000"/>
                </a:solidFill>
                <a:latin typeface="Cambria"/>
                <a:cs typeface="Cambria"/>
              </a:rPr>
              <a:t> </a:t>
            </a:r>
            <a:r>
              <a:rPr sz="1450" spc="-10" dirty="0" smtClean="0">
                <a:solidFill>
                  <a:srgbClr val="FF0000"/>
                </a:solidFill>
                <a:latin typeface="Cambria"/>
                <a:cs typeface="Cambria"/>
              </a:rPr>
              <a:t>network</a:t>
            </a:r>
            <a:r>
              <a:rPr lang="en-US" sz="1450" spc="-10" dirty="0" smtClean="0">
                <a:solidFill>
                  <a:srgbClr val="FF0000"/>
                </a:solidFill>
                <a:latin typeface="Cambria"/>
                <a:cs typeface="Cambria"/>
              </a:rPr>
              <a:t> </a:t>
            </a:r>
            <a:r>
              <a:rPr sz="1500" spc="-40" dirty="0" smtClean="0">
                <a:solidFill>
                  <a:srgbClr val="FF0000"/>
                </a:solidFill>
                <a:latin typeface="Cambria"/>
                <a:cs typeface="Cambria"/>
              </a:rPr>
              <a:t>interface</a:t>
            </a:r>
            <a:r>
              <a:rPr sz="1500" spc="10" dirty="0" smtClean="0">
                <a:solidFill>
                  <a:srgbClr val="FF0000"/>
                </a:solidFill>
                <a:latin typeface="Cambria"/>
                <a:cs typeface="Cambria"/>
              </a:rPr>
              <a:t> </a:t>
            </a:r>
            <a:r>
              <a:rPr sz="1500" spc="-10" dirty="0">
                <a:solidFill>
                  <a:srgbClr val="FF0000"/>
                </a:solidFill>
                <a:latin typeface="Cambria"/>
                <a:cs typeface="Cambria"/>
              </a:rPr>
              <a:t>statistics</a:t>
            </a:r>
            <a:endParaRPr sz="1500" dirty="0">
              <a:solidFill>
                <a:srgbClr val="FF0000"/>
              </a:solidFill>
              <a:latin typeface="Cambria"/>
              <a:cs typeface="Cambria"/>
            </a:endParaRPr>
          </a:p>
          <a:p>
            <a:pPr marL="228600" indent="-215900">
              <a:lnSpc>
                <a:spcPct val="100000"/>
              </a:lnSpc>
              <a:spcBef>
                <a:spcPts val="1100"/>
              </a:spcBef>
              <a:buFont typeface="Arial" panose="020B0604020202020204" pitchFamily="34" charset="0"/>
              <a:buChar char="•"/>
            </a:pPr>
            <a:r>
              <a:rPr sz="1600" b="1" spc="-10" dirty="0" err="1" smtClean="0">
                <a:solidFill>
                  <a:srgbClr val="FF0000"/>
                </a:solidFill>
                <a:latin typeface="Cambria"/>
                <a:cs typeface="Cambria"/>
              </a:rPr>
              <a:t>Tcpdump</a:t>
            </a:r>
            <a:r>
              <a:rPr sz="1600" dirty="0" smtClean="0">
                <a:solidFill>
                  <a:srgbClr val="775B46"/>
                </a:solidFill>
                <a:latin typeface="Cambria"/>
                <a:cs typeface="Cambria"/>
              </a:rPr>
              <a:t>:</a:t>
            </a:r>
            <a:r>
              <a:rPr sz="1600" spc="-20" dirty="0" smtClean="0">
                <a:solidFill>
                  <a:srgbClr val="775B46"/>
                </a:solidFill>
                <a:latin typeface="Cambria"/>
                <a:cs typeface="Cambria"/>
              </a:rPr>
              <a:t> </a:t>
            </a:r>
            <a:r>
              <a:rPr sz="1600" spc="-40" dirty="0">
                <a:solidFill>
                  <a:schemeClr val="tx1"/>
                </a:solidFill>
                <a:latin typeface="Cambria"/>
                <a:cs typeface="Cambria"/>
              </a:rPr>
              <a:t>allows</a:t>
            </a:r>
            <a:r>
              <a:rPr sz="1600" spc="50" dirty="0">
                <a:solidFill>
                  <a:schemeClr val="tx1"/>
                </a:solidFill>
                <a:latin typeface="Cambria"/>
                <a:cs typeface="Cambria"/>
              </a:rPr>
              <a:t> </a:t>
            </a:r>
            <a:r>
              <a:rPr sz="1600" spc="-55" dirty="0">
                <a:solidFill>
                  <a:schemeClr val="tx1"/>
                </a:solidFill>
                <a:latin typeface="Cambria"/>
                <a:cs typeface="Cambria"/>
              </a:rPr>
              <a:t>you</a:t>
            </a:r>
            <a:r>
              <a:rPr sz="1600" spc="-60" dirty="0">
                <a:solidFill>
                  <a:schemeClr val="tx1"/>
                </a:solidFill>
                <a:latin typeface="Cambria"/>
                <a:cs typeface="Cambria"/>
              </a:rPr>
              <a:t> </a:t>
            </a:r>
            <a:r>
              <a:rPr sz="1600" spc="-60" dirty="0" smtClean="0">
                <a:solidFill>
                  <a:schemeClr val="tx1"/>
                </a:solidFill>
                <a:latin typeface="Cambria"/>
                <a:cs typeface="Cambria"/>
              </a:rPr>
              <a:t>to</a:t>
            </a:r>
            <a:r>
              <a:rPr sz="1600" spc="-15" dirty="0" smtClean="0">
                <a:solidFill>
                  <a:schemeClr val="tx1"/>
                </a:solidFill>
                <a:latin typeface="Cambria"/>
                <a:cs typeface="Cambria"/>
              </a:rPr>
              <a:t> </a:t>
            </a:r>
            <a:r>
              <a:rPr sz="1600" spc="-30" dirty="0">
                <a:solidFill>
                  <a:srgbClr val="FF0000"/>
                </a:solidFill>
                <a:latin typeface="Cambria"/>
                <a:cs typeface="Cambria"/>
              </a:rPr>
              <a:t>capture</a:t>
            </a:r>
            <a:r>
              <a:rPr sz="1600" spc="45" dirty="0">
                <a:solidFill>
                  <a:schemeClr val="tx1"/>
                </a:solidFill>
                <a:latin typeface="Cambria"/>
                <a:cs typeface="Cambria"/>
              </a:rPr>
              <a:t> </a:t>
            </a:r>
            <a:r>
              <a:rPr sz="1600" dirty="0">
                <a:solidFill>
                  <a:schemeClr val="tx1"/>
                </a:solidFill>
                <a:latin typeface="Cambria"/>
                <a:cs typeface="Cambria"/>
              </a:rPr>
              <a:t>and</a:t>
            </a:r>
            <a:r>
              <a:rPr sz="1600" spc="20" dirty="0">
                <a:solidFill>
                  <a:schemeClr val="tx1"/>
                </a:solidFill>
                <a:latin typeface="Cambria"/>
                <a:cs typeface="Cambria"/>
              </a:rPr>
              <a:t> </a:t>
            </a:r>
            <a:r>
              <a:rPr sz="1600" spc="-50" dirty="0">
                <a:solidFill>
                  <a:srgbClr val="FF0000"/>
                </a:solidFill>
                <a:latin typeface="Cambria"/>
                <a:cs typeface="Cambria"/>
              </a:rPr>
              <a:t>analyze</a:t>
            </a:r>
            <a:r>
              <a:rPr sz="1600" spc="-20" dirty="0">
                <a:solidFill>
                  <a:srgbClr val="FF0000"/>
                </a:solidFill>
                <a:latin typeface="Cambria"/>
                <a:cs typeface="Cambria"/>
              </a:rPr>
              <a:t> </a:t>
            </a:r>
            <a:r>
              <a:rPr sz="1600" spc="-40" dirty="0">
                <a:solidFill>
                  <a:srgbClr val="FF0000"/>
                </a:solidFill>
                <a:latin typeface="Cambria"/>
                <a:cs typeface="Cambria"/>
              </a:rPr>
              <a:t>network</a:t>
            </a:r>
            <a:r>
              <a:rPr sz="1600" spc="95" dirty="0">
                <a:solidFill>
                  <a:srgbClr val="FF0000"/>
                </a:solidFill>
                <a:latin typeface="Cambria"/>
                <a:cs typeface="Cambria"/>
              </a:rPr>
              <a:t> </a:t>
            </a:r>
            <a:r>
              <a:rPr sz="1600" dirty="0" smtClean="0">
                <a:solidFill>
                  <a:srgbClr val="FF0000"/>
                </a:solidFill>
                <a:latin typeface="Cambria"/>
                <a:cs typeface="Cambria"/>
              </a:rPr>
              <a:t>t</a:t>
            </a:r>
            <a:r>
              <a:rPr lang="en-US" sz="1600" dirty="0" smtClean="0">
                <a:solidFill>
                  <a:srgbClr val="FF0000"/>
                </a:solidFill>
                <a:latin typeface="Cambria"/>
                <a:cs typeface="Cambria"/>
              </a:rPr>
              <a:t>ra</a:t>
            </a:r>
            <a:r>
              <a:rPr sz="1600" dirty="0" smtClean="0">
                <a:solidFill>
                  <a:srgbClr val="FF0000"/>
                </a:solidFill>
                <a:latin typeface="Cambria"/>
                <a:cs typeface="Cambria"/>
              </a:rPr>
              <a:t>ffic</a:t>
            </a:r>
            <a:r>
              <a:rPr sz="1600" spc="5" dirty="0" smtClean="0">
                <a:solidFill>
                  <a:srgbClr val="FF0000"/>
                </a:solidFill>
                <a:latin typeface="Cambria"/>
                <a:cs typeface="Cambria"/>
              </a:rPr>
              <a:t> </a:t>
            </a:r>
            <a:r>
              <a:rPr sz="1600" spc="-25" dirty="0" smtClean="0">
                <a:solidFill>
                  <a:srgbClr val="FF0000"/>
                </a:solidFill>
                <a:latin typeface="Cambria"/>
                <a:cs typeface="Cambria"/>
              </a:rPr>
              <a:t>in</a:t>
            </a:r>
            <a:r>
              <a:rPr lang="en-US" sz="1600" spc="-25" dirty="0" smtClean="0">
                <a:solidFill>
                  <a:srgbClr val="FF0000"/>
                </a:solidFill>
                <a:latin typeface="Cambria"/>
                <a:cs typeface="Cambria"/>
              </a:rPr>
              <a:t> real-time</a:t>
            </a:r>
            <a:endParaRPr sz="1600" spc="-25" dirty="0" smtClean="0">
              <a:solidFill>
                <a:srgbClr val="FF0000"/>
              </a:solidFill>
              <a:latin typeface="Cambria"/>
              <a:cs typeface="Cambria"/>
            </a:endParaRPr>
          </a:p>
        </p:txBody>
      </p:sp>
      <p:sp>
        <p:nvSpPr>
          <p:cNvPr id="8" name="object 3"/>
          <p:cNvSpPr txBox="1">
            <a:spLocks/>
          </p:cNvSpPr>
          <p:nvPr/>
        </p:nvSpPr>
        <p:spPr>
          <a:xfrm>
            <a:off x="0" y="66675"/>
            <a:ext cx="6007100" cy="320601"/>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000" b="1" spc="-10" dirty="0" smtClean="0">
                <a:solidFill>
                  <a:srgbClr val="FF0000"/>
                </a:solidFill>
              </a:rPr>
              <a:t>Linux </a:t>
            </a:r>
            <a:r>
              <a:rPr lang="en-US" sz="2000" b="1" dirty="0" smtClean="0">
                <a:solidFill>
                  <a:srgbClr val="FF0000"/>
                </a:solidFill>
              </a:rPr>
              <a:t>Commands</a:t>
            </a:r>
            <a:r>
              <a:rPr lang="en-US" sz="2000" b="1" spc="50" dirty="0" smtClean="0">
                <a:solidFill>
                  <a:srgbClr val="FF0000"/>
                </a:solidFill>
              </a:rPr>
              <a:t> and Tools </a:t>
            </a:r>
            <a:r>
              <a:rPr lang="en-US" sz="2000" b="1" dirty="0" smtClean="0">
                <a:solidFill>
                  <a:srgbClr val="FF0000"/>
                </a:solidFill>
              </a:rPr>
              <a:t>for</a:t>
            </a:r>
            <a:r>
              <a:rPr lang="en-US" sz="2000" b="1" spc="-65" dirty="0" smtClean="0">
                <a:solidFill>
                  <a:srgbClr val="FF0000"/>
                </a:solidFill>
              </a:rPr>
              <a:t> </a:t>
            </a:r>
            <a:r>
              <a:rPr lang="en-US" sz="2000" b="1" spc="-55" dirty="0" smtClean="0">
                <a:solidFill>
                  <a:srgbClr val="FF0000"/>
                </a:solidFill>
              </a:rPr>
              <a:t>System</a:t>
            </a:r>
            <a:r>
              <a:rPr lang="en-US" sz="2000" b="1" spc="-40" dirty="0" smtClean="0">
                <a:solidFill>
                  <a:srgbClr val="FF0000"/>
                </a:solidFill>
              </a:rPr>
              <a:t> </a:t>
            </a:r>
            <a:r>
              <a:rPr lang="en-US" sz="2000" b="1" spc="-10" dirty="0" smtClean="0">
                <a:solidFill>
                  <a:srgbClr val="FF0000"/>
                </a:solidFill>
              </a:rPr>
              <a:t>Administrators… </a:t>
            </a:r>
            <a:endParaRPr lang="en-US" sz="2000" b="1" dirty="0">
              <a:solidFill>
                <a:srgbClr val="FF0000"/>
              </a:solidFill>
            </a:endParaRPr>
          </a:p>
        </p:txBody>
      </p:sp>
      <p:sp>
        <p:nvSpPr>
          <p:cNvPr id="17" name="Date Placeholder 16"/>
          <p:cNvSpPr>
            <a:spLocks noGrp="1"/>
          </p:cNvSpPr>
          <p:nvPr>
            <p:ph type="dt" sz="half" idx="6"/>
          </p:nvPr>
        </p:nvSpPr>
        <p:spPr/>
        <p:txBody>
          <a:bodyPr/>
          <a:lstStyle/>
          <a:p>
            <a:fld id="{5658D1CA-85F8-49A2-A164-F6DCE83BDB0E}" type="datetime1">
              <a:rPr lang="en-US" smtClean="0"/>
              <a:t>12/3/2025</a:t>
            </a:fld>
            <a:endParaRPr lang="en-US" dirty="0"/>
          </a:p>
        </p:txBody>
      </p:sp>
      <p:sp>
        <p:nvSpPr>
          <p:cNvPr id="18" name="Footer Placeholder 17"/>
          <p:cNvSpPr>
            <a:spLocks noGrp="1"/>
          </p:cNvSpPr>
          <p:nvPr>
            <p:ph type="ftr" sz="quarter" idx="5"/>
          </p:nvPr>
        </p:nvSpPr>
        <p:spPr/>
        <p:txBody>
          <a:bodyPr/>
          <a:lstStyle/>
          <a:p>
            <a:r>
              <a:rPr lang="en-US" smtClean="0"/>
              <a:t>Linux System and Network Administration                                                                       By Dr. Samuel Asferaw</a:t>
            </a:r>
            <a:endParaRPr lang="en-US" dirty="0"/>
          </a:p>
        </p:txBody>
      </p:sp>
      <p:sp>
        <p:nvSpPr>
          <p:cNvPr id="19" name="Slide Number Placeholder 18"/>
          <p:cNvSpPr>
            <a:spLocks noGrp="1"/>
          </p:cNvSpPr>
          <p:nvPr>
            <p:ph type="sldNum" sz="quarter" idx="7"/>
          </p:nvPr>
        </p:nvSpPr>
        <p:spPr/>
        <p:txBody>
          <a:bodyPr/>
          <a:lstStyle/>
          <a:p>
            <a:fld id="{B6F15528-21DE-4FAA-801E-634DDDAF4B2B}"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3500" y="295275"/>
            <a:ext cx="5930900" cy="3969035"/>
          </a:xfrm>
          <a:prstGeom prst="rect">
            <a:avLst/>
          </a:prstGeom>
        </p:spPr>
        <p:txBody>
          <a:bodyPr vert="horz" wrap="square" lIns="0" tIns="138430" rIns="0" bIns="0" rtlCol="0">
            <a:spAutoFit/>
          </a:bodyPr>
          <a:lstStyle/>
          <a:p>
            <a:pPr marL="228600" indent="-174625">
              <a:lnSpc>
                <a:spcPct val="100000"/>
              </a:lnSpc>
              <a:spcBef>
                <a:spcPts val="1090"/>
              </a:spcBef>
              <a:buFont typeface="Arial" panose="020B0604020202020204" pitchFamily="34" charset="0"/>
              <a:buChar char="•"/>
            </a:pPr>
            <a:r>
              <a:rPr lang="en-US" sz="1600" b="1" spc="-50" dirty="0" err="1">
                <a:solidFill>
                  <a:srgbClr val="FF0000"/>
                </a:solidFill>
              </a:rPr>
              <a:t>i</a:t>
            </a:r>
            <a:r>
              <a:rPr lang="en-US" sz="1600" b="1" spc="-50" dirty="0" err="1" smtClean="0">
                <a:solidFill>
                  <a:srgbClr val="FF0000"/>
                </a:solidFill>
              </a:rPr>
              <a:t>fconfig</a:t>
            </a:r>
            <a:r>
              <a:rPr lang="en-US" sz="1600" spc="-50" dirty="0" smtClean="0">
                <a:solidFill>
                  <a:schemeClr val="tx1"/>
                </a:solidFill>
              </a:rPr>
              <a:t> (interface configurator):</a:t>
            </a:r>
          </a:p>
          <a:p>
            <a:pPr marL="457200" indent="-228600">
              <a:lnSpc>
                <a:spcPct val="100000"/>
              </a:lnSpc>
              <a:spcBef>
                <a:spcPts val="1090"/>
              </a:spcBef>
              <a:buFont typeface="Arial" panose="020B0604020202020204" pitchFamily="34" charset="0"/>
              <a:buChar char="•"/>
            </a:pPr>
            <a:r>
              <a:rPr lang="en-US" sz="1600" spc="-50" dirty="0" smtClean="0">
                <a:solidFill>
                  <a:schemeClr val="tx1"/>
                </a:solidFill>
              </a:rPr>
              <a:t>To initialize</a:t>
            </a:r>
            <a:r>
              <a:rPr lang="en-US" sz="1600" spc="-25" dirty="0" smtClean="0">
                <a:solidFill>
                  <a:schemeClr val="tx1"/>
                </a:solidFill>
              </a:rPr>
              <a:t> </a:t>
            </a:r>
            <a:r>
              <a:rPr lang="en-US" sz="1600" dirty="0" smtClean="0">
                <a:solidFill>
                  <a:schemeClr val="tx1"/>
                </a:solidFill>
              </a:rPr>
              <a:t>an</a:t>
            </a:r>
            <a:r>
              <a:rPr lang="en-US" sz="1600" spc="-80" dirty="0" smtClean="0">
                <a:solidFill>
                  <a:schemeClr val="tx1"/>
                </a:solidFill>
              </a:rPr>
              <a:t> </a:t>
            </a:r>
            <a:r>
              <a:rPr lang="en-US" sz="1600" spc="-30" dirty="0" smtClean="0">
                <a:solidFill>
                  <a:schemeClr val="tx1"/>
                </a:solidFill>
              </a:rPr>
              <a:t>interface,</a:t>
            </a:r>
            <a:endParaRPr lang="en-US" sz="1550" spc="45" dirty="0" smtClean="0">
              <a:solidFill>
                <a:schemeClr val="tx1"/>
              </a:solidFill>
              <a:latin typeface="Cambria"/>
              <a:cs typeface="Cambria"/>
            </a:endParaRPr>
          </a:p>
          <a:p>
            <a:pPr marL="457200" indent="-228600">
              <a:lnSpc>
                <a:spcPct val="100000"/>
              </a:lnSpc>
              <a:spcBef>
                <a:spcPts val="1090"/>
              </a:spcBef>
              <a:buFont typeface="Arial" panose="020B0604020202020204" pitchFamily="34" charset="0"/>
              <a:buChar char="•"/>
            </a:pPr>
            <a:r>
              <a:rPr lang="en-US" sz="1550" spc="-90" dirty="0" smtClean="0">
                <a:solidFill>
                  <a:schemeClr val="tx1"/>
                </a:solidFill>
                <a:latin typeface="Cambria"/>
                <a:cs typeface="Cambria"/>
              </a:rPr>
              <a:t>To </a:t>
            </a:r>
            <a:r>
              <a:rPr sz="1550" spc="-90" dirty="0" smtClean="0">
                <a:solidFill>
                  <a:schemeClr val="tx1"/>
                </a:solidFill>
                <a:latin typeface="Cambria"/>
                <a:cs typeface="Cambria"/>
              </a:rPr>
              <a:t>assign</a:t>
            </a:r>
            <a:r>
              <a:rPr sz="1550" spc="-20" dirty="0" smtClean="0">
                <a:solidFill>
                  <a:schemeClr val="tx1"/>
                </a:solidFill>
                <a:latin typeface="Cambria"/>
                <a:cs typeface="Cambria"/>
              </a:rPr>
              <a:t> </a:t>
            </a:r>
            <a:r>
              <a:rPr sz="1550" dirty="0">
                <a:solidFill>
                  <a:schemeClr val="tx1"/>
                </a:solidFill>
                <a:latin typeface="Cambria"/>
                <a:cs typeface="Cambria"/>
              </a:rPr>
              <a:t>IP</a:t>
            </a:r>
            <a:r>
              <a:rPr sz="1550" spc="280" dirty="0">
                <a:solidFill>
                  <a:schemeClr val="tx1"/>
                </a:solidFill>
                <a:latin typeface="Cambria"/>
                <a:cs typeface="Cambria"/>
              </a:rPr>
              <a:t> </a:t>
            </a:r>
            <a:r>
              <a:rPr sz="1550" spc="-55" dirty="0">
                <a:solidFill>
                  <a:schemeClr val="tx1"/>
                </a:solidFill>
                <a:latin typeface="Cambria"/>
                <a:cs typeface="Cambria"/>
              </a:rPr>
              <a:t>Address</a:t>
            </a:r>
            <a:r>
              <a:rPr sz="1550" spc="105" dirty="0">
                <a:solidFill>
                  <a:schemeClr val="tx1"/>
                </a:solidFill>
                <a:latin typeface="Cambria"/>
                <a:cs typeface="Cambria"/>
              </a:rPr>
              <a:t> </a:t>
            </a:r>
            <a:r>
              <a:rPr sz="1550" spc="-10" dirty="0">
                <a:solidFill>
                  <a:schemeClr val="tx1"/>
                </a:solidFill>
                <a:latin typeface="Cambria"/>
                <a:cs typeface="Cambria"/>
              </a:rPr>
              <a:t>to</a:t>
            </a:r>
            <a:r>
              <a:rPr sz="1550" spc="-55" dirty="0">
                <a:solidFill>
                  <a:schemeClr val="tx1"/>
                </a:solidFill>
                <a:latin typeface="Cambria"/>
                <a:cs typeface="Cambria"/>
              </a:rPr>
              <a:t> </a:t>
            </a:r>
            <a:r>
              <a:rPr sz="1550" spc="-65" dirty="0">
                <a:solidFill>
                  <a:schemeClr val="tx1"/>
                </a:solidFill>
                <a:latin typeface="Cambria"/>
                <a:cs typeface="Cambria"/>
              </a:rPr>
              <a:t>interface</a:t>
            </a:r>
            <a:r>
              <a:rPr sz="1550" spc="60" dirty="0">
                <a:solidFill>
                  <a:schemeClr val="tx1"/>
                </a:solidFill>
                <a:latin typeface="Cambria"/>
                <a:cs typeface="Cambria"/>
              </a:rPr>
              <a:t> </a:t>
            </a:r>
            <a:r>
              <a:rPr sz="1550" spc="-50" dirty="0">
                <a:solidFill>
                  <a:schemeClr val="tx1"/>
                </a:solidFill>
                <a:latin typeface="Cambria"/>
                <a:cs typeface="Cambria"/>
              </a:rPr>
              <a:t>and</a:t>
            </a:r>
            <a:r>
              <a:rPr sz="1550" spc="-20" dirty="0">
                <a:solidFill>
                  <a:schemeClr val="tx1"/>
                </a:solidFill>
                <a:latin typeface="Cambria"/>
                <a:cs typeface="Cambria"/>
              </a:rPr>
              <a:t> </a:t>
            </a:r>
            <a:r>
              <a:rPr sz="1550" spc="-75" dirty="0">
                <a:solidFill>
                  <a:schemeClr val="tx1"/>
                </a:solidFill>
                <a:latin typeface="Cambria"/>
                <a:cs typeface="Cambria"/>
              </a:rPr>
              <a:t>enable</a:t>
            </a:r>
            <a:r>
              <a:rPr sz="1550" spc="-10" dirty="0">
                <a:solidFill>
                  <a:schemeClr val="tx1"/>
                </a:solidFill>
                <a:latin typeface="Cambria"/>
                <a:cs typeface="Cambria"/>
              </a:rPr>
              <a:t> </a:t>
            </a:r>
            <a:r>
              <a:rPr sz="1550" spc="-25" dirty="0">
                <a:solidFill>
                  <a:schemeClr val="tx1"/>
                </a:solidFill>
                <a:latin typeface="Cambria"/>
                <a:cs typeface="Cambria"/>
              </a:rPr>
              <a:t>or</a:t>
            </a:r>
            <a:endParaRPr sz="1550" dirty="0">
              <a:solidFill>
                <a:schemeClr val="tx1"/>
              </a:solidFill>
              <a:latin typeface="Cambria"/>
              <a:cs typeface="Cambria"/>
            </a:endParaRPr>
          </a:p>
          <a:p>
            <a:pPr marL="457200" indent="-228600">
              <a:lnSpc>
                <a:spcPct val="100000"/>
              </a:lnSpc>
              <a:spcBef>
                <a:spcPts val="990"/>
              </a:spcBef>
              <a:buFont typeface="Arial" panose="020B0604020202020204" pitchFamily="34" charset="0"/>
              <a:buChar char="•"/>
            </a:pPr>
            <a:r>
              <a:rPr lang="en-US" sz="1550" dirty="0" smtClean="0">
                <a:solidFill>
                  <a:schemeClr val="tx1"/>
                </a:solidFill>
                <a:latin typeface="Cambria"/>
                <a:cs typeface="Cambria"/>
              </a:rPr>
              <a:t>To </a:t>
            </a:r>
            <a:r>
              <a:rPr sz="1550" spc="-80" dirty="0" smtClean="0">
                <a:solidFill>
                  <a:schemeClr val="tx1"/>
                </a:solidFill>
                <a:latin typeface="Cambria"/>
                <a:cs typeface="Cambria"/>
              </a:rPr>
              <a:t>disable</a:t>
            </a:r>
            <a:r>
              <a:rPr sz="1550" spc="10" dirty="0" smtClean="0">
                <a:solidFill>
                  <a:schemeClr val="tx1"/>
                </a:solidFill>
                <a:latin typeface="Cambria"/>
                <a:cs typeface="Cambria"/>
              </a:rPr>
              <a:t> </a:t>
            </a:r>
            <a:r>
              <a:rPr sz="1550" spc="-55" dirty="0">
                <a:solidFill>
                  <a:schemeClr val="tx1"/>
                </a:solidFill>
                <a:latin typeface="Cambria"/>
                <a:cs typeface="Cambria"/>
              </a:rPr>
              <a:t>interface</a:t>
            </a:r>
            <a:r>
              <a:rPr sz="1550" spc="40" dirty="0">
                <a:solidFill>
                  <a:schemeClr val="tx1"/>
                </a:solidFill>
                <a:latin typeface="Cambria"/>
                <a:cs typeface="Cambria"/>
              </a:rPr>
              <a:t> </a:t>
            </a:r>
            <a:r>
              <a:rPr sz="1550" dirty="0">
                <a:solidFill>
                  <a:schemeClr val="tx1"/>
                </a:solidFill>
                <a:latin typeface="Cambria"/>
                <a:cs typeface="Cambria"/>
              </a:rPr>
              <a:t>on</a:t>
            </a:r>
            <a:r>
              <a:rPr sz="1550" spc="-15" dirty="0">
                <a:solidFill>
                  <a:schemeClr val="tx1"/>
                </a:solidFill>
                <a:latin typeface="Cambria"/>
                <a:cs typeface="Cambria"/>
              </a:rPr>
              <a:t> </a:t>
            </a:r>
            <a:r>
              <a:rPr sz="1550" spc="-10" dirty="0">
                <a:solidFill>
                  <a:schemeClr val="tx1"/>
                </a:solidFill>
                <a:latin typeface="Cambria"/>
                <a:cs typeface="Cambria"/>
              </a:rPr>
              <a:t>demand.</a:t>
            </a:r>
            <a:endParaRPr sz="1550" dirty="0">
              <a:solidFill>
                <a:schemeClr val="tx1"/>
              </a:solidFill>
              <a:latin typeface="Cambria"/>
              <a:cs typeface="Cambria"/>
            </a:endParaRPr>
          </a:p>
          <a:p>
            <a:pPr marL="457200" indent="-228600">
              <a:lnSpc>
                <a:spcPct val="100000"/>
              </a:lnSpc>
              <a:spcBef>
                <a:spcPts val="990"/>
              </a:spcBef>
              <a:buFont typeface="Arial" panose="020B0604020202020204" pitchFamily="34" charset="0"/>
              <a:buChar char="•"/>
            </a:pPr>
            <a:r>
              <a:rPr lang="en-US" sz="1550" dirty="0" smtClean="0">
                <a:solidFill>
                  <a:schemeClr val="tx1"/>
                </a:solidFill>
                <a:latin typeface="Cambria"/>
                <a:cs typeface="Cambria"/>
              </a:rPr>
              <a:t>To </a:t>
            </a:r>
            <a:r>
              <a:rPr sz="1550" spc="-75" dirty="0" smtClean="0">
                <a:solidFill>
                  <a:schemeClr val="tx1"/>
                </a:solidFill>
                <a:latin typeface="Cambria"/>
                <a:cs typeface="Cambria"/>
              </a:rPr>
              <a:t>view</a:t>
            </a:r>
            <a:r>
              <a:rPr sz="1550" spc="-10" dirty="0" smtClean="0">
                <a:solidFill>
                  <a:schemeClr val="tx1"/>
                </a:solidFill>
                <a:latin typeface="Cambria"/>
                <a:cs typeface="Cambria"/>
              </a:rPr>
              <a:t> </a:t>
            </a:r>
            <a:r>
              <a:rPr sz="1550" dirty="0">
                <a:solidFill>
                  <a:schemeClr val="tx1"/>
                </a:solidFill>
                <a:latin typeface="Cambria"/>
                <a:cs typeface="Cambria"/>
              </a:rPr>
              <a:t>IP</a:t>
            </a:r>
            <a:r>
              <a:rPr sz="1550" spc="185" dirty="0">
                <a:solidFill>
                  <a:schemeClr val="tx1"/>
                </a:solidFill>
                <a:latin typeface="Cambria"/>
                <a:cs typeface="Cambria"/>
              </a:rPr>
              <a:t> </a:t>
            </a:r>
            <a:r>
              <a:rPr sz="1550" spc="-50" dirty="0">
                <a:solidFill>
                  <a:schemeClr val="tx1"/>
                </a:solidFill>
                <a:latin typeface="Cambria"/>
                <a:cs typeface="Cambria"/>
              </a:rPr>
              <a:t>Address</a:t>
            </a:r>
            <a:r>
              <a:rPr sz="1550" spc="15" dirty="0">
                <a:solidFill>
                  <a:schemeClr val="tx1"/>
                </a:solidFill>
                <a:latin typeface="Cambria"/>
                <a:cs typeface="Cambria"/>
              </a:rPr>
              <a:t> </a:t>
            </a:r>
            <a:r>
              <a:rPr sz="1550" spc="-60" dirty="0">
                <a:solidFill>
                  <a:schemeClr val="tx1"/>
                </a:solidFill>
                <a:latin typeface="Cambria"/>
                <a:cs typeface="Cambria"/>
              </a:rPr>
              <a:t>and</a:t>
            </a:r>
            <a:r>
              <a:rPr sz="1550" spc="-25" dirty="0">
                <a:solidFill>
                  <a:schemeClr val="tx1"/>
                </a:solidFill>
                <a:latin typeface="Cambria"/>
                <a:cs typeface="Cambria"/>
              </a:rPr>
              <a:t> </a:t>
            </a:r>
            <a:r>
              <a:rPr sz="1550" spc="-80" dirty="0" smtClean="0">
                <a:solidFill>
                  <a:schemeClr val="tx1"/>
                </a:solidFill>
                <a:latin typeface="Cambria"/>
                <a:cs typeface="Cambria"/>
              </a:rPr>
              <a:t>Ha</a:t>
            </a:r>
            <a:r>
              <a:rPr lang="en-US" sz="1550" spc="-80" dirty="0" smtClean="0">
                <a:solidFill>
                  <a:schemeClr val="tx1"/>
                </a:solidFill>
                <a:latin typeface="Cambria"/>
                <a:cs typeface="Cambria"/>
              </a:rPr>
              <a:t>r</a:t>
            </a:r>
            <a:r>
              <a:rPr sz="1550" spc="-80" dirty="0" smtClean="0">
                <a:solidFill>
                  <a:schemeClr val="tx1"/>
                </a:solidFill>
                <a:latin typeface="Cambria"/>
                <a:cs typeface="Cambria"/>
              </a:rPr>
              <a:t>dw</a:t>
            </a:r>
            <a:r>
              <a:rPr lang="en-US" sz="1550" spc="-80" dirty="0" smtClean="0">
                <a:solidFill>
                  <a:schemeClr val="tx1"/>
                </a:solidFill>
                <a:latin typeface="Cambria"/>
                <a:cs typeface="Cambria"/>
              </a:rPr>
              <a:t>are</a:t>
            </a:r>
            <a:r>
              <a:rPr sz="1550" spc="110" dirty="0" smtClean="0">
                <a:solidFill>
                  <a:schemeClr val="tx1"/>
                </a:solidFill>
                <a:latin typeface="Cambria"/>
                <a:cs typeface="Cambria"/>
              </a:rPr>
              <a:t> </a:t>
            </a:r>
            <a:r>
              <a:rPr sz="1550" dirty="0">
                <a:solidFill>
                  <a:schemeClr val="tx1"/>
                </a:solidFill>
                <a:latin typeface="Cambria"/>
                <a:cs typeface="Cambria"/>
              </a:rPr>
              <a:t>/</a:t>
            </a:r>
            <a:r>
              <a:rPr sz="1550" spc="-5" dirty="0">
                <a:solidFill>
                  <a:schemeClr val="tx1"/>
                </a:solidFill>
                <a:latin typeface="Cambria"/>
                <a:cs typeface="Cambria"/>
              </a:rPr>
              <a:t> </a:t>
            </a:r>
            <a:r>
              <a:rPr sz="1550" spc="-10" dirty="0" smtClean="0">
                <a:solidFill>
                  <a:schemeClr val="tx1"/>
                </a:solidFill>
                <a:latin typeface="Cambria"/>
                <a:cs typeface="Cambria"/>
              </a:rPr>
              <a:t>MAC</a:t>
            </a:r>
            <a:r>
              <a:rPr lang="en-US" sz="1550" spc="-10" dirty="0" smtClean="0">
                <a:solidFill>
                  <a:schemeClr val="tx1"/>
                </a:solidFill>
                <a:latin typeface="Cambria"/>
                <a:cs typeface="Cambria"/>
              </a:rPr>
              <a:t> A</a:t>
            </a:r>
            <a:r>
              <a:rPr sz="1550" spc="-10" dirty="0" smtClean="0">
                <a:solidFill>
                  <a:schemeClr val="tx1"/>
                </a:solidFill>
                <a:latin typeface="Cambria"/>
                <a:cs typeface="Cambria"/>
              </a:rPr>
              <a:t>ddress</a:t>
            </a:r>
            <a:endParaRPr sz="1550" dirty="0">
              <a:solidFill>
                <a:schemeClr val="tx1"/>
              </a:solidFill>
              <a:latin typeface="Cambria"/>
              <a:cs typeface="Cambria"/>
            </a:endParaRPr>
          </a:p>
          <a:p>
            <a:pPr marL="457200" indent="-282575">
              <a:lnSpc>
                <a:spcPct val="100000"/>
              </a:lnSpc>
              <a:spcBef>
                <a:spcPts val="1065"/>
              </a:spcBef>
              <a:buFont typeface="Arial" panose="020B0604020202020204" pitchFamily="34" charset="0"/>
              <a:buChar char="•"/>
              <a:tabLst>
                <a:tab pos="1351915" algn="l"/>
              </a:tabLst>
            </a:pPr>
            <a:r>
              <a:rPr lang="en-US" sz="1550" dirty="0" smtClean="0">
                <a:solidFill>
                  <a:schemeClr val="tx1"/>
                </a:solidFill>
                <a:latin typeface="Cambria"/>
                <a:cs typeface="Cambria"/>
              </a:rPr>
              <a:t>T</a:t>
            </a:r>
            <a:r>
              <a:rPr sz="1550" dirty="0" smtClean="0">
                <a:solidFill>
                  <a:schemeClr val="tx1"/>
                </a:solidFill>
                <a:latin typeface="Cambria"/>
                <a:cs typeface="Cambria"/>
              </a:rPr>
              <a:t>o</a:t>
            </a:r>
            <a:r>
              <a:rPr sz="1550" spc="-20" dirty="0" smtClean="0">
                <a:solidFill>
                  <a:schemeClr val="tx1"/>
                </a:solidFill>
                <a:latin typeface="Cambria"/>
                <a:cs typeface="Cambria"/>
              </a:rPr>
              <a:t> </a:t>
            </a:r>
            <a:r>
              <a:rPr sz="1550" spc="-70" dirty="0" smtClean="0">
                <a:solidFill>
                  <a:schemeClr val="tx1"/>
                </a:solidFill>
                <a:latin typeface="Cambria"/>
                <a:cs typeface="Cambria"/>
              </a:rPr>
              <a:t>view</a:t>
            </a:r>
            <a:r>
              <a:rPr lang="en-US" sz="1550" spc="40" dirty="0">
                <a:solidFill>
                  <a:schemeClr val="tx1"/>
                </a:solidFill>
                <a:latin typeface="Cambria"/>
                <a:cs typeface="Cambria"/>
              </a:rPr>
              <a:t> </a:t>
            </a:r>
            <a:r>
              <a:rPr lang="en-US" sz="1550" spc="40" dirty="0" smtClean="0">
                <a:solidFill>
                  <a:schemeClr val="tx1"/>
                </a:solidFill>
                <a:latin typeface="Cambria"/>
                <a:cs typeface="Cambria"/>
              </a:rPr>
              <a:t>MTU </a:t>
            </a:r>
            <a:r>
              <a:rPr sz="1550" spc="-10" dirty="0" smtClean="0">
                <a:solidFill>
                  <a:schemeClr val="tx1"/>
                </a:solidFill>
                <a:latin typeface="Cambria"/>
                <a:cs typeface="Cambria"/>
              </a:rPr>
              <a:t>(</a:t>
            </a:r>
            <a:r>
              <a:rPr sz="1550" spc="90" dirty="0" smtClean="0">
                <a:solidFill>
                  <a:schemeClr val="tx1"/>
                </a:solidFill>
                <a:latin typeface="Cambria"/>
                <a:cs typeface="Cambria"/>
              </a:rPr>
              <a:t> </a:t>
            </a:r>
            <a:r>
              <a:rPr lang="en-US" sz="1550" spc="-55" dirty="0">
                <a:solidFill>
                  <a:schemeClr val="tx1"/>
                </a:solidFill>
                <a:latin typeface="Cambria"/>
                <a:cs typeface="Cambria"/>
              </a:rPr>
              <a:t>M</a:t>
            </a:r>
            <a:r>
              <a:rPr sz="1550" spc="-55" dirty="0" smtClean="0">
                <a:solidFill>
                  <a:schemeClr val="tx1"/>
                </a:solidFill>
                <a:latin typeface="Cambria"/>
                <a:cs typeface="Cambria"/>
              </a:rPr>
              <a:t>axi</a:t>
            </a:r>
            <a:r>
              <a:rPr lang="en-US" sz="1550" spc="-55" dirty="0" smtClean="0">
                <a:solidFill>
                  <a:schemeClr val="tx1"/>
                </a:solidFill>
                <a:latin typeface="Cambria"/>
                <a:cs typeface="Cambria"/>
              </a:rPr>
              <a:t>m</a:t>
            </a:r>
            <a:r>
              <a:rPr sz="1550" spc="-55" dirty="0" smtClean="0">
                <a:solidFill>
                  <a:schemeClr val="tx1"/>
                </a:solidFill>
                <a:latin typeface="Cambria"/>
                <a:cs typeface="Cambria"/>
              </a:rPr>
              <a:t>um</a:t>
            </a:r>
            <a:r>
              <a:rPr sz="1550" spc="85" dirty="0" smtClean="0">
                <a:solidFill>
                  <a:schemeClr val="tx1"/>
                </a:solidFill>
                <a:latin typeface="Cambria"/>
                <a:cs typeface="Cambria"/>
              </a:rPr>
              <a:t> </a:t>
            </a:r>
            <a:r>
              <a:rPr lang="en-US" sz="1550" spc="-95" dirty="0" smtClean="0">
                <a:solidFill>
                  <a:schemeClr val="tx1"/>
                </a:solidFill>
                <a:latin typeface="Cambria"/>
                <a:cs typeface="Cambria"/>
              </a:rPr>
              <a:t>transmission unit</a:t>
            </a:r>
            <a:r>
              <a:rPr sz="1550" spc="-10" dirty="0" smtClean="0">
                <a:solidFill>
                  <a:schemeClr val="tx1"/>
                </a:solidFill>
                <a:latin typeface="Cambria"/>
                <a:cs typeface="Cambria"/>
              </a:rPr>
              <a:t>)</a:t>
            </a:r>
            <a:r>
              <a:rPr lang="en-US" sz="1550" spc="-10" dirty="0" smtClean="0">
                <a:solidFill>
                  <a:schemeClr val="tx1"/>
                </a:solidFill>
                <a:latin typeface="Cambria"/>
                <a:cs typeface="Cambria"/>
              </a:rPr>
              <a:t> </a:t>
            </a:r>
            <a:r>
              <a:rPr sz="1550" spc="-10" dirty="0" smtClean="0">
                <a:solidFill>
                  <a:schemeClr val="tx1"/>
                </a:solidFill>
                <a:latin typeface="Cambria"/>
                <a:cs typeface="Cambria"/>
              </a:rPr>
              <a:t>size</a:t>
            </a:r>
            <a:endParaRPr sz="1550" dirty="0">
              <a:solidFill>
                <a:schemeClr val="tx1"/>
              </a:solidFill>
              <a:latin typeface="Cambria"/>
              <a:cs typeface="Cambria"/>
            </a:endParaRPr>
          </a:p>
          <a:p>
            <a:pPr marL="12700">
              <a:lnSpc>
                <a:spcPct val="100000"/>
              </a:lnSpc>
              <a:spcBef>
                <a:spcPts val="1040"/>
              </a:spcBef>
              <a:tabLst>
                <a:tab pos="454025" algn="l"/>
              </a:tabLst>
            </a:pPr>
            <a:r>
              <a:rPr sz="1500" spc="65" dirty="0" smtClean="0">
                <a:latin typeface="Cambria"/>
                <a:cs typeface="Cambria"/>
              </a:rPr>
              <a:t> </a:t>
            </a:r>
            <a:r>
              <a:rPr lang="en-US" sz="1500" b="1" spc="-10" dirty="0" smtClean="0">
                <a:latin typeface="Cambria"/>
                <a:cs typeface="Cambria"/>
              </a:rPr>
              <a:t>Ex</a:t>
            </a:r>
            <a:r>
              <a:rPr sz="1500" b="1" spc="-10" dirty="0" smtClean="0">
                <a:latin typeface="Cambria"/>
                <a:cs typeface="Cambria"/>
              </a:rPr>
              <a:t>ampl</a:t>
            </a:r>
            <a:r>
              <a:rPr lang="en-US" sz="1500" b="1" spc="-10" dirty="0" smtClean="0">
                <a:latin typeface="Cambria"/>
                <a:cs typeface="Cambria"/>
              </a:rPr>
              <a:t>e</a:t>
            </a:r>
            <a:r>
              <a:rPr sz="1500" b="1" spc="65" dirty="0" smtClean="0">
                <a:latin typeface="Cambria"/>
                <a:cs typeface="Cambria"/>
              </a:rPr>
              <a:t> </a:t>
            </a:r>
            <a:r>
              <a:rPr sz="1500" dirty="0" smtClean="0">
                <a:solidFill>
                  <a:schemeClr val="tx1"/>
                </a:solidFill>
                <a:latin typeface="Cambria"/>
                <a:cs typeface="Cambria"/>
              </a:rPr>
              <a:t>t</a:t>
            </a:r>
            <a:r>
              <a:rPr lang="en-US" sz="1500" dirty="0" smtClean="0">
                <a:solidFill>
                  <a:schemeClr val="tx1"/>
                </a:solidFill>
                <a:latin typeface="Cambria"/>
                <a:cs typeface="Cambria"/>
              </a:rPr>
              <a:t>o</a:t>
            </a:r>
            <a:r>
              <a:rPr sz="1500" spc="-25" dirty="0" smtClean="0">
                <a:solidFill>
                  <a:schemeClr val="tx1"/>
                </a:solidFill>
                <a:latin typeface="Cambria"/>
                <a:cs typeface="Cambria"/>
              </a:rPr>
              <a:t> </a:t>
            </a:r>
            <a:r>
              <a:rPr lang="en-US" sz="1500" dirty="0" smtClean="0">
                <a:solidFill>
                  <a:schemeClr val="tx1"/>
                </a:solidFill>
                <a:latin typeface="Cambria"/>
                <a:cs typeface="Cambria"/>
              </a:rPr>
              <a:t>assign</a:t>
            </a:r>
            <a:r>
              <a:rPr sz="1500" dirty="0" smtClean="0">
                <a:solidFill>
                  <a:schemeClr val="tx1"/>
                </a:solidFill>
                <a:latin typeface="Cambria"/>
                <a:cs typeface="Cambria"/>
              </a:rPr>
              <a:t> </a:t>
            </a:r>
            <a:r>
              <a:rPr sz="1500" dirty="0">
                <a:solidFill>
                  <a:schemeClr val="tx1"/>
                </a:solidFill>
                <a:latin typeface="Cambria"/>
                <a:cs typeface="Cambria"/>
              </a:rPr>
              <a:t>IP</a:t>
            </a:r>
            <a:r>
              <a:rPr sz="1500" spc="195" dirty="0">
                <a:solidFill>
                  <a:schemeClr val="tx1"/>
                </a:solidFill>
                <a:latin typeface="Cambria"/>
                <a:cs typeface="Cambria"/>
              </a:rPr>
              <a:t> </a:t>
            </a:r>
            <a:r>
              <a:rPr sz="1500" spc="-35" dirty="0" smtClean="0">
                <a:solidFill>
                  <a:schemeClr val="tx1"/>
                </a:solidFill>
                <a:latin typeface="Cambria"/>
                <a:cs typeface="Cambria"/>
              </a:rPr>
              <a:t>addres</a:t>
            </a:r>
            <a:r>
              <a:rPr lang="en-US" sz="1500" spc="-35" dirty="0" smtClean="0">
                <a:solidFill>
                  <a:schemeClr val="tx1"/>
                </a:solidFill>
                <a:latin typeface="Cambria"/>
                <a:cs typeface="Cambria"/>
              </a:rPr>
              <a:t>s</a:t>
            </a:r>
            <a:r>
              <a:rPr sz="1500" spc="125" dirty="0" smtClean="0">
                <a:solidFill>
                  <a:schemeClr val="tx1"/>
                </a:solidFill>
                <a:latin typeface="Cambria"/>
                <a:cs typeface="Cambria"/>
              </a:rPr>
              <a:t> </a:t>
            </a:r>
            <a:r>
              <a:rPr sz="1500" dirty="0">
                <a:solidFill>
                  <a:schemeClr val="tx1"/>
                </a:solidFill>
                <a:latin typeface="Cambria"/>
                <a:cs typeface="Cambria"/>
              </a:rPr>
              <a:t>for</a:t>
            </a:r>
            <a:r>
              <a:rPr sz="1500" spc="-45" dirty="0">
                <a:solidFill>
                  <a:schemeClr val="tx1"/>
                </a:solidFill>
                <a:latin typeface="Cambria"/>
                <a:cs typeface="Cambria"/>
              </a:rPr>
              <a:t> </a:t>
            </a:r>
            <a:r>
              <a:rPr sz="1500" spc="-50" dirty="0" smtClean="0">
                <a:solidFill>
                  <a:schemeClr val="tx1"/>
                </a:solidFill>
                <a:latin typeface="Cambria"/>
                <a:cs typeface="Cambria"/>
              </a:rPr>
              <a:t>interfa</a:t>
            </a:r>
            <a:r>
              <a:rPr lang="en-US" sz="1500" spc="-50" dirty="0" smtClean="0">
                <a:solidFill>
                  <a:schemeClr val="tx1"/>
                </a:solidFill>
                <a:latin typeface="Cambria"/>
                <a:cs typeface="Cambria"/>
              </a:rPr>
              <a:t>ce</a:t>
            </a:r>
            <a:r>
              <a:rPr sz="1500" spc="90" dirty="0" smtClean="0">
                <a:solidFill>
                  <a:schemeClr val="tx1"/>
                </a:solidFill>
                <a:latin typeface="Cambria"/>
                <a:cs typeface="Cambria"/>
              </a:rPr>
              <a:t> </a:t>
            </a:r>
            <a:r>
              <a:rPr sz="1500" dirty="0" smtClean="0">
                <a:solidFill>
                  <a:schemeClr val="tx1"/>
                </a:solidFill>
                <a:latin typeface="Cambria"/>
                <a:cs typeface="Cambria"/>
              </a:rPr>
              <a:t>eth0</a:t>
            </a:r>
            <a:endParaRPr sz="1500" dirty="0">
              <a:solidFill>
                <a:schemeClr val="tx1"/>
              </a:solidFill>
              <a:latin typeface="Cambria"/>
              <a:cs typeface="Cambria"/>
            </a:endParaRPr>
          </a:p>
          <a:p>
            <a:pPr marL="168910">
              <a:lnSpc>
                <a:spcPct val="100000"/>
              </a:lnSpc>
              <a:spcBef>
                <a:spcPts val="950"/>
              </a:spcBef>
              <a:tabLst>
                <a:tab pos="2390775" algn="l"/>
              </a:tabLst>
            </a:pPr>
            <a:r>
              <a:rPr sz="1450" spc="-65" dirty="0" smtClean="0">
                <a:latin typeface="Cambria"/>
                <a:cs typeface="Cambria"/>
              </a:rPr>
              <a:t>/</a:t>
            </a:r>
            <a:r>
              <a:rPr lang="en-US" sz="1450" spc="-65" dirty="0" smtClean="0">
                <a:latin typeface="Cambria"/>
                <a:cs typeface="Cambria"/>
              </a:rPr>
              <a:t>h</a:t>
            </a:r>
            <a:r>
              <a:rPr sz="1450" spc="-65" dirty="0" smtClean="0">
                <a:latin typeface="Cambria"/>
                <a:cs typeface="Cambria"/>
              </a:rPr>
              <a:t>ome/</a:t>
            </a:r>
            <a:r>
              <a:rPr sz="1450" spc="-65" dirty="0" err="1" smtClean="0">
                <a:latin typeface="Cambria"/>
                <a:cs typeface="Cambria"/>
              </a:rPr>
              <a:t>endex</a:t>
            </a:r>
            <a:r>
              <a:rPr sz="1450" spc="-65" dirty="0" smtClean="0">
                <a:latin typeface="Cambria"/>
                <a:cs typeface="Cambria"/>
              </a:rPr>
              <a:t>/</a:t>
            </a:r>
            <a:r>
              <a:rPr lang="en-US" sz="1450" spc="-65" dirty="0" smtClean="0">
                <a:latin typeface="Cambria"/>
                <a:cs typeface="Cambria"/>
              </a:rPr>
              <a:t>$</a:t>
            </a:r>
            <a:r>
              <a:rPr sz="1450" spc="-20" dirty="0" smtClean="0">
                <a:latin typeface="Cambria"/>
                <a:cs typeface="Cambria"/>
              </a:rPr>
              <a:t> </a:t>
            </a:r>
            <a:r>
              <a:rPr lang="en-US" sz="1450" b="1" spc="-20" dirty="0" err="1" smtClean="0">
                <a:solidFill>
                  <a:srgbClr val="FF0000"/>
                </a:solidFill>
                <a:latin typeface="Cambria"/>
                <a:cs typeface="Cambria"/>
              </a:rPr>
              <a:t>i</a:t>
            </a:r>
            <a:r>
              <a:rPr sz="1450" b="1" spc="-45" dirty="0" err="1" smtClean="0">
                <a:solidFill>
                  <a:srgbClr val="FF0000"/>
                </a:solidFill>
                <a:latin typeface="Cambria"/>
                <a:cs typeface="Cambria"/>
              </a:rPr>
              <a:t>fco</a:t>
            </a:r>
            <a:r>
              <a:rPr lang="en-US" sz="1450" b="1" spc="-45" dirty="0" err="1" smtClean="0">
                <a:solidFill>
                  <a:srgbClr val="FF0000"/>
                </a:solidFill>
                <a:latin typeface="Cambria"/>
                <a:cs typeface="Cambria"/>
              </a:rPr>
              <a:t>nfi</a:t>
            </a:r>
            <a:r>
              <a:rPr sz="1450" b="1" spc="-45" dirty="0" err="1" smtClean="0">
                <a:solidFill>
                  <a:srgbClr val="FF0000"/>
                </a:solidFill>
                <a:latin typeface="Cambria"/>
                <a:cs typeface="Cambria"/>
              </a:rPr>
              <a:t>g</a:t>
            </a:r>
            <a:r>
              <a:rPr sz="1450" b="1" spc="30" dirty="0" smtClean="0">
                <a:solidFill>
                  <a:srgbClr val="FF0000"/>
                </a:solidFill>
                <a:latin typeface="Cambria"/>
                <a:cs typeface="Cambria"/>
              </a:rPr>
              <a:t> </a:t>
            </a:r>
            <a:r>
              <a:rPr lang="en-US" sz="1450" b="1" spc="30" dirty="0" smtClean="0">
                <a:solidFill>
                  <a:srgbClr val="FF0000"/>
                </a:solidFill>
                <a:latin typeface="Cambria"/>
                <a:cs typeface="Cambria"/>
              </a:rPr>
              <a:t>et</a:t>
            </a:r>
            <a:r>
              <a:rPr sz="1450" b="1" spc="-25" dirty="0" smtClean="0">
                <a:solidFill>
                  <a:srgbClr val="FF0000"/>
                </a:solidFill>
                <a:latin typeface="Cambria"/>
                <a:cs typeface="Cambria"/>
              </a:rPr>
              <a:t>h</a:t>
            </a:r>
            <a:r>
              <a:rPr lang="en-US" sz="1450" b="1" spc="-25" dirty="0" smtClean="0">
                <a:solidFill>
                  <a:srgbClr val="FF0000"/>
                </a:solidFill>
                <a:latin typeface="Cambria"/>
                <a:cs typeface="Cambria"/>
              </a:rPr>
              <a:t>0</a:t>
            </a:r>
            <a:r>
              <a:rPr lang="en-US" sz="1450" b="1" dirty="0">
                <a:solidFill>
                  <a:srgbClr val="FF0000"/>
                </a:solidFill>
                <a:latin typeface="Cambria"/>
                <a:cs typeface="Cambria"/>
              </a:rPr>
              <a:t> </a:t>
            </a:r>
            <a:r>
              <a:rPr lang="en-US" sz="1450" b="1" spc="60" dirty="0" smtClean="0">
                <a:solidFill>
                  <a:srgbClr val="FF0000"/>
                </a:solidFill>
                <a:latin typeface="Cambria"/>
                <a:cs typeface="Cambria"/>
              </a:rPr>
              <a:t>1</a:t>
            </a:r>
            <a:r>
              <a:rPr sz="1450" b="1" spc="60" dirty="0" smtClean="0">
                <a:solidFill>
                  <a:srgbClr val="FF0000"/>
                </a:solidFill>
                <a:latin typeface="Cambria"/>
                <a:cs typeface="Cambria"/>
              </a:rPr>
              <a:t>92.</a:t>
            </a:r>
            <a:r>
              <a:rPr lang="en-US" sz="1450" b="1" spc="60" dirty="0" smtClean="0">
                <a:solidFill>
                  <a:srgbClr val="FF0000"/>
                </a:solidFill>
                <a:latin typeface="Cambria"/>
                <a:cs typeface="Cambria"/>
              </a:rPr>
              <a:t>168</a:t>
            </a:r>
            <a:r>
              <a:rPr sz="1450" b="1" spc="60" dirty="0" smtClean="0">
                <a:solidFill>
                  <a:srgbClr val="FF0000"/>
                </a:solidFill>
                <a:latin typeface="Cambria"/>
                <a:cs typeface="Cambria"/>
              </a:rPr>
              <a:t>.</a:t>
            </a:r>
            <a:r>
              <a:rPr lang="en-US" sz="1450" b="1" spc="60" dirty="0" smtClean="0">
                <a:solidFill>
                  <a:srgbClr val="FF0000"/>
                </a:solidFill>
                <a:latin typeface="Cambria"/>
                <a:cs typeface="Cambria"/>
              </a:rPr>
              <a:t>50.5</a:t>
            </a:r>
            <a:r>
              <a:rPr sz="1450" b="1" spc="210" dirty="0" smtClean="0">
                <a:solidFill>
                  <a:srgbClr val="FF0000"/>
                </a:solidFill>
                <a:latin typeface="Cambria"/>
                <a:cs typeface="Cambria"/>
              </a:rPr>
              <a:t> </a:t>
            </a:r>
            <a:r>
              <a:rPr lang="en-US" sz="1450" b="1" spc="-85" dirty="0" err="1" smtClean="0">
                <a:solidFill>
                  <a:srgbClr val="FF0000"/>
                </a:solidFill>
                <a:latin typeface="Cambria"/>
                <a:cs typeface="Cambria"/>
              </a:rPr>
              <a:t>netmask</a:t>
            </a:r>
            <a:r>
              <a:rPr lang="en-US" sz="1450" b="1" spc="-85" dirty="0" smtClean="0">
                <a:solidFill>
                  <a:srgbClr val="FF0000"/>
                </a:solidFill>
                <a:latin typeface="Cambria"/>
                <a:cs typeface="Cambria"/>
              </a:rPr>
              <a:t> </a:t>
            </a:r>
            <a:r>
              <a:rPr lang="en-US" sz="1450" b="1" spc="-10" dirty="0" smtClean="0">
                <a:solidFill>
                  <a:srgbClr val="FF0000"/>
                </a:solidFill>
                <a:latin typeface="Cambria"/>
                <a:cs typeface="Cambria"/>
              </a:rPr>
              <a:t>255.255</a:t>
            </a:r>
            <a:r>
              <a:rPr sz="1450" b="1" spc="-10" dirty="0" smtClean="0">
                <a:solidFill>
                  <a:srgbClr val="FF0000"/>
                </a:solidFill>
                <a:latin typeface="Cambria"/>
                <a:cs typeface="Cambria"/>
              </a:rPr>
              <a:t>.255.0</a:t>
            </a:r>
            <a:endParaRPr sz="1450" b="1" dirty="0">
              <a:solidFill>
                <a:srgbClr val="FF0000"/>
              </a:solidFill>
              <a:latin typeface="Cambria"/>
              <a:cs typeface="Cambria"/>
            </a:endParaRPr>
          </a:p>
          <a:p>
            <a:pPr marL="169545">
              <a:lnSpc>
                <a:spcPct val="100000"/>
              </a:lnSpc>
              <a:spcBef>
                <a:spcPts val="935"/>
              </a:spcBef>
              <a:tabLst>
                <a:tab pos="3866515" algn="l"/>
              </a:tabLst>
            </a:pPr>
            <a:r>
              <a:rPr lang="en-US" sz="1400" spc="-65" dirty="0" smtClean="0">
                <a:latin typeface="Cambria"/>
                <a:cs typeface="Cambria"/>
              </a:rPr>
              <a:t>/</a:t>
            </a:r>
            <a:r>
              <a:rPr lang="en-US" sz="1400" spc="-65" dirty="0" smtClean="0">
                <a:solidFill>
                  <a:schemeClr val="tx1"/>
                </a:solidFill>
                <a:latin typeface="Cambria"/>
                <a:cs typeface="Cambria"/>
              </a:rPr>
              <a:t>home/</a:t>
            </a:r>
            <a:r>
              <a:rPr lang="en-US" sz="1400" spc="-65" dirty="0" err="1" smtClean="0">
                <a:solidFill>
                  <a:schemeClr val="tx1"/>
                </a:solidFill>
                <a:latin typeface="Cambria"/>
                <a:cs typeface="Cambria"/>
              </a:rPr>
              <a:t>endex</a:t>
            </a:r>
            <a:r>
              <a:rPr lang="en-US" sz="1400" b="1" spc="-45" dirty="0" smtClean="0">
                <a:solidFill>
                  <a:schemeClr val="tx1"/>
                </a:solidFill>
                <a:latin typeface="Cambria"/>
                <a:cs typeface="Cambria"/>
              </a:rPr>
              <a:t> /$ </a:t>
            </a:r>
            <a:r>
              <a:rPr lang="en-US" sz="1400" b="1" spc="-45" dirty="0" err="1" smtClean="0">
                <a:solidFill>
                  <a:srgbClr val="FF0000"/>
                </a:solidFill>
                <a:latin typeface="Cambria"/>
                <a:cs typeface="Cambria"/>
              </a:rPr>
              <a:t>ifconfig</a:t>
            </a:r>
            <a:r>
              <a:rPr lang="en-US" sz="1400" b="1" spc="30" dirty="0" smtClean="0">
                <a:solidFill>
                  <a:srgbClr val="FF0000"/>
                </a:solidFill>
                <a:latin typeface="Cambria"/>
                <a:cs typeface="Cambria"/>
              </a:rPr>
              <a:t> et</a:t>
            </a:r>
            <a:r>
              <a:rPr lang="en-US" sz="1400" b="1" spc="-25" dirty="0" smtClean="0">
                <a:solidFill>
                  <a:srgbClr val="FF0000"/>
                </a:solidFill>
                <a:latin typeface="Cambria"/>
                <a:cs typeface="Cambria"/>
              </a:rPr>
              <a:t>h0 </a:t>
            </a:r>
            <a:r>
              <a:rPr lang="en-US" sz="1400" b="1" spc="-10" dirty="0" smtClean="0">
                <a:solidFill>
                  <a:srgbClr val="FF0000"/>
                </a:solidFill>
                <a:latin typeface="Cambria"/>
                <a:cs typeface="Cambria"/>
              </a:rPr>
              <a:t>(initialize interface)</a:t>
            </a:r>
            <a:endParaRPr sz="1400" dirty="0">
              <a:latin typeface="Cambria"/>
              <a:cs typeface="Cambria"/>
            </a:endParaRPr>
          </a:p>
          <a:p>
            <a:pPr marL="169545">
              <a:lnSpc>
                <a:spcPct val="100000"/>
              </a:lnSpc>
              <a:spcBef>
                <a:spcPts val="945"/>
              </a:spcBef>
              <a:tabLst>
                <a:tab pos="2487930" algn="l"/>
              </a:tabLst>
            </a:pPr>
            <a:r>
              <a:rPr lang="en-US" sz="1400" spc="-65" dirty="0" smtClean="0">
                <a:latin typeface="Cambria"/>
                <a:cs typeface="Cambria"/>
              </a:rPr>
              <a:t>/home/</a:t>
            </a:r>
            <a:r>
              <a:rPr lang="en-US" sz="1400" spc="-65" dirty="0" err="1" smtClean="0">
                <a:latin typeface="Cambria"/>
                <a:cs typeface="Cambria"/>
              </a:rPr>
              <a:t>endex</a:t>
            </a:r>
            <a:r>
              <a:rPr lang="en-US" sz="1400" spc="-65" dirty="0" smtClean="0">
                <a:latin typeface="Cambria"/>
                <a:cs typeface="Cambria"/>
              </a:rPr>
              <a:t>/$</a:t>
            </a:r>
            <a:r>
              <a:rPr lang="en-US" sz="1400" spc="-20" dirty="0" smtClean="0">
                <a:latin typeface="Cambria"/>
                <a:cs typeface="Cambria"/>
              </a:rPr>
              <a:t> </a:t>
            </a:r>
            <a:r>
              <a:rPr sz="1400" b="1" spc="-35" dirty="0" err="1" smtClean="0">
                <a:solidFill>
                  <a:srgbClr val="FF0000"/>
                </a:solidFill>
                <a:latin typeface="Cambria"/>
                <a:cs typeface="Cambria"/>
              </a:rPr>
              <a:t>i</a:t>
            </a:r>
            <a:r>
              <a:rPr lang="en-US" sz="1400" b="1" spc="-35" dirty="0" err="1" smtClean="0">
                <a:solidFill>
                  <a:srgbClr val="FF0000"/>
                </a:solidFill>
                <a:latin typeface="Cambria"/>
                <a:cs typeface="Cambria"/>
              </a:rPr>
              <a:t>f</a:t>
            </a:r>
            <a:r>
              <a:rPr sz="1400" b="1" spc="-35" dirty="0" err="1" smtClean="0">
                <a:solidFill>
                  <a:srgbClr val="FF0000"/>
                </a:solidFill>
                <a:latin typeface="Cambria"/>
                <a:cs typeface="Cambria"/>
              </a:rPr>
              <a:t>up</a:t>
            </a:r>
            <a:r>
              <a:rPr sz="1400" b="1" spc="-15" dirty="0" smtClean="0">
                <a:solidFill>
                  <a:srgbClr val="FF0000"/>
                </a:solidFill>
                <a:latin typeface="Cambria"/>
                <a:cs typeface="Cambria"/>
              </a:rPr>
              <a:t> </a:t>
            </a:r>
            <a:r>
              <a:rPr sz="1400" b="1" dirty="0" smtClean="0">
                <a:solidFill>
                  <a:srgbClr val="FF0000"/>
                </a:solidFill>
                <a:latin typeface="Cambria"/>
                <a:cs typeface="Cambria"/>
              </a:rPr>
              <a:t>et</a:t>
            </a:r>
            <a:r>
              <a:rPr lang="en-US" sz="1400" b="1" dirty="0" smtClean="0">
                <a:solidFill>
                  <a:srgbClr val="FF0000"/>
                </a:solidFill>
                <a:latin typeface="Cambria"/>
                <a:cs typeface="Cambria"/>
              </a:rPr>
              <a:t>h0</a:t>
            </a:r>
            <a:r>
              <a:rPr sz="1400" b="1" spc="-5" dirty="0" smtClean="0">
                <a:solidFill>
                  <a:srgbClr val="FF0000"/>
                </a:solidFill>
                <a:latin typeface="Cambria"/>
                <a:cs typeface="Cambria"/>
              </a:rPr>
              <a:t> </a:t>
            </a:r>
            <a:r>
              <a:rPr lang="en-US" sz="1400" b="1" spc="-25" dirty="0">
                <a:solidFill>
                  <a:srgbClr val="FF0000"/>
                </a:solidFill>
                <a:latin typeface="Cambria"/>
                <a:cs typeface="Cambria"/>
              </a:rPr>
              <a:t>(</a:t>
            </a:r>
            <a:r>
              <a:rPr sz="1400" b="1" spc="-25" dirty="0" smtClean="0">
                <a:solidFill>
                  <a:srgbClr val="FF0000"/>
                </a:solidFill>
                <a:latin typeface="Cambria"/>
                <a:cs typeface="Cambria"/>
              </a:rPr>
              <a:t>e</a:t>
            </a:r>
            <a:r>
              <a:rPr lang="en-US" sz="1400" b="1" spc="-25" dirty="0" smtClean="0">
                <a:solidFill>
                  <a:srgbClr val="FF0000"/>
                </a:solidFill>
                <a:latin typeface="Cambria"/>
                <a:cs typeface="Cambria"/>
              </a:rPr>
              <a:t>nable </a:t>
            </a:r>
            <a:r>
              <a:rPr sz="1400" b="1" spc="-10" dirty="0" smtClean="0">
                <a:solidFill>
                  <a:srgbClr val="FF0000"/>
                </a:solidFill>
                <a:latin typeface="Cambria"/>
                <a:cs typeface="Cambria"/>
              </a:rPr>
              <a:t>et</a:t>
            </a:r>
            <a:r>
              <a:rPr lang="en-US" sz="1400" b="1" spc="-10" dirty="0" smtClean="0">
                <a:solidFill>
                  <a:srgbClr val="FF0000"/>
                </a:solidFill>
                <a:latin typeface="Cambria"/>
                <a:cs typeface="Cambria"/>
              </a:rPr>
              <a:t>h</a:t>
            </a:r>
            <a:r>
              <a:rPr sz="1400" b="1" spc="-10" dirty="0" smtClean="0">
                <a:solidFill>
                  <a:srgbClr val="FF0000"/>
                </a:solidFill>
                <a:latin typeface="Cambria"/>
                <a:cs typeface="Cambria"/>
              </a:rPr>
              <a:t>0</a:t>
            </a:r>
            <a:r>
              <a:rPr lang="en-US" sz="1400" b="1" spc="-10" dirty="0" smtClean="0">
                <a:solidFill>
                  <a:srgbClr val="FF0000"/>
                </a:solidFill>
                <a:latin typeface="Cambria"/>
                <a:cs typeface="Cambria"/>
              </a:rPr>
              <a:t> </a:t>
            </a:r>
            <a:r>
              <a:rPr sz="1400" b="1" spc="-10" dirty="0" smtClean="0">
                <a:solidFill>
                  <a:srgbClr val="FF0000"/>
                </a:solidFill>
                <a:latin typeface="Cambria"/>
                <a:cs typeface="Cambria"/>
              </a:rPr>
              <a:t>inte</a:t>
            </a:r>
            <a:r>
              <a:rPr lang="en-US" sz="1400" b="1" spc="-10" dirty="0" smtClean="0">
                <a:solidFill>
                  <a:srgbClr val="FF0000"/>
                </a:solidFill>
                <a:latin typeface="Cambria"/>
                <a:cs typeface="Cambria"/>
              </a:rPr>
              <a:t>r</a:t>
            </a:r>
            <a:r>
              <a:rPr sz="1400" b="1" spc="-10" dirty="0" smtClean="0">
                <a:solidFill>
                  <a:srgbClr val="FF0000"/>
                </a:solidFill>
                <a:latin typeface="Cambria"/>
                <a:cs typeface="Cambria"/>
              </a:rPr>
              <a:t>f</a:t>
            </a:r>
            <a:r>
              <a:rPr lang="en-US" sz="1400" b="1" spc="-10" dirty="0" smtClean="0">
                <a:solidFill>
                  <a:srgbClr val="FF0000"/>
                </a:solidFill>
                <a:latin typeface="Cambria"/>
                <a:cs typeface="Cambria"/>
              </a:rPr>
              <a:t>a</a:t>
            </a:r>
            <a:r>
              <a:rPr sz="1400" b="1" spc="-10" dirty="0" smtClean="0">
                <a:solidFill>
                  <a:srgbClr val="FF0000"/>
                </a:solidFill>
                <a:latin typeface="Cambria"/>
                <a:cs typeface="Cambria"/>
              </a:rPr>
              <a:t>ce</a:t>
            </a:r>
            <a:r>
              <a:rPr sz="1400" b="1" spc="-10" dirty="0">
                <a:solidFill>
                  <a:srgbClr val="FF0000"/>
                </a:solidFill>
                <a:latin typeface="Cambria"/>
                <a:cs typeface="Cambria"/>
              </a:rPr>
              <a:t>}</a:t>
            </a:r>
            <a:endParaRPr sz="1400" b="1" dirty="0">
              <a:solidFill>
                <a:srgbClr val="FF0000"/>
              </a:solidFill>
              <a:latin typeface="Cambria"/>
              <a:cs typeface="Cambria"/>
            </a:endParaRPr>
          </a:p>
          <a:p>
            <a:pPr marL="169545">
              <a:lnSpc>
                <a:spcPct val="100000"/>
              </a:lnSpc>
              <a:spcBef>
                <a:spcPts val="945"/>
              </a:spcBef>
              <a:tabLst>
                <a:tab pos="2760980" algn="l"/>
              </a:tabLst>
            </a:pPr>
            <a:r>
              <a:rPr lang="en-US" sz="1400" spc="-65" dirty="0" smtClean="0">
                <a:latin typeface="Cambria"/>
                <a:cs typeface="Cambria"/>
              </a:rPr>
              <a:t>/home/</a:t>
            </a:r>
            <a:r>
              <a:rPr lang="en-US" sz="1400" spc="-65" dirty="0" err="1" smtClean="0">
                <a:latin typeface="Cambria"/>
                <a:cs typeface="Cambria"/>
              </a:rPr>
              <a:t>endex</a:t>
            </a:r>
            <a:r>
              <a:rPr lang="en-US" sz="1400" spc="-65" dirty="0" smtClean="0">
                <a:latin typeface="Cambria"/>
                <a:cs typeface="Cambria"/>
              </a:rPr>
              <a:t>/$</a:t>
            </a:r>
            <a:r>
              <a:rPr lang="en-US" sz="1400" spc="-20" dirty="0" smtClean="0">
                <a:latin typeface="Cambria"/>
                <a:cs typeface="Cambria"/>
              </a:rPr>
              <a:t> </a:t>
            </a:r>
            <a:r>
              <a:rPr lang="en-US" sz="1400" b="1" dirty="0" err="1" smtClean="0">
                <a:solidFill>
                  <a:srgbClr val="FF0000"/>
                </a:solidFill>
                <a:latin typeface="Cambria"/>
                <a:cs typeface="Cambria"/>
              </a:rPr>
              <a:t>ifd</a:t>
            </a:r>
            <a:r>
              <a:rPr sz="1400" b="1" dirty="0" err="1" smtClean="0">
                <a:solidFill>
                  <a:srgbClr val="FF0000"/>
                </a:solidFill>
                <a:latin typeface="Cambria"/>
                <a:cs typeface="Cambria"/>
              </a:rPr>
              <a:t>o</a:t>
            </a:r>
            <a:r>
              <a:rPr lang="en-US" sz="1400" b="1" dirty="0" err="1" smtClean="0">
                <a:solidFill>
                  <a:srgbClr val="FF0000"/>
                </a:solidFill>
                <a:latin typeface="Cambria"/>
                <a:cs typeface="Cambria"/>
              </a:rPr>
              <a:t>w</a:t>
            </a:r>
            <a:r>
              <a:rPr sz="1400" b="1" dirty="0" err="1" smtClean="0">
                <a:solidFill>
                  <a:srgbClr val="FF0000"/>
                </a:solidFill>
                <a:latin typeface="Cambria"/>
                <a:cs typeface="Cambria"/>
              </a:rPr>
              <a:t>n</a:t>
            </a:r>
            <a:r>
              <a:rPr sz="1400" b="1" spc="25" dirty="0" smtClean="0">
                <a:solidFill>
                  <a:srgbClr val="FF0000"/>
                </a:solidFill>
                <a:latin typeface="Cambria"/>
                <a:cs typeface="Cambria"/>
              </a:rPr>
              <a:t> </a:t>
            </a:r>
            <a:r>
              <a:rPr sz="1400" b="1" spc="-35" dirty="0" smtClean="0">
                <a:solidFill>
                  <a:srgbClr val="FF0000"/>
                </a:solidFill>
                <a:latin typeface="Cambria"/>
                <a:cs typeface="Cambria"/>
              </a:rPr>
              <a:t>et</a:t>
            </a:r>
            <a:r>
              <a:rPr lang="en-US" sz="1400" b="1" spc="-35" dirty="0" smtClean="0">
                <a:solidFill>
                  <a:srgbClr val="FF0000"/>
                </a:solidFill>
                <a:latin typeface="Cambria"/>
                <a:cs typeface="Cambria"/>
              </a:rPr>
              <a:t>h0</a:t>
            </a:r>
            <a:r>
              <a:rPr sz="1400" b="1" spc="-15" dirty="0" smtClean="0">
                <a:solidFill>
                  <a:srgbClr val="FF0000"/>
                </a:solidFill>
                <a:latin typeface="Cambria"/>
                <a:cs typeface="Cambria"/>
              </a:rPr>
              <a:t> </a:t>
            </a:r>
            <a:r>
              <a:rPr sz="1400" b="1" spc="-25" dirty="0" smtClean="0">
                <a:solidFill>
                  <a:srgbClr val="FF0000"/>
                </a:solidFill>
                <a:latin typeface="Cambria"/>
                <a:cs typeface="Cambria"/>
              </a:rPr>
              <a:t>(</a:t>
            </a:r>
            <a:r>
              <a:rPr lang="en-US" sz="1400" b="1" spc="-25" dirty="0" smtClean="0">
                <a:solidFill>
                  <a:srgbClr val="FF0000"/>
                </a:solidFill>
                <a:latin typeface="Cambria"/>
                <a:cs typeface="Cambria"/>
              </a:rPr>
              <a:t>disa</a:t>
            </a:r>
            <a:r>
              <a:rPr sz="1400" b="1" dirty="0" smtClean="0">
                <a:solidFill>
                  <a:srgbClr val="FF0000"/>
                </a:solidFill>
                <a:latin typeface="Cambria"/>
                <a:cs typeface="Cambria"/>
              </a:rPr>
              <a:t>ble</a:t>
            </a:r>
            <a:r>
              <a:rPr sz="1400" b="1" spc="50" dirty="0" smtClean="0">
                <a:solidFill>
                  <a:srgbClr val="FF0000"/>
                </a:solidFill>
                <a:latin typeface="Cambria"/>
                <a:cs typeface="Cambria"/>
              </a:rPr>
              <a:t> </a:t>
            </a:r>
            <a:r>
              <a:rPr lang="en-US" sz="1400" b="1" dirty="0" smtClean="0">
                <a:solidFill>
                  <a:srgbClr val="FF0000"/>
                </a:solidFill>
                <a:latin typeface="Cambria"/>
                <a:cs typeface="Cambria"/>
              </a:rPr>
              <a:t>et</a:t>
            </a:r>
            <a:r>
              <a:rPr sz="1400" b="1" dirty="0" smtClean="0">
                <a:solidFill>
                  <a:srgbClr val="FF0000"/>
                </a:solidFill>
                <a:latin typeface="Cambria"/>
                <a:cs typeface="Cambria"/>
              </a:rPr>
              <a:t>h</a:t>
            </a:r>
            <a:r>
              <a:rPr lang="en-US" sz="1400" b="1" dirty="0" smtClean="0">
                <a:solidFill>
                  <a:srgbClr val="FF0000"/>
                </a:solidFill>
                <a:latin typeface="Cambria"/>
                <a:cs typeface="Cambria"/>
              </a:rPr>
              <a:t>0</a:t>
            </a:r>
            <a:r>
              <a:rPr sz="1400" b="1" spc="125" dirty="0" smtClean="0">
                <a:solidFill>
                  <a:srgbClr val="FF0000"/>
                </a:solidFill>
                <a:latin typeface="Cambria"/>
                <a:cs typeface="Cambria"/>
              </a:rPr>
              <a:t> </a:t>
            </a:r>
            <a:r>
              <a:rPr lang="en-US" sz="1400" b="1" spc="-10" dirty="0" smtClean="0">
                <a:solidFill>
                  <a:srgbClr val="FF0000"/>
                </a:solidFill>
                <a:latin typeface="Cambria"/>
                <a:cs typeface="Cambria"/>
              </a:rPr>
              <a:t>i</a:t>
            </a:r>
            <a:r>
              <a:rPr sz="1400" b="1" spc="-10" dirty="0" smtClean="0">
                <a:solidFill>
                  <a:srgbClr val="FF0000"/>
                </a:solidFill>
                <a:latin typeface="Cambria"/>
                <a:cs typeface="Cambria"/>
              </a:rPr>
              <a:t>nt</a:t>
            </a:r>
            <a:r>
              <a:rPr lang="en-US" sz="1400" b="1" spc="-10" dirty="0" smtClean="0">
                <a:solidFill>
                  <a:srgbClr val="FF0000"/>
                </a:solidFill>
                <a:latin typeface="Cambria"/>
                <a:cs typeface="Cambria"/>
              </a:rPr>
              <a:t>e</a:t>
            </a:r>
            <a:r>
              <a:rPr sz="1400" b="1" spc="-10" dirty="0" smtClean="0">
                <a:solidFill>
                  <a:srgbClr val="FF0000"/>
                </a:solidFill>
                <a:latin typeface="Cambria"/>
                <a:cs typeface="Cambria"/>
              </a:rPr>
              <a:t>rf</a:t>
            </a:r>
            <a:r>
              <a:rPr lang="en-US" sz="1400" b="1" spc="-10" dirty="0" smtClean="0">
                <a:solidFill>
                  <a:srgbClr val="FF0000"/>
                </a:solidFill>
                <a:latin typeface="Cambria"/>
                <a:cs typeface="Cambria"/>
              </a:rPr>
              <a:t>a</a:t>
            </a:r>
            <a:r>
              <a:rPr sz="1400" b="1" spc="-10" dirty="0" smtClean="0">
                <a:solidFill>
                  <a:srgbClr val="FF0000"/>
                </a:solidFill>
                <a:latin typeface="Cambria"/>
                <a:cs typeface="Cambria"/>
              </a:rPr>
              <a:t>c</a:t>
            </a:r>
            <a:r>
              <a:rPr lang="en-US" sz="1400" b="1" spc="-10" dirty="0" smtClean="0">
                <a:solidFill>
                  <a:srgbClr val="FF0000"/>
                </a:solidFill>
                <a:latin typeface="Cambria"/>
                <a:cs typeface="Cambria"/>
              </a:rPr>
              <a:t>e</a:t>
            </a:r>
            <a:r>
              <a:rPr sz="1400" b="1" spc="-10" dirty="0" smtClean="0">
                <a:solidFill>
                  <a:srgbClr val="FF0000"/>
                </a:solidFill>
                <a:latin typeface="Cambria"/>
                <a:cs typeface="Cambria"/>
              </a:rPr>
              <a:t>}</a:t>
            </a:r>
            <a:endParaRPr sz="1400" b="1" dirty="0">
              <a:solidFill>
                <a:srgbClr val="FF0000"/>
              </a:solidFill>
              <a:latin typeface="Cambria"/>
              <a:cs typeface="Cambria"/>
            </a:endParaRPr>
          </a:p>
        </p:txBody>
      </p:sp>
      <p:sp>
        <p:nvSpPr>
          <p:cNvPr id="7" name="object 3"/>
          <p:cNvSpPr txBox="1">
            <a:spLocks/>
          </p:cNvSpPr>
          <p:nvPr/>
        </p:nvSpPr>
        <p:spPr>
          <a:xfrm>
            <a:off x="0" y="-9525"/>
            <a:ext cx="6007100" cy="320601"/>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000" b="1" spc="-10" dirty="0" smtClean="0">
                <a:solidFill>
                  <a:srgbClr val="FF0000"/>
                </a:solidFill>
              </a:rPr>
              <a:t>Linux </a:t>
            </a:r>
            <a:r>
              <a:rPr lang="en-US" sz="2000" b="1" dirty="0" smtClean="0">
                <a:solidFill>
                  <a:srgbClr val="FF0000"/>
                </a:solidFill>
              </a:rPr>
              <a:t>Commands</a:t>
            </a:r>
            <a:r>
              <a:rPr lang="en-US" sz="2000" b="1" spc="50" dirty="0" smtClean="0">
                <a:solidFill>
                  <a:srgbClr val="FF0000"/>
                </a:solidFill>
              </a:rPr>
              <a:t> and Tools </a:t>
            </a:r>
            <a:r>
              <a:rPr lang="en-US" sz="2000" b="1" dirty="0" smtClean="0">
                <a:solidFill>
                  <a:srgbClr val="FF0000"/>
                </a:solidFill>
              </a:rPr>
              <a:t>for</a:t>
            </a:r>
            <a:r>
              <a:rPr lang="en-US" sz="2000" b="1" spc="-65" dirty="0" smtClean="0">
                <a:solidFill>
                  <a:srgbClr val="FF0000"/>
                </a:solidFill>
              </a:rPr>
              <a:t> </a:t>
            </a:r>
            <a:r>
              <a:rPr lang="en-US" sz="2000" b="1" spc="-55" dirty="0" smtClean="0">
                <a:solidFill>
                  <a:srgbClr val="FF0000"/>
                </a:solidFill>
              </a:rPr>
              <a:t>System</a:t>
            </a:r>
            <a:r>
              <a:rPr lang="en-US" sz="2000" b="1" spc="-40" dirty="0" smtClean="0">
                <a:solidFill>
                  <a:srgbClr val="FF0000"/>
                </a:solidFill>
              </a:rPr>
              <a:t> </a:t>
            </a:r>
            <a:r>
              <a:rPr lang="en-US" sz="2000" b="1" spc="-10" dirty="0" smtClean="0">
                <a:solidFill>
                  <a:srgbClr val="FF0000"/>
                </a:solidFill>
              </a:rPr>
              <a:t>Administrators… </a:t>
            </a:r>
            <a:endParaRPr lang="en-US" sz="2000" b="1" dirty="0">
              <a:solidFill>
                <a:srgbClr val="FF0000"/>
              </a:solidFill>
            </a:endParaRPr>
          </a:p>
        </p:txBody>
      </p:sp>
      <p:sp>
        <p:nvSpPr>
          <p:cNvPr id="16" name="Date Placeholder 15"/>
          <p:cNvSpPr>
            <a:spLocks noGrp="1"/>
          </p:cNvSpPr>
          <p:nvPr>
            <p:ph type="dt" sz="half" idx="6"/>
          </p:nvPr>
        </p:nvSpPr>
        <p:spPr/>
        <p:txBody>
          <a:bodyPr/>
          <a:lstStyle/>
          <a:p>
            <a:fld id="{09E915D6-43D3-4914-9A5B-12CBA0B65BAB}"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63500" y="752475"/>
            <a:ext cx="5943600" cy="2990242"/>
          </a:xfrm>
          <a:prstGeom prst="rect">
            <a:avLst/>
          </a:prstGeom>
        </p:spPr>
        <p:txBody>
          <a:bodyPr vert="horz" wrap="square" lIns="0" tIns="12700" rIns="0" bIns="0" rtlCol="0">
            <a:spAutoFit/>
          </a:bodyPr>
          <a:lstStyle/>
          <a:p>
            <a:pPr marL="120650" marR="5080" indent="-120650">
              <a:lnSpc>
                <a:spcPct val="158300"/>
              </a:lnSpc>
              <a:spcBef>
                <a:spcPts val="100"/>
              </a:spcBef>
              <a:buFont typeface="Arial" panose="020B0604020202020204" pitchFamily="34" charset="0"/>
              <a:buChar char="•"/>
            </a:pPr>
            <a:r>
              <a:rPr lang="en-US" sz="1600" b="1" spc="-50" dirty="0">
                <a:solidFill>
                  <a:srgbClr val="FF0000"/>
                </a:solidFill>
                <a:latin typeface="Cambria"/>
                <a:ea typeface="+mj-ea"/>
                <a:cs typeface="Cambria"/>
              </a:rPr>
              <a:t>t</a:t>
            </a:r>
            <a:r>
              <a:rPr lang="en-US" sz="1600" b="1" spc="-50" dirty="0" smtClean="0">
                <a:solidFill>
                  <a:srgbClr val="FF0000"/>
                </a:solidFill>
                <a:latin typeface="Cambria"/>
                <a:ea typeface="+mj-ea"/>
                <a:cs typeface="Cambria"/>
              </a:rPr>
              <a:t>raceroute</a:t>
            </a:r>
            <a:r>
              <a:rPr lang="en-US" sz="1500" spc="-50" dirty="0" smtClean="0">
                <a:solidFill>
                  <a:srgbClr val="161616"/>
                </a:solidFill>
                <a:latin typeface="Cambria"/>
                <a:ea typeface="+mj-ea"/>
                <a:cs typeface="Cambria"/>
              </a:rPr>
              <a:t> Used </a:t>
            </a:r>
            <a:r>
              <a:rPr lang="en-US" sz="1500" spc="-50" dirty="0">
                <a:solidFill>
                  <a:srgbClr val="161616"/>
                </a:solidFill>
                <a:latin typeface="Cambria"/>
                <a:ea typeface="+mj-ea"/>
                <a:cs typeface="Cambria"/>
              </a:rPr>
              <a:t>to </a:t>
            </a:r>
            <a:r>
              <a:rPr lang="en-US" sz="1500" spc="-50" dirty="0">
                <a:solidFill>
                  <a:srgbClr val="FF0000"/>
                </a:solidFill>
                <a:latin typeface="Cambria"/>
                <a:ea typeface="+mj-ea"/>
                <a:cs typeface="Cambria"/>
              </a:rPr>
              <a:t>trace the path </a:t>
            </a:r>
            <a:r>
              <a:rPr lang="en-US" sz="1500" spc="-50" dirty="0">
                <a:solidFill>
                  <a:srgbClr val="161616"/>
                </a:solidFill>
                <a:latin typeface="Cambria"/>
                <a:ea typeface="+mj-ea"/>
                <a:cs typeface="Cambria"/>
              </a:rPr>
              <a:t>that packets take from the local s</a:t>
            </a:r>
            <a:r>
              <a:rPr lang="en-US" sz="1500" spc="-50" dirty="0" smtClean="0">
                <a:solidFill>
                  <a:srgbClr val="161616"/>
                </a:solidFill>
                <a:latin typeface="Cambria"/>
                <a:ea typeface="+mj-ea"/>
                <a:cs typeface="Cambria"/>
              </a:rPr>
              <a:t>ystem to  </a:t>
            </a:r>
          </a:p>
          <a:p>
            <a:pPr marL="1084263" marR="5080">
              <a:lnSpc>
                <a:spcPct val="158300"/>
              </a:lnSpc>
              <a:spcBef>
                <a:spcPts val="100"/>
              </a:spcBef>
            </a:pPr>
            <a:r>
              <a:rPr lang="en-US" sz="1500" spc="-50" dirty="0" smtClean="0">
                <a:solidFill>
                  <a:srgbClr val="161616"/>
                </a:solidFill>
                <a:latin typeface="Cambria"/>
                <a:ea typeface="+mj-ea"/>
                <a:cs typeface="Cambria"/>
              </a:rPr>
              <a:t>a </a:t>
            </a:r>
            <a:r>
              <a:rPr lang="en-US" sz="1500" spc="-50" dirty="0">
                <a:solidFill>
                  <a:srgbClr val="161616"/>
                </a:solidFill>
                <a:latin typeface="Cambria"/>
                <a:ea typeface="+mj-ea"/>
                <a:cs typeface="Cambria"/>
              </a:rPr>
              <a:t>remote host</a:t>
            </a:r>
          </a:p>
          <a:p>
            <a:pPr marL="102235">
              <a:lnSpc>
                <a:spcPct val="100000"/>
              </a:lnSpc>
              <a:spcBef>
                <a:spcPts val="100"/>
              </a:spcBef>
            </a:pPr>
            <a:endParaRPr lang="en-US" sz="1500" spc="-40" dirty="0" smtClean="0">
              <a:latin typeface="Cambria"/>
              <a:cs typeface="Cambria"/>
            </a:endParaRPr>
          </a:p>
          <a:p>
            <a:pPr marL="102235">
              <a:lnSpc>
                <a:spcPct val="100000"/>
              </a:lnSpc>
              <a:spcBef>
                <a:spcPts val="100"/>
              </a:spcBef>
            </a:pPr>
            <a:r>
              <a:rPr lang="en-US" sz="1500" spc="-40" dirty="0" smtClean="0">
                <a:solidFill>
                  <a:schemeClr val="tx1"/>
                </a:solidFill>
                <a:latin typeface="Cambria"/>
                <a:cs typeface="Cambria"/>
              </a:rPr>
              <a:t>         </a:t>
            </a:r>
            <a:r>
              <a:rPr lang="en-US" sz="1500" b="1" spc="-40" dirty="0" smtClean="0">
                <a:solidFill>
                  <a:schemeClr val="tx1"/>
                </a:solidFill>
                <a:latin typeface="Cambria"/>
                <a:cs typeface="Cambria"/>
              </a:rPr>
              <a:t>E</a:t>
            </a:r>
            <a:r>
              <a:rPr sz="1500" b="1" spc="-40" dirty="0" smtClean="0">
                <a:solidFill>
                  <a:schemeClr val="tx1"/>
                </a:solidFill>
                <a:latin typeface="Cambria"/>
                <a:cs typeface="Cambria"/>
              </a:rPr>
              <a:t>xample</a:t>
            </a:r>
            <a:r>
              <a:rPr lang="en-US" sz="1500" spc="-40" dirty="0" smtClean="0">
                <a:solidFill>
                  <a:schemeClr val="tx1"/>
                </a:solidFill>
                <a:latin typeface="Cambria"/>
                <a:cs typeface="Cambria"/>
              </a:rPr>
              <a:t>:</a:t>
            </a:r>
            <a:r>
              <a:rPr sz="1500" spc="-10" dirty="0" smtClean="0">
                <a:solidFill>
                  <a:schemeClr val="tx1"/>
                </a:solidFill>
                <a:latin typeface="Cambria"/>
                <a:cs typeface="Cambria"/>
              </a:rPr>
              <a:t> </a:t>
            </a:r>
            <a:r>
              <a:rPr sz="1500" spc="-30" dirty="0">
                <a:solidFill>
                  <a:schemeClr val="tx1"/>
                </a:solidFill>
                <a:latin typeface="Cambria"/>
                <a:cs typeface="Cambria"/>
              </a:rPr>
              <a:t>below</a:t>
            </a:r>
            <a:r>
              <a:rPr sz="1500" spc="-25" dirty="0">
                <a:solidFill>
                  <a:schemeClr val="tx1"/>
                </a:solidFill>
                <a:latin typeface="Cambria"/>
                <a:cs typeface="Cambria"/>
              </a:rPr>
              <a:t> </a:t>
            </a:r>
            <a:r>
              <a:rPr sz="1500" spc="-20" dirty="0">
                <a:solidFill>
                  <a:schemeClr val="tx1"/>
                </a:solidFill>
                <a:latin typeface="Cambria"/>
                <a:cs typeface="Cambria"/>
              </a:rPr>
              <a:t>let</a:t>
            </a:r>
            <a:r>
              <a:rPr sz="1500" spc="-25" dirty="0">
                <a:solidFill>
                  <a:schemeClr val="tx1"/>
                </a:solidFill>
                <a:latin typeface="Cambria"/>
                <a:cs typeface="Cambria"/>
              </a:rPr>
              <a:t> </a:t>
            </a:r>
            <a:r>
              <a:rPr sz="1500" spc="-50" dirty="0" smtClean="0">
                <a:solidFill>
                  <a:schemeClr val="tx1"/>
                </a:solidFill>
                <a:latin typeface="Cambria"/>
                <a:cs typeface="Cambria"/>
              </a:rPr>
              <a:t>tracing</a:t>
            </a:r>
            <a:r>
              <a:rPr lang="en-US" sz="1500" dirty="0">
                <a:solidFill>
                  <a:schemeClr val="tx1"/>
                </a:solidFill>
                <a:latin typeface="Cambria"/>
                <a:cs typeface="Cambria"/>
              </a:rPr>
              <a:t> </a:t>
            </a:r>
            <a:r>
              <a:rPr lang="en-US" sz="1500" dirty="0" smtClean="0">
                <a:solidFill>
                  <a:schemeClr val="tx1"/>
                </a:solidFill>
                <a:latin typeface="Cambria"/>
                <a:cs typeface="Cambria"/>
              </a:rPr>
              <a:t>r</a:t>
            </a:r>
            <a:r>
              <a:rPr sz="1500" spc="-10" dirty="0" smtClean="0">
                <a:solidFill>
                  <a:schemeClr val="tx1"/>
                </a:solidFill>
                <a:latin typeface="Cambria"/>
                <a:cs typeface="Cambria"/>
              </a:rPr>
              <a:t>oute</a:t>
            </a:r>
            <a:r>
              <a:rPr sz="1500" spc="10" dirty="0" smtClean="0">
                <a:solidFill>
                  <a:schemeClr val="tx1"/>
                </a:solidFill>
                <a:latin typeface="Cambria"/>
                <a:cs typeface="Cambria"/>
              </a:rPr>
              <a:t> </a:t>
            </a:r>
            <a:r>
              <a:rPr sz="1500" dirty="0">
                <a:solidFill>
                  <a:schemeClr val="tx1"/>
                </a:solidFill>
                <a:latin typeface="Cambria"/>
                <a:cs typeface="Cambria"/>
              </a:rPr>
              <a:t>to</a:t>
            </a:r>
            <a:r>
              <a:rPr sz="1500" spc="-80" dirty="0">
                <a:solidFill>
                  <a:schemeClr val="tx1"/>
                </a:solidFill>
                <a:latin typeface="Cambria"/>
                <a:cs typeface="Cambria"/>
              </a:rPr>
              <a:t> </a:t>
            </a:r>
            <a:r>
              <a:rPr sz="1500" spc="-50" dirty="0" smtClean="0">
                <a:solidFill>
                  <a:schemeClr val="tx1"/>
                </a:solidFill>
                <a:latin typeface="Cambria"/>
                <a:cs typeface="Cambria"/>
              </a:rPr>
              <a:t>glob</a:t>
            </a:r>
            <a:r>
              <a:rPr lang="en-US" sz="1500" spc="-50" dirty="0" smtClean="0">
                <a:solidFill>
                  <a:schemeClr val="tx1"/>
                </a:solidFill>
                <a:latin typeface="Cambria"/>
                <a:cs typeface="Cambria"/>
              </a:rPr>
              <a:t>a</a:t>
            </a:r>
            <a:r>
              <a:rPr sz="1500" spc="-50" dirty="0" smtClean="0">
                <a:solidFill>
                  <a:schemeClr val="tx1"/>
                </a:solidFill>
                <a:latin typeface="Cambria"/>
                <a:cs typeface="Cambria"/>
              </a:rPr>
              <a:t>l</a:t>
            </a:r>
            <a:r>
              <a:rPr sz="1500" spc="-25" dirty="0" smtClean="0">
                <a:solidFill>
                  <a:schemeClr val="tx1"/>
                </a:solidFill>
                <a:latin typeface="Cambria"/>
                <a:cs typeface="Cambria"/>
              </a:rPr>
              <a:t> </a:t>
            </a:r>
            <a:r>
              <a:rPr sz="1500" spc="-25" dirty="0">
                <a:solidFill>
                  <a:schemeClr val="tx1"/>
                </a:solidFill>
                <a:latin typeface="Cambria"/>
                <a:cs typeface="Cambria"/>
              </a:rPr>
              <a:t>DNS</a:t>
            </a:r>
            <a:endParaRPr sz="1500" dirty="0">
              <a:solidFill>
                <a:schemeClr val="tx1"/>
              </a:solidFill>
              <a:latin typeface="Cambria"/>
              <a:cs typeface="Cambria"/>
            </a:endParaRPr>
          </a:p>
          <a:p>
            <a:pPr marL="577850" indent="-174625">
              <a:lnSpc>
                <a:spcPct val="100000"/>
              </a:lnSpc>
              <a:buFont typeface="Arial" panose="020B0604020202020204" pitchFamily="34" charset="0"/>
              <a:buChar char="•"/>
            </a:pPr>
            <a:r>
              <a:rPr lang="en-US" sz="1500" dirty="0" err="1" smtClean="0">
                <a:latin typeface="Cambria"/>
                <a:cs typeface="Cambria"/>
              </a:rPr>
              <a:t>endex</a:t>
            </a:r>
            <a:r>
              <a:rPr lang="en-US" sz="1500" dirty="0" smtClean="0">
                <a:latin typeface="Cambria"/>
                <a:cs typeface="Cambria"/>
              </a:rPr>
              <a:t>/</a:t>
            </a:r>
            <a:r>
              <a:rPr lang="en-US" sz="1500" dirty="0" err="1" smtClean="0">
                <a:latin typeface="Cambria"/>
                <a:cs typeface="Cambria"/>
              </a:rPr>
              <a:t>ubuntu</a:t>
            </a:r>
            <a:r>
              <a:rPr lang="en-US" sz="1500" dirty="0" smtClean="0">
                <a:latin typeface="Cambria"/>
                <a:cs typeface="Cambria"/>
              </a:rPr>
              <a:t>$ traceroute 4.2.2.2 </a:t>
            </a:r>
            <a:endParaRPr sz="1500" dirty="0">
              <a:latin typeface="Cambria"/>
              <a:cs typeface="Cambria"/>
            </a:endParaRPr>
          </a:p>
          <a:p>
            <a:pPr>
              <a:lnSpc>
                <a:spcPct val="100000"/>
              </a:lnSpc>
              <a:spcBef>
                <a:spcPts val="405"/>
              </a:spcBef>
            </a:pPr>
            <a:endParaRPr sz="1500" dirty="0">
              <a:latin typeface="Cambria"/>
              <a:cs typeface="Cambria"/>
            </a:endParaRPr>
          </a:p>
          <a:p>
            <a:pPr marL="120650" indent="-120650">
              <a:lnSpc>
                <a:spcPct val="100000"/>
              </a:lnSpc>
              <a:buFont typeface="Arial" panose="020B0604020202020204" pitchFamily="34" charset="0"/>
              <a:buChar char="•"/>
            </a:pPr>
            <a:r>
              <a:rPr lang="en-US" sz="1550" b="1" dirty="0" err="1" smtClean="0">
                <a:solidFill>
                  <a:srgbClr val="FF0000"/>
                </a:solidFill>
                <a:latin typeface="Cambria"/>
                <a:cs typeface="Cambria"/>
              </a:rPr>
              <a:t>nslookup</a:t>
            </a:r>
            <a:r>
              <a:rPr sz="1550" spc="-20" dirty="0" smtClean="0">
                <a:solidFill>
                  <a:srgbClr val="E18775"/>
                </a:solidFill>
                <a:latin typeface="Cambria"/>
                <a:cs typeface="Cambria"/>
              </a:rPr>
              <a:t> </a:t>
            </a:r>
            <a:r>
              <a:rPr sz="1550" dirty="0">
                <a:solidFill>
                  <a:schemeClr val="tx1"/>
                </a:solidFill>
                <a:latin typeface="Cambria"/>
                <a:cs typeface="Cambria"/>
              </a:rPr>
              <a:t>:</a:t>
            </a:r>
            <a:r>
              <a:rPr sz="1550" spc="-50" dirty="0">
                <a:solidFill>
                  <a:schemeClr val="tx1"/>
                </a:solidFill>
                <a:latin typeface="Cambria"/>
                <a:cs typeface="Cambria"/>
              </a:rPr>
              <a:t> </a:t>
            </a:r>
            <a:r>
              <a:rPr sz="1550" spc="-60" dirty="0">
                <a:solidFill>
                  <a:schemeClr val="tx1"/>
                </a:solidFill>
                <a:latin typeface="Cambria"/>
                <a:cs typeface="Cambria"/>
              </a:rPr>
              <a:t>use</a:t>
            </a:r>
            <a:r>
              <a:rPr sz="1550" spc="-25" dirty="0">
                <a:solidFill>
                  <a:schemeClr val="tx1"/>
                </a:solidFill>
                <a:latin typeface="Cambria"/>
                <a:cs typeface="Cambria"/>
              </a:rPr>
              <a:t> </a:t>
            </a:r>
            <a:r>
              <a:rPr sz="1550" dirty="0">
                <a:solidFill>
                  <a:schemeClr val="tx1"/>
                </a:solidFill>
                <a:latin typeface="Cambria"/>
                <a:cs typeface="Cambria"/>
              </a:rPr>
              <a:t>to</a:t>
            </a:r>
            <a:r>
              <a:rPr sz="1550" spc="-15" dirty="0">
                <a:solidFill>
                  <a:schemeClr val="tx1"/>
                </a:solidFill>
                <a:latin typeface="Cambria"/>
                <a:cs typeface="Cambria"/>
              </a:rPr>
              <a:t> </a:t>
            </a:r>
            <a:r>
              <a:rPr lang="en-US" sz="1550" spc="-10" dirty="0" smtClean="0">
                <a:solidFill>
                  <a:schemeClr val="tx1"/>
                </a:solidFill>
                <a:latin typeface="Cambria"/>
                <a:cs typeface="Cambria"/>
              </a:rPr>
              <a:t>fi</a:t>
            </a:r>
            <a:r>
              <a:rPr sz="1550" spc="-10" dirty="0" smtClean="0">
                <a:solidFill>
                  <a:schemeClr val="tx1"/>
                </a:solidFill>
                <a:latin typeface="Cambria"/>
                <a:cs typeface="Cambria"/>
              </a:rPr>
              <a:t>nd</a:t>
            </a:r>
            <a:r>
              <a:rPr sz="1550" spc="-25" dirty="0" smtClean="0">
                <a:solidFill>
                  <a:schemeClr val="tx1"/>
                </a:solidFill>
                <a:latin typeface="Cambria"/>
                <a:cs typeface="Cambria"/>
              </a:rPr>
              <a:t> </a:t>
            </a:r>
            <a:r>
              <a:rPr sz="1550" spc="-10" dirty="0">
                <a:solidFill>
                  <a:schemeClr val="tx1"/>
                </a:solidFill>
                <a:latin typeface="Cambria"/>
                <a:cs typeface="Cambria"/>
              </a:rPr>
              <a:t>out</a:t>
            </a:r>
            <a:r>
              <a:rPr sz="1550" spc="-55" dirty="0">
                <a:solidFill>
                  <a:schemeClr val="tx1"/>
                </a:solidFill>
                <a:latin typeface="Cambria"/>
                <a:cs typeface="Cambria"/>
              </a:rPr>
              <a:t> </a:t>
            </a:r>
            <a:r>
              <a:rPr sz="1550" dirty="0">
                <a:solidFill>
                  <a:srgbClr val="FF0000"/>
                </a:solidFill>
                <a:latin typeface="Cambria"/>
                <a:cs typeface="Cambria"/>
              </a:rPr>
              <a:t>DNS</a:t>
            </a:r>
            <a:r>
              <a:rPr sz="1550" spc="409" dirty="0">
                <a:solidFill>
                  <a:srgbClr val="FF0000"/>
                </a:solidFill>
                <a:latin typeface="Cambria"/>
                <a:cs typeface="Cambria"/>
              </a:rPr>
              <a:t> </a:t>
            </a:r>
            <a:r>
              <a:rPr sz="1550" spc="-80" dirty="0">
                <a:solidFill>
                  <a:srgbClr val="FF0000"/>
                </a:solidFill>
                <a:latin typeface="Cambria"/>
                <a:cs typeface="Cambria"/>
              </a:rPr>
              <a:t>related</a:t>
            </a:r>
            <a:r>
              <a:rPr sz="1550" spc="20" dirty="0">
                <a:solidFill>
                  <a:srgbClr val="FF0000"/>
                </a:solidFill>
                <a:latin typeface="Cambria"/>
                <a:cs typeface="Cambria"/>
              </a:rPr>
              <a:t> </a:t>
            </a:r>
            <a:r>
              <a:rPr sz="1550" spc="-10" dirty="0">
                <a:solidFill>
                  <a:srgbClr val="FF0000"/>
                </a:solidFill>
                <a:latin typeface="Cambria"/>
                <a:cs typeface="Cambria"/>
              </a:rPr>
              <a:t>query</a:t>
            </a:r>
            <a:endParaRPr sz="1550" dirty="0">
              <a:solidFill>
                <a:srgbClr val="FF0000"/>
              </a:solidFill>
              <a:latin typeface="Cambria"/>
              <a:cs typeface="Cambria"/>
            </a:endParaRPr>
          </a:p>
          <a:p>
            <a:pPr marL="282575" indent="-269875">
              <a:lnSpc>
                <a:spcPct val="100000"/>
              </a:lnSpc>
              <a:spcBef>
                <a:spcPts val="990"/>
              </a:spcBef>
            </a:pPr>
            <a:r>
              <a:rPr lang="en-US" sz="1550" dirty="0">
                <a:solidFill>
                  <a:srgbClr val="161501"/>
                </a:solidFill>
                <a:latin typeface="Cambria"/>
                <a:cs typeface="Cambria"/>
              </a:rPr>
              <a:t> </a:t>
            </a:r>
            <a:r>
              <a:rPr lang="en-US" sz="1550" dirty="0" smtClean="0">
                <a:solidFill>
                  <a:srgbClr val="161501"/>
                </a:solidFill>
                <a:latin typeface="Cambria"/>
                <a:cs typeface="Cambria"/>
              </a:rPr>
              <a:t>      </a:t>
            </a:r>
            <a:r>
              <a:rPr sz="1550" dirty="0" smtClean="0">
                <a:solidFill>
                  <a:srgbClr val="161501"/>
                </a:solidFill>
                <a:latin typeface="Cambria"/>
                <a:cs typeface="Cambria"/>
              </a:rPr>
              <a:t>The</a:t>
            </a:r>
            <a:r>
              <a:rPr sz="1550" spc="40" dirty="0" smtClean="0">
                <a:solidFill>
                  <a:srgbClr val="161501"/>
                </a:solidFill>
                <a:latin typeface="Cambria"/>
                <a:cs typeface="Cambria"/>
              </a:rPr>
              <a:t> </a:t>
            </a:r>
            <a:r>
              <a:rPr sz="1550" spc="-60" dirty="0">
                <a:latin typeface="Cambria"/>
                <a:cs typeface="Cambria"/>
              </a:rPr>
              <a:t>following</a:t>
            </a:r>
            <a:r>
              <a:rPr sz="1550" dirty="0">
                <a:latin typeface="Cambria"/>
                <a:cs typeface="Cambria"/>
              </a:rPr>
              <a:t> </a:t>
            </a:r>
            <a:r>
              <a:rPr sz="1550" spc="-65" dirty="0">
                <a:latin typeface="Cambria"/>
                <a:cs typeface="Cambria"/>
              </a:rPr>
              <a:t>examples</a:t>
            </a:r>
            <a:r>
              <a:rPr sz="1550" spc="95" dirty="0">
                <a:latin typeface="Cambria"/>
                <a:cs typeface="Cambria"/>
              </a:rPr>
              <a:t> </a:t>
            </a:r>
            <a:r>
              <a:rPr sz="1550" spc="-70" dirty="0">
                <a:solidFill>
                  <a:srgbClr val="080808"/>
                </a:solidFill>
                <a:latin typeface="Cambria"/>
                <a:cs typeface="Cambria"/>
              </a:rPr>
              <a:t>shows</a:t>
            </a:r>
            <a:r>
              <a:rPr sz="1550" spc="85" dirty="0">
                <a:solidFill>
                  <a:srgbClr val="080808"/>
                </a:solidFill>
                <a:latin typeface="Cambria"/>
                <a:cs typeface="Cambria"/>
              </a:rPr>
              <a:t> </a:t>
            </a:r>
            <a:r>
              <a:rPr sz="1550" spc="85" dirty="0">
                <a:solidFill>
                  <a:srgbClr val="151300"/>
                </a:solidFill>
                <a:latin typeface="Cambria"/>
                <a:cs typeface="Cambria"/>
              </a:rPr>
              <a:t>A</a:t>
            </a:r>
            <a:r>
              <a:rPr sz="1550" spc="-45" dirty="0">
                <a:solidFill>
                  <a:srgbClr val="151300"/>
                </a:solidFill>
                <a:latin typeface="Cambria"/>
                <a:cs typeface="Cambria"/>
              </a:rPr>
              <a:t> </a:t>
            </a:r>
            <a:r>
              <a:rPr sz="1550" spc="-40" dirty="0">
                <a:latin typeface="Cambria"/>
                <a:cs typeface="Cambria"/>
              </a:rPr>
              <a:t>Record</a:t>
            </a:r>
            <a:r>
              <a:rPr sz="1550" spc="20" dirty="0">
                <a:latin typeface="Cambria"/>
                <a:cs typeface="Cambria"/>
              </a:rPr>
              <a:t> </a:t>
            </a:r>
            <a:r>
              <a:rPr sz="1550" dirty="0">
                <a:latin typeface="Cambria"/>
                <a:cs typeface="Cambria"/>
              </a:rPr>
              <a:t>(IP</a:t>
            </a:r>
            <a:r>
              <a:rPr sz="1550" spc="-50" dirty="0">
                <a:latin typeface="Cambria"/>
                <a:cs typeface="Cambria"/>
              </a:rPr>
              <a:t> </a:t>
            </a:r>
            <a:r>
              <a:rPr sz="1550" spc="-65" dirty="0" smtClean="0">
                <a:solidFill>
                  <a:srgbClr val="232323"/>
                </a:solidFill>
                <a:latin typeface="Cambria"/>
                <a:cs typeface="Cambria"/>
              </a:rPr>
              <a:t>Address</a:t>
            </a:r>
            <a:r>
              <a:rPr lang="en-US" sz="1550" spc="-65" dirty="0">
                <a:solidFill>
                  <a:srgbClr val="232323"/>
                </a:solidFill>
                <a:latin typeface="Cambria"/>
                <a:cs typeface="Cambria"/>
              </a:rPr>
              <a:t> </a:t>
            </a:r>
            <a:r>
              <a:rPr lang="en-US" sz="1550" spc="-65" dirty="0" smtClean="0">
                <a:solidFill>
                  <a:srgbClr val="232323"/>
                </a:solidFill>
                <a:latin typeface="Cambria"/>
                <a:cs typeface="Cambria"/>
              </a:rPr>
              <a:t> o</a:t>
            </a:r>
            <a:r>
              <a:rPr sz="1550" spc="-25" dirty="0" smtClean="0">
                <a:solidFill>
                  <a:srgbClr val="424242"/>
                </a:solidFill>
                <a:latin typeface="Cambria"/>
                <a:cs typeface="Cambria"/>
              </a:rPr>
              <a:t>f</a:t>
            </a:r>
            <a:r>
              <a:rPr lang="en-US" sz="1550" spc="-25" dirty="0" smtClean="0">
                <a:solidFill>
                  <a:srgbClr val="424242"/>
                </a:solidFill>
                <a:latin typeface="Cambria"/>
                <a:cs typeface="Cambria"/>
              </a:rPr>
              <a:t> </a:t>
            </a:r>
            <a:r>
              <a:rPr lang="en-US" sz="1550" u="sng" spc="-25" dirty="0" smtClean="0">
                <a:solidFill>
                  <a:srgbClr val="424242"/>
                </a:solidFill>
                <a:latin typeface="Cambria"/>
                <a:cs typeface="Cambria"/>
                <a:hlinkClick r:id="rId2"/>
              </a:rPr>
              <a:t>www.google.com</a:t>
            </a:r>
            <a:endParaRPr lang="en-US" sz="1550" u="sng" spc="-25" dirty="0" smtClean="0">
              <a:solidFill>
                <a:srgbClr val="424242"/>
              </a:solidFill>
              <a:latin typeface="Cambria"/>
              <a:cs typeface="Cambria"/>
            </a:endParaRPr>
          </a:p>
          <a:p>
            <a:pPr marL="12700">
              <a:lnSpc>
                <a:spcPct val="100000"/>
              </a:lnSpc>
              <a:spcBef>
                <a:spcPts val="990"/>
              </a:spcBef>
            </a:pPr>
            <a:r>
              <a:rPr lang="en-US" sz="1550" spc="-25" dirty="0" smtClean="0">
                <a:solidFill>
                  <a:srgbClr val="424242"/>
                </a:solidFill>
                <a:latin typeface="Cambria"/>
                <a:cs typeface="Cambria"/>
              </a:rPr>
              <a:t>        </a:t>
            </a:r>
            <a:r>
              <a:rPr lang="en-US" sz="1550" b="1" spc="-25" dirty="0" smtClean="0">
                <a:solidFill>
                  <a:srgbClr val="424242"/>
                </a:solidFill>
                <a:latin typeface="Cambria"/>
                <a:cs typeface="Cambria"/>
              </a:rPr>
              <a:t>Example</a:t>
            </a:r>
            <a:r>
              <a:rPr lang="en-US" sz="1550" spc="-25" dirty="0" smtClean="0">
                <a:solidFill>
                  <a:srgbClr val="424242"/>
                </a:solidFill>
                <a:latin typeface="Cambria"/>
                <a:cs typeface="Cambria"/>
              </a:rPr>
              <a:t>: </a:t>
            </a:r>
            <a:r>
              <a:rPr lang="en-US" sz="1550" b="1" spc="-25" dirty="0" err="1" smtClean="0">
                <a:solidFill>
                  <a:srgbClr val="FF0000"/>
                </a:solidFill>
                <a:latin typeface="Cambria"/>
                <a:cs typeface="Cambria"/>
              </a:rPr>
              <a:t>endex</a:t>
            </a:r>
            <a:r>
              <a:rPr lang="en-US" sz="1550" b="1" spc="-25" dirty="0" smtClean="0">
                <a:solidFill>
                  <a:srgbClr val="FF0000"/>
                </a:solidFill>
                <a:latin typeface="Cambria"/>
                <a:cs typeface="Cambria"/>
              </a:rPr>
              <a:t>/</a:t>
            </a:r>
            <a:r>
              <a:rPr lang="en-US" sz="1550" b="1" spc="-25" dirty="0" err="1" smtClean="0">
                <a:solidFill>
                  <a:srgbClr val="FF0000"/>
                </a:solidFill>
                <a:latin typeface="Cambria"/>
                <a:cs typeface="Cambria"/>
              </a:rPr>
              <a:t>ubuntu</a:t>
            </a:r>
            <a:r>
              <a:rPr lang="en-US" sz="1550" b="1" spc="-25" dirty="0" smtClean="0">
                <a:solidFill>
                  <a:srgbClr val="FF0000"/>
                </a:solidFill>
                <a:latin typeface="Cambria"/>
                <a:cs typeface="Cambria"/>
              </a:rPr>
              <a:t>$ www.google.com</a:t>
            </a:r>
            <a:endParaRPr sz="1550" b="1" dirty="0">
              <a:solidFill>
                <a:srgbClr val="FF0000"/>
              </a:solidFill>
              <a:latin typeface="Cambria"/>
              <a:cs typeface="Cambria"/>
            </a:endParaRPr>
          </a:p>
        </p:txBody>
      </p:sp>
      <p:sp>
        <p:nvSpPr>
          <p:cNvPr id="10" name="object 3"/>
          <p:cNvSpPr txBox="1">
            <a:spLocks/>
          </p:cNvSpPr>
          <p:nvPr/>
        </p:nvSpPr>
        <p:spPr>
          <a:xfrm>
            <a:off x="0" y="203274"/>
            <a:ext cx="6007100" cy="320601"/>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000" b="1" spc="-10" dirty="0" smtClean="0">
                <a:solidFill>
                  <a:srgbClr val="FF0000"/>
                </a:solidFill>
              </a:rPr>
              <a:t>Linux </a:t>
            </a:r>
            <a:r>
              <a:rPr lang="en-US" sz="2000" b="1" dirty="0" smtClean="0">
                <a:solidFill>
                  <a:srgbClr val="FF0000"/>
                </a:solidFill>
              </a:rPr>
              <a:t>Commands</a:t>
            </a:r>
            <a:r>
              <a:rPr lang="en-US" sz="2000" b="1" spc="50" dirty="0" smtClean="0">
                <a:solidFill>
                  <a:srgbClr val="FF0000"/>
                </a:solidFill>
              </a:rPr>
              <a:t> and Tools </a:t>
            </a:r>
            <a:r>
              <a:rPr lang="en-US" sz="2000" b="1" dirty="0" smtClean="0">
                <a:solidFill>
                  <a:srgbClr val="FF0000"/>
                </a:solidFill>
              </a:rPr>
              <a:t>for</a:t>
            </a:r>
            <a:r>
              <a:rPr lang="en-US" sz="2000" b="1" spc="-65" dirty="0" smtClean="0">
                <a:solidFill>
                  <a:srgbClr val="FF0000"/>
                </a:solidFill>
              </a:rPr>
              <a:t> </a:t>
            </a:r>
            <a:r>
              <a:rPr lang="en-US" sz="2000" b="1" spc="-55" dirty="0" smtClean="0">
                <a:solidFill>
                  <a:srgbClr val="FF0000"/>
                </a:solidFill>
              </a:rPr>
              <a:t>System</a:t>
            </a:r>
            <a:r>
              <a:rPr lang="en-US" sz="2000" b="1" spc="-40" dirty="0" smtClean="0">
                <a:solidFill>
                  <a:srgbClr val="FF0000"/>
                </a:solidFill>
              </a:rPr>
              <a:t> </a:t>
            </a:r>
            <a:r>
              <a:rPr lang="en-US" sz="2000" b="1" spc="-10" dirty="0" smtClean="0">
                <a:solidFill>
                  <a:srgbClr val="FF0000"/>
                </a:solidFill>
              </a:rPr>
              <a:t>Administrators… </a:t>
            </a:r>
            <a:endParaRPr lang="en-US" sz="2000" b="1" dirty="0">
              <a:solidFill>
                <a:srgbClr val="FF0000"/>
              </a:solidFill>
            </a:endParaRPr>
          </a:p>
        </p:txBody>
      </p:sp>
      <p:sp>
        <p:nvSpPr>
          <p:cNvPr id="16" name="Date Placeholder 15"/>
          <p:cNvSpPr>
            <a:spLocks noGrp="1"/>
          </p:cNvSpPr>
          <p:nvPr>
            <p:ph type="dt" sz="half" idx="6"/>
          </p:nvPr>
        </p:nvSpPr>
        <p:spPr/>
        <p:txBody>
          <a:bodyPr/>
          <a:lstStyle/>
          <a:p>
            <a:fld id="{626D3E1E-ED3E-4B8B-A134-981F0312683F}"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3600" y="691584"/>
            <a:ext cx="5963500" cy="518091"/>
          </a:xfrm>
          <a:prstGeom prst="rect">
            <a:avLst/>
          </a:prstGeom>
        </p:spPr>
        <p:txBody>
          <a:bodyPr vert="horz" wrap="square" lIns="0" tIns="12700" rIns="0" bIns="0" rtlCol="0">
            <a:spAutoFit/>
          </a:bodyPr>
          <a:lstStyle/>
          <a:p>
            <a:pPr marL="120650" indent="-107950">
              <a:lnSpc>
                <a:spcPct val="100000"/>
              </a:lnSpc>
              <a:spcBef>
                <a:spcPts val="100"/>
              </a:spcBef>
              <a:buFont typeface="Arial" panose="020B0604020202020204" pitchFamily="34" charset="0"/>
              <a:buChar char="•"/>
            </a:pPr>
            <a:r>
              <a:rPr lang="en-US" sz="1600" b="1" dirty="0" smtClean="0">
                <a:solidFill>
                  <a:srgbClr val="FF0000"/>
                </a:solidFill>
                <a:latin typeface="Times New Roman"/>
                <a:cs typeface="Times New Roman"/>
              </a:rPr>
              <a:t>r</a:t>
            </a:r>
            <a:r>
              <a:rPr sz="1600" b="1" dirty="0" smtClean="0">
                <a:solidFill>
                  <a:srgbClr val="FF0000"/>
                </a:solidFill>
                <a:latin typeface="Times New Roman"/>
                <a:cs typeface="Times New Roman"/>
              </a:rPr>
              <a:t>oute</a:t>
            </a:r>
            <a:r>
              <a:rPr sz="1550" dirty="0">
                <a:solidFill>
                  <a:srgbClr val="A71516"/>
                </a:solidFill>
                <a:latin typeface="Times New Roman"/>
                <a:cs typeface="Times New Roman"/>
              </a:rPr>
              <a:t>:</a:t>
            </a:r>
            <a:r>
              <a:rPr sz="1550" spc="10" dirty="0">
                <a:solidFill>
                  <a:srgbClr val="A71516"/>
                </a:solidFill>
                <a:latin typeface="Times New Roman"/>
                <a:cs typeface="Times New Roman"/>
              </a:rPr>
              <a:t> </a:t>
            </a:r>
            <a:r>
              <a:rPr sz="1550" dirty="0">
                <a:latin typeface="Times New Roman"/>
                <a:cs typeface="Times New Roman"/>
              </a:rPr>
              <a:t>is</a:t>
            </a:r>
            <a:r>
              <a:rPr sz="1550" spc="35" dirty="0">
                <a:latin typeface="Times New Roman"/>
                <a:cs typeface="Times New Roman"/>
              </a:rPr>
              <a:t> </a:t>
            </a:r>
            <a:r>
              <a:rPr sz="1550" dirty="0">
                <a:solidFill>
                  <a:srgbClr val="1A1A1A"/>
                </a:solidFill>
                <a:latin typeface="Times New Roman"/>
                <a:cs typeface="Times New Roman"/>
              </a:rPr>
              <a:t>used</a:t>
            </a:r>
            <a:r>
              <a:rPr sz="1550" spc="85" dirty="0">
                <a:solidFill>
                  <a:srgbClr val="1A1A1A"/>
                </a:solidFill>
                <a:latin typeface="Times New Roman"/>
                <a:cs typeface="Times New Roman"/>
              </a:rPr>
              <a:t> </a:t>
            </a:r>
            <a:r>
              <a:rPr sz="1550" dirty="0">
                <a:solidFill>
                  <a:srgbClr val="1F1F1F"/>
                </a:solidFill>
                <a:latin typeface="Times New Roman"/>
                <a:cs typeface="Times New Roman"/>
              </a:rPr>
              <a:t>to</a:t>
            </a:r>
            <a:r>
              <a:rPr sz="1550" spc="-15" dirty="0">
                <a:solidFill>
                  <a:srgbClr val="1F1F1F"/>
                </a:solidFill>
                <a:latin typeface="Times New Roman"/>
                <a:cs typeface="Times New Roman"/>
              </a:rPr>
              <a:t> </a:t>
            </a:r>
            <a:r>
              <a:rPr sz="1550" spc="-40" dirty="0">
                <a:solidFill>
                  <a:srgbClr val="212121"/>
                </a:solidFill>
                <a:latin typeface="Times New Roman"/>
                <a:cs typeface="Times New Roman"/>
              </a:rPr>
              <a:t>display</a:t>
            </a:r>
            <a:r>
              <a:rPr sz="1550" spc="20" dirty="0">
                <a:solidFill>
                  <a:srgbClr val="212121"/>
                </a:solidFill>
                <a:latin typeface="Times New Roman"/>
                <a:cs typeface="Times New Roman"/>
              </a:rPr>
              <a:t> </a:t>
            </a:r>
            <a:r>
              <a:rPr sz="1550" dirty="0">
                <a:solidFill>
                  <a:srgbClr val="1F1F1F"/>
                </a:solidFill>
                <a:latin typeface="Times New Roman"/>
                <a:cs typeface="Times New Roman"/>
              </a:rPr>
              <a:t>and</a:t>
            </a:r>
            <a:r>
              <a:rPr sz="1550" spc="75" dirty="0">
                <a:solidFill>
                  <a:srgbClr val="1F1F1F"/>
                </a:solidFill>
                <a:latin typeface="Times New Roman"/>
                <a:cs typeface="Times New Roman"/>
              </a:rPr>
              <a:t> </a:t>
            </a:r>
            <a:r>
              <a:rPr sz="1550" spc="-10" dirty="0">
                <a:solidFill>
                  <a:srgbClr val="0F0F0F"/>
                </a:solidFill>
                <a:latin typeface="Times New Roman"/>
                <a:cs typeface="Times New Roman"/>
              </a:rPr>
              <a:t>modify</a:t>
            </a:r>
            <a:r>
              <a:rPr sz="1550" spc="25" dirty="0">
                <a:solidFill>
                  <a:srgbClr val="0F0F0F"/>
                </a:solidFill>
                <a:latin typeface="Times New Roman"/>
                <a:cs typeface="Times New Roman"/>
              </a:rPr>
              <a:t> </a:t>
            </a:r>
            <a:r>
              <a:rPr sz="1550" dirty="0">
                <a:solidFill>
                  <a:srgbClr val="111111"/>
                </a:solidFill>
                <a:latin typeface="Times New Roman"/>
                <a:cs typeface="Times New Roman"/>
              </a:rPr>
              <a:t>the</a:t>
            </a:r>
            <a:r>
              <a:rPr sz="1550" spc="-10" dirty="0">
                <a:solidFill>
                  <a:srgbClr val="111111"/>
                </a:solidFill>
                <a:latin typeface="Times New Roman"/>
                <a:cs typeface="Times New Roman"/>
              </a:rPr>
              <a:t> </a:t>
            </a:r>
            <a:r>
              <a:rPr sz="1550" spc="-10" dirty="0">
                <a:solidFill>
                  <a:srgbClr val="212121"/>
                </a:solidFill>
                <a:latin typeface="Times New Roman"/>
                <a:cs typeface="Times New Roman"/>
              </a:rPr>
              <a:t>system's</a:t>
            </a:r>
            <a:r>
              <a:rPr sz="1550" spc="80" dirty="0">
                <a:solidFill>
                  <a:srgbClr val="212121"/>
                </a:solidFill>
                <a:latin typeface="Times New Roman"/>
                <a:cs typeface="Times New Roman"/>
              </a:rPr>
              <a:t> </a:t>
            </a:r>
            <a:r>
              <a:rPr sz="1550" spc="-10" dirty="0">
                <a:latin typeface="Times New Roman"/>
                <a:cs typeface="Times New Roman"/>
              </a:rPr>
              <a:t>network</a:t>
            </a:r>
            <a:r>
              <a:rPr sz="1550" spc="45" dirty="0">
                <a:latin typeface="Times New Roman"/>
                <a:cs typeface="Times New Roman"/>
              </a:rPr>
              <a:t> </a:t>
            </a:r>
            <a:r>
              <a:rPr lang="en-US" sz="1550" spc="-10" dirty="0" smtClean="0">
                <a:solidFill>
                  <a:srgbClr val="FF0000"/>
                </a:solidFill>
                <a:latin typeface="Times New Roman"/>
                <a:cs typeface="Times New Roman"/>
              </a:rPr>
              <a:t>r</a:t>
            </a:r>
            <a:r>
              <a:rPr sz="1550" spc="-10" dirty="0" smtClean="0">
                <a:solidFill>
                  <a:srgbClr val="FF0000"/>
                </a:solidFill>
                <a:latin typeface="Times New Roman"/>
                <a:cs typeface="Times New Roman"/>
              </a:rPr>
              <a:t>outing</a:t>
            </a:r>
            <a:r>
              <a:rPr lang="en-US" sz="1550" spc="-10" dirty="0" smtClean="0">
                <a:solidFill>
                  <a:srgbClr val="FF0000"/>
                </a:solidFill>
                <a:latin typeface="Times New Roman"/>
                <a:cs typeface="Times New Roman"/>
              </a:rPr>
              <a:t> table</a:t>
            </a:r>
          </a:p>
          <a:p>
            <a:pPr marL="12700">
              <a:spcBef>
                <a:spcPts val="100"/>
              </a:spcBef>
            </a:pPr>
            <a:r>
              <a:rPr lang="en-US" sz="1600" b="1" dirty="0" smtClean="0">
                <a:latin typeface="Cambria"/>
                <a:cs typeface="Cambria"/>
              </a:rPr>
              <a:t>               Example</a:t>
            </a:r>
            <a:r>
              <a:rPr lang="en-US" sz="1600" spc="110" dirty="0" smtClean="0">
                <a:latin typeface="Cambria"/>
                <a:cs typeface="Cambria"/>
              </a:rPr>
              <a:t> </a:t>
            </a:r>
            <a:r>
              <a:rPr lang="en-US" sz="1600" spc="60" dirty="0" err="1" smtClean="0">
                <a:latin typeface="Cambria"/>
                <a:cs typeface="Cambria"/>
              </a:rPr>
              <a:t>endex</a:t>
            </a:r>
            <a:r>
              <a:rPr lang="en-US" sz="1600" spc="60" dirty="0" smtClean="0">
                <a:latin typeface="Cambria"/>
                <a:cs typeface="Cambria"/>
              </a:rPr>
              <a:t>/</a:t>
            </a:r>
            <a:r>
              <a:rPr lang="en-US" sz="1600" spc="60" dirty="0" err="1" smtClean="0">
                <a:latin typeface="Cambria"/>
                <a:cs typeface="Cambria"/>
              </a:rPr>
              <a:t>ubuntu</a:t>
            </a:r>
            <a:r>
              <a:rPr lang="en-US" sz="1600" spc="60" dirty="0" smtClean="0">
                <a:latin typeface="Cambria"/>
                <a:cs typeface="Cambria"/>
              </a:rPr>
              <a:t>$</a:t>
            </a:r>
            <a:r>
              <a:rPr lang="en-US" sz="1600" spc="130" dirty="0" smtClean="0">
                <a:latin typeface="Cambria"/>
                <a:cs typeface="Cambria"/>
              </a:rPr>
              <a:t> </a:t>
            </a:r>
            <a:r>
              <a:rPr lang="en-US" sz="1600" b="1" spc="-10" dirty="0" smtClean="0">
                <a:solidFill>
                  <a:srgbClr val="FF0000"/>
                </a:solidFill>
                <a:latin typeface="Cambria"/>
                <a:cs typeface="Cambria"/>
              </a:rPr>
              <a:t>route</a:t>
            </a:r>
            <a:endParaRPr sz="1550" dirty="0">
              <a:latin typeface="Times New Roman"/>
              <a:cs typeface="Times New Roman"/>
            </a:endParaRPr>
          </a:p>
        </p:txBody>
      </p:sp>
      <p:sp>
        <p:nvSpPr>
          <p:cNvPr id="5" name="object 5"/>
          <p:cNvSpPr txBox="1"/>
          <p:nvPr/>
        </p:nvSpPr>
        <p:spPr>
          <a:xfrm>
            <a:off x="43600" y="1362075"/>
            <a:ext cx="5963500" cy="1151597"/>
          </a:xfrm>
          <a:prstGeom prst="rect">
            <a:avLst/>
          </a:prstGeom>
        </p:spPr>
        <p:txBody>
          <a:bodyPr vert="horz" wrap="square" lIns="0" tIns="12700" rIns="0" bIns="0" rtlCol="0">
            <a:spAutoFit/>
          </a:bodyPr>
          <a:lstStyle/>
          <a:p>
            <a:pPr marL="120650" marR="5080" indent="-109538">
              <a:lnSpc>
                <a:spcPct val="160400"/>
              </a:lnSpc>
              <a:spcBef>
                <a:spcPts val="10"/>
              </a:spcBef>
              <a:buFont typeface="Arial" panose="020B0604020202020204" pitchFamily="34" charset="0"/>
              <a:buChar char="•"/>
            </a:pPr>
            <a:r>
              <a:rPr lang="en-US" sz="1500" b="1" dirty="0" smtClean="0">
                <a:solidFill>
                  <a:srgbClr val="DD2321"/>
                </a:solidFill>
                <a:latin typeface="Cambria"/>
                <a:cs typeface="Cambria"/>
              </a:rPr>
              <a:t>ARP</a:t>
            </a:r>
            <a:r>
              <a:rPr lang="en-US" sz="1500" dirty="0" smtClean="0">
                <a:solidFill>
                  <a:srgbClr val="DD2321"/>
                </a:solidFill>
                <a:latin typeface="Cambria"/>
                <a:cs typeface="Cambria"/>
              </a:rPr>
              <a:t> </a:t>
            </a:r>
            <a:r>
              <a:rPr sz="1500" spc="-10" dirty="0" smtClean="0">
                <a:solidFill>
                  <a:schemeClr val="tx1"/>
                </a:solidFill>
                <a:latin typeface="Cambria"/>
                <a:cs typeface="Cambria"/>
              </a:rPr>
              <a:t>is</a:t>
            </a:r>
            <a:r>
              <a:rPr sz="1500" spc="40" dirty="0" smtClean="0">
                <a:solidFill>
                  <a:schemeClr val="tx1"/>
                </a:solidFill>
                <a:latin typeface="Cambria"/>
                <a:cs typeface="Cambria"/>
              </a:rPr>
              <a:t> </a:t>
            </a:r>
            <a:r>
              <a:rPr sz="1500" spc="-35" dirty="0">
                <a:solidFill>
                  <a:schemeClr val="tx1"/>
                </a:solidFill>
                <a:latin typeface="Cambria"/>
                <a:cs typeface="Cambria"/>
              </a:rPr>
              <a:t>useful</a:t>
            </a:r>
            <a:r>
              <a:rPr sz="1500" spc="60" dirty="0">
                <a:solidFill>
                  <a:schemeClr val="tx1"/>
                </a:solidFill>
                <a:latin typeface="Cambria"/>
                <a:cs typeface="Cambria"/>
              </a:rPr>
              <a:t> </a:t>
            </a:r>
            <a:r>
              <a:rPr sz="1500" dirty="0">
                <a:solidFill>
                  <a:schemeClr val="tx1"/>
                </a:solidFill>
                <a:latin typeface="Cambria"/>
                <a:cs typeface="Cambria"/>
              </a:rPr>
              <a:t>to </a:t>
            </a:r>
            <a:r>
              <a:rPr sz="1500" b="1" dirty="0">
                <a:solidFill>
                  <a:schemeClr val="tx1"/>
                </a:solidFill>
                <a:latin typeface="Cambria"/>
                <a:cs typeface="Cambria"/>
              </a:rPr>
              <a:t>view</a:t>
            </a:r>
            <a:r>
              <a:rPr sz="1500" b="1" spc="60" dirty="0">
                <a:solidFill>
                  <a:schemeClr val="tx1"/>
                </a:solidFill>
                <a:latin typeface="Cambria"/>
                <a:cs typeface="Cambria"/>
              </a:rPr>
              <a:t> </a:t>
            </a:r>
            <a:r>
              <a:rPr sz="1500" b="1" dirty="0">
                <a:solidFill>
                  <a:schemeClr val="tx1"/>
                </a:solidFill>
                <a:latin typeface="Cambria"/>
                <a:cs typeface="Cambria"/>
              </a:rPr>
              <a:t>/</a:t>
            </a:r>
            <a:r>
              <a:rPr sz="1500" b="1" spc="110" dirty="0">
                <a:solidFill>
                  <a:schemeClr val="tx1"/>
                </a:solidFill>
                <a:latin typeface="Cambria"/>
                <a:cs typeface="Cambria"/>
              </a:rPr>
              <a:t> </a:t>
            </a:r>
            <a:r>
              <a:rPr sz="1500" b="1" dirty="0">
                <a:solidFill>
                  <a:schemeClr val="tx1"/>
                </a:solidFill>
                <a:latin typeface="Cambria"/>
                <a:cs typeface="Cambria"/>
              </a:rPr>
              <a:t>add</a:t>
            </a:r>
            <a:r>
              <a:rPr sz="1500" b="1" spc="85" dirty="0">
                <a:solidFill>
                  <a:schemeClr val="tx1"/>
                </a:solidFill>
                <a:latin typeface="Cambria"/>
                <a:cs typeface="Cambria"/>
              </a:rPr>
              <a:t> </a:t>
            </a:r>
            <a:r>
              <a:rPr sz="1500" spc="-40" dirty="0">
                <a:solidFill>
                  <a:schemeClr val="tx1"/>
                </a:solidFill>
                <a:latin typeface="Cambria"/>
                <a:cs typeface="Cambria"/>
              </a:rPr>
              <a:t>the</a:t>
            </a:r>
            <a:r>
              <a:rPr sz="1500" spc="-30" dirty="0">
                <a:solidFill>
                  <a:schemeClr val="tx1"/>
                </a:solidFill>
                <a:latin typeface="Cambria"/>
                <a:cs typeface="Cambria"/>
              </a:rPr>
              <a:t> </a:t>
            </a:r>
            <a:r>
              <a:rPr sz="1500" spc="-40" dirty="0">
                <a:solidFill>
                  <a:schemeClr val="tx1"/>
                </a:solidFill>
                <a:latin typeface="Cambria"/>
                <a:cs typeface="Cambria"/>
              </a:rPr>
              <a:t>contents</a:t>
            </a:r>
            <a:r>
              <a:rPr sz="1500" spc="105" dirty="0">
                <a:solidFill>
                  <a:schemeClr val="tx1"/>
                </a:solidFill>
                <a:latin typeface="Cambria"/>
                <a:cs typeface="Cambria"/>
              </a:rPr>
              <a:t> </a:t>
            </a:r>
            <a:r>
              <a:rPr sz="1500" dirty="0">
                <a:solidFill>
                  <a:schemeClr val="tx1"/>
                </a:solidFill>
                <a:latin typeface="Cambria"/>
                <a:cs typeface="Cambria"/>
              </a:rPr>
              <a:t>of</a:t>
            </a:r>
            <a:r>
              <a:rPr sz="1500" spc="310" dirty="0">
                <a:solidFill>
                  <a:schemeClr val="tx1"/>
                </a:solidFill>
                <a:latin typeface="Cambria"/>
                <a:cs typeface="Cambria"/>
              </a:rPr>
              <a:t> </a:t>
            </a:r>
            <a:r>
              <a:rPr sz="1500" dirty="0">
                <a:solidFill>
                  <a:schemeClr val="tx1"/>
                </a:solidFill>
                <a:latin typeface="Cambria"/>
                <a:cs typeface="Cambria"/>
              </a:rPr>
              <a:t>the</a:t>
            </a:r>
            <a:r>
              <a:rPr sz="1500" spc="-10" dirty="0">
                <a:solidFill>
                  <a:schemeClr val="tx1"/>
                </a:solidFill>
                <a:latin typeface="Cambria"/>
                <a:cs typeface="Cambria"/>
              </a:rPr>
              <a:t> </a:t>
            </a:r>
            <a:r>
              <a:rPr sz="1500" spc="-75" dirty="0">
                <a:solidFill>
                  <a:schemeClr val="tx1"/>
                </a:solidFill>
                <a:latin typeface="Cambria"/>
                <a:cs typeface="Cambria"/>
              </a:rPr>
              <a:t>kernel's</a:t>
            </a:r>
            <a:r>
              <a:rPr sz="1500" spc="90" dirty="0">
                <a:solidFill>
                  <a:schemeClr val="tx1"/>
                </a:solidFill>
                <a:latin typeface="Cambria"/>
                <a:cs typeface="Cambria"/>
              </a:rPr>
              <a:t> </a:t>
            </a:r>
            <a:r>
              <a:rPr sz="1500" b="1" spc="-25" dirty="0">
                <a:solidFill>
                  <a:schemeClr val="tx1"/>
                </a:solidFill>
                <a:latin typeface="Cambria"/>
                <a:cs typeface="Cambria"/>
              </a:rPr>
              <a:t>ARP </a:t>
            </a:r>
            <a:r>
              <a:rPr lang="en-US" sz="1500" b="1" spc="-25" dirty="0" smtClean="0">
                <a:solidFill>
                  <a:schemeClr val="tx1"/>
                </a:solidFill>
                <a:latin typeface="Cambria"/>
                <a:cs typeface="Cambria"/>
              </a:rPr>
              <a:t>tables</a:t>
            </a:r>
          </a:p>
          <a:p>
            <a:pPr marL="11112" marR="5080">
              <a:lnSpc>
                <a:spcPct val="160400"/>
              </a:lnSpc>
              <a:spcBef>
                <a:spcPts val="10"/>
              </a:spcBef>
            </a:pPr>
            <a:r>
              <a:rPr lang="en-US" sz="1500" spc="-10" dirty="0">
                <a:solidFill>
                  <a:schemeClr val="tx1"/>
                </a:solidFill>
                <a:latin typeface="Cambria"/>
                <a:cs typeface="Cambria"/>
              </a:rPr>
              <a:t> </a:t>
            </a:r>
            <a:r>
              <a:rPr lang="en-US" sz="1500" spc="-10" dirty="0" smtClean="0">
                <a:solidFill>
                  <a:schemeClr val="tx1"/>
                </a:solidFill>
                <a:latin typeface="Cambria"/>
                <a:cs typeface="Cambria"/>
              </a:rPr>
              <a:t>           </a:t>
            </a:r>
            <a:r>
              <a:rPr sz="1500" b="1" spc="-10" dirty="0" smtClean="0">
                <a:solidFill>
                  <a:schemeClr val="tx1"/>
                </a:solidFill>
                <a:latin typeface="Cambria"/>
                <a:cs typeface="Cambria"/>
              </a:rPr>
              <a:t>Example</a:t>
            </a:r>
            <a:r>
              <a:rPr sz="1500" spc="20" dirty="0" smtClean="0">
                <a:solidFill>
                  <a:schemeClr val="tx1"/>
                </a:solidFill>
                <a:latin typeface="Cambria"/>
                <a:cs typeface="Cambria"/>
              </a:rPr>
              <a:t> </a:t>
            </a:r>
            <a:r>
              <a:rPr sz="1500" dirty="0">
                <a:solidFill>
                  <a:schemeClr val="tx1"/>
                </a:solidFill>
                <a:latin typeface="Cambria"/>
                <a:cs typeface="Cambria"/>
              </a:rPr>
              <a:t>to</a:t>
            </a:r>
            <a:r>
              <a:rPr sz="1500" spc="-20" dirty="0">
                <a:solidFill>
                  <a:schemeClr val="tx1"/>
                </a:solidFill>
                <a:latin typeface="Cambria"/>
                <a:cs typeface="Cambria"/>
              </a:rPr>
              <a:t> </a:t>
            </a:r>
            <a:r>
              <a:rPr sz="1500" spc="-45" dirty="0" smtClean="0">
                <a:solidFill>
                  <a:schemeClr val="tx1"/>
                </a:solidFill>
                <a:latin typeface="Cambria"/>
                <a:cs typeface="Cambria"/>
              </a:rPr>
              <a:t>s</a:t>
            </a:r>
            <a:r>
              <a:rPr lang="en-US" sz="1500" spc="-45" dirty="0" smtClean="0">
                <a:solidFill>
                  <a:schemeClr val="tx1"/>
                </a:solidFill>
                <a:latin typeface="Cambria"/>
                <a:cs typeface="Cambria"/>
              </a:rPr>
              <a:t>e</a:t>
            </a:r>
            <a:r>
              <a:rPr sz="1500" spc="-45" dirty="0" smtClean="0">
                <a:solidFill>
                  <a:schemeClr val="tx1"/>
                </a:solidFill>
                <a:latin typeface="Cambria"/>
                <a:cs typeface="Cambria"/>
              </a:rPr>
              <a:t>e</a:t>
            </a:r>
            <a:r>
              <a:rPr sz="1500" spc="-35" dirty="0" smtClean="0">
                <a:solidFill>
                  <a:schemeClr val="tx1"/>
                </a:solidFill>
                <a:latin typeface="Cambria"/>
                <a:cs typeface="Cambria"/>
              </a:rPr>
              <a:t> </a:t>
            </a:r>
            <a:r>
              <a:rPr sz="1500" spc="-30" dirty="0">
                <a:solidFill>
                  <a:schemeClr val="tx1"/>
                </a:solidFill>
                <a:latin typeface="Cambria"/>
                <a:cs typeface="Cambria"/>
              </a:rPr>
              <a:t>default</a:t>
            </a:r>
            <a:r>
              <a:rPr sz="1500" spc="-5" dirty="0">
                <a:solidFill>
                  <a:schemeClr val="tx1"/>
                </a:solidFill>
                <a:latin typeface="Cambria"/>
                <a:cs typeface="Cambria"/>
              </a:rPr>
              <a:t> </a:t>
            </a:r>
            <a:r>
              <a:rPr sz="1500" spc="-40" dirty="0" smtClean="0">
                <a:solidFill>
                  <a:schemeClr val="tx1"/>
                </a:solidFill>
                <a:latin typeface="Cambria"/>
                <a:cs typeface="Cambria"/>
              </a:rPr>
              <a:t>table</a:t>
            </a:r>
            <a:r>
              <a:rPr lang="en-US" sz="1500" spc="-20" dirty="0">
                <a:solidFill>
                  <a:schemeClr val="tx1"/>
                </a:solidFill>
                <a:latin typeface="Cambria"/>
                <a:cs typeface="Cambria"/>
              </a:rPr>
              <a:t> </a:t>
            </a:r>
            <a:r>
              <a:rPr sz="1500" spc="-35" dirty="0" smtClean="0">
                <a:solidFill>
                  <a:schemeClr val="tx1"/>
                </a:solidFill>
                <a:latin typeface="Cambria"/>
                <a:cs typeface="Cambria"/>
              </a:rPr>
              <a:t>use</a:t>
            </a:r>
            <a:r>
              <a:rPr sz="1500" spc="-10" dirty="0" smtClean="0">
                <a:solidFill>
                  <a:schemeClr val="tx1"/>
                </a:solidFill>
                <a:latin typeface="Cambria"/>
                <a:cs typeface="Cambria"/>
              </a:rPr>
              <a:t> </a:t>
            </a:r>
            <a:r>
              <a:rPr sz="1500" spc="-10" dirty="0">
                <a:solidFill>
                  <a:schemeClr val="tx1"/>
                </a:solidFill>
                <a:latin typeface="Cambria"/>
                <a:cs typeface="Cambria"/>
              </a:rPr>
              <a:t>the </a:t>
            </a:r>
            <a:r>
              <a:rPr sz="1500" spc="-35" dirty="0">
                <a:solidFill>
                  <a:schemeClr val="tx1"/>
                </a:solidFill>
                <a:latin typeface="Cambria"/>
                <a:cs typeface="Cambria"/>
              </a:rPr>
              <a:t>command</a:t>
            </a:r>
            <a:r>
              <a:rPr sz="1500" spc="10" dirty="0">
                <a:solidFill>
                  <a:schemeClr val="tx1"/>
                </a:solidFill>
                <a:latin typeface="Cambria"/>
                <a:cs typeface="Cambria"/>
              </a:rPr>
              <a:t> </a:t>
            </a:r>
            <a:r>
              <a:rPr sz="1500" spc="-25" dirty="0">
                <a:solidFill>
                  <a:schemeClr val="tx1"/>
                </a:solidFill>
                <a:latin typeface="Cambria"/>
                <a:cs typeface="Cambria"/>
              </a:rPr>
              <a:t>as</a:t>
            </a:r>
            <a:endParaRPr sz="1500" dirty="0">
              <a:solidFill>
                <a:schemeClr val="tx1"/>
              </a:solidFill>
              <a:latin typeface="Cambria"/>
              <a:cs typeface="Cambria"/>
            </a:endParaRPr>
          </a:p>
          <a:p>
            <a:pPr marL="12700">
              <a:lnSpc>
                <a:spcPct val="100000"/>
              </a:lnSpc>
              <a:spcBef>
                <a:spcPts val="1150"/>
              </a:spcBef>
            </a:pPr>
            <a:r>
              <a:rPr lang="en-US" sz="1400" dirty="0">
                <a:solidFill>
                  <a:srgbClr val="DDC393"/>
                </a:solidFill>
                <a:latin typeface="Cambria"/>
                <a:cs typeface="Cambria"/>
              </a:rPr>
              <a:t> </a:t>
            </a:r>
            <a:r>
              <a:rPr lang="en-US" sz="1400" dirty="0" smtClean="0">
                <a:solidFill>
                  <a:srgbClr val="DDC393"/>
                </a:solidFill>
                <a:latin typeface="Cambria"/>
                <a:cs typeface="Cambria"/>
              </a:rPr>
              <a:t>            </a:t>
            </a:r>
            <a:r>
              <a:rPr sz="1600" b="1" spc="70" dirty="0" err="1" smtClean="0">
                <a:solidFill>
                  <a:schemeClr val="tx1"/>
                </a:solidFill>
                <a:latin typeface="Cambria"/>
                <a:cs typeface="Cambria"/>
              </a:rPr>
              <a:t>endex</a:t>
            </a:r>
            <a:r>
              <a:rPr sz="1600" b="1" spc="70" dirty="0" smtClean="0">
                <a:solidFill>
                  <a:schemeClr val="tx1"/>
                </a:solidFill>
                <a:latin typeface="Cambria"/>
                <a:cs typeface="Cambria"/>
              </a:rPr>
              <a:t>/</a:t>
            </a:r>
            <a:r>
              <a:rPr sz="1600" b="1" spc="70" dirty="0" err="1" smtClean="0">
                <a:solidFill>
                  <a:schemeClr val="tx1"/>
                </a:solidFill>
                <a:latin typeface="Cambria"/>
                <a:cs typeface="Cambria"/>
              </a:rPr>
              <a:t>ubuntu</a:t>
            </a:r>
            <a:r>
              <a:rPr sz="1600" b="1" spc="70" dirty="0">
                <a:solidFill>
                  <a:schemeClr val="tx1"/>
                </a:solidFill>
                <a:latin typeface="Cambria"/>
                <a:cs typeface="Cambria"/>
              </a:rPr>
              <a:t>$</a:t>
            </a:r>
            <a:r>
              <a:rPr sz="1400" spc="250" dirty="0">
                <a:latin typeface="Cambria"/>
                <a:cs typeface="Cambria"/>
              </a:rPr>
              <a:t> </a:t>
            </a:r>
            <a:r>
              <a:rPr sz="1600" b="1" spc="65" dirty="0" err="1" smtClean="0">
                <a:solidFill>
                  <a:srgbClr val="FF0000"/>
                </a:solidFill>
                <a:latin typeface="Cambria"/>
                <a:cs typeface="Cambria"/>
              </a:rPr>
              <a:t>a</a:t>
            </a:r>
            <a:r>
              <a:rPr lang="en-US" sz="1600" b="1" spc="65" dirty="0" err="1" smtClean="0">
                <a:solidFill>
                  <a:srgbClr val="FF0000"/>
                </a:solidFill>
                <a:latin typeface="Cambria"/>
                <a:cs typeface="Cambria"/>
              </a:rPr>
              <a:t>r</a:t>
            </a:r>
            <a:r>
              <a:rPr sz="1600" b="1" spc="65" dirty="0" err="1" smtClean="0">
                <a:solidFill>
                  <a:srgbClr val="FF0000"/>
                </a:solidFill>
                <a:latin typeface="Cambria"/>
                <a:cs typeface="Cambria"/>
              </a:rPr>
              <a:t>p</a:t>
            </a:r>
            <a:r>
              <a:rPr sz="1600" b="1" spc="175" dirty="0" smtClean="0">
                <a:solidFill>
                  <a:srgbClr val="FF0000"/>
                </a:solidFill>
                <a:latin typeface="Cambria"/>
                <a:cs typeface="Cambria"/>
              </a:rPr>
              <a:t> </a:t>
            </a:r>
            <a:r>
              <a:rPr sz="1600" b="1" spc="-385" dirty="0" smtClean="0">
                <a:solidFill>
                  <a:srgbClr val="FF0000"/>
                </a:solidFill>
                <a:latin typeface="Cambria"/>
                <a:cs typeface="Cambria"/>
              </a:rPr>
              <a:t>—</a:t>
            </a:r>
            <a:r>
              <a:rPr lang="en-US" sz="1600" b="1" spc="-385" dirty="0" smtClean="0">
                <a:solidFill>
                  <a:srgbClr val="FF0000"/>
                </a:solidFill>
                <a:latin typeface="Cambria"/>
                <a:cs typeface="Cambria"/>
              </a:rPr>
              <a:t>    </a:t>
            </a:r>
            <a:r>
              <a:rPr sz="1600" b="1" spc="-50" dirty="0" smtClean="0">
                <a:solidFill>
                  <a:srgbClr val="FF0000"/>
                </a:solidFill>
                <a:latin typeface="Cambria"/>
                <a:cs typeface="Cambria"/>
              </a:rPr>
              <a:t>e</a:t>
            </a:r>
            <a:endParaRPr sz="1600" b="1" dirty="0">
              <a:solidFill>
                <a:srgbClr val="FF0000"/>
              </a:solidFill>
              <a:latin typeface="Cambria"/>
              <a:cs typeface="Cambria"/>
            </a:endParaRPr>
          </a:p>
        </p:txBody>
      </p:sp>
      <p:sp>
        <p:nvSpPr>
          <p:cNvPr id="7" name="object 7"/>
          <p:cNvSpPr txBox="1"/>
          <p:nvPr/>
        </p:nvSpPr>
        <p:spPr>
          <a:xfrm>
            <a:off x="-12700" y="2581275"/>
            <a:ext cx="6019800" cy="1564531"/>
          </a:xfrm>
          <a:prstGeom prst="rect">
            <a:avLst/>
          </a:prstGeom>
        </p:spPr>
        <p:txBody>
          <a:bodyPr vert="horz" wrap="square" lIns="0" tIns="12700" rIns="0" bIns="0" rtlCol="0">
            <a:spAutoFit/>
          </a:bodyPr>
          <a:lstStyle/>
          <a:p>
            <a:pPr marL="174625" indent="-158750">
              <a:spcBef>
                <a:spcPts val="100"/>
              </a:spcBef>
              <a:buFont typeface="Arial" panose="020B0604020202020204" pitchFamily="34" charset="0"/>
              <a:buChar char="•"/>
            </a:pPr>
            <a:r>
              <a:rPr lang="en-US" sz="1600" b="1" spc="90" dirty="0" smtClean="0">
                <a:solidFill>
                  <a:srgbClr val="FF0000"/>
                </a:solidFill>
                <a:latin typeface="Cambria"/>
                <a:cs typeface="Cambria"/>
              </a:rPr>
              <a:t>Ping</a:t>
            </a:r>
            <a:r>
              <a:rPr lang="en-US" sz="1600" spc="45" dirty="0" smtClean="0">
                <a:solidFill>
                  <a:srgbClr val="952A23"/>
                </a:solidFill>
                <a:latin typeface="Cambria"/>
                <a:cs typeface="Cambria"/>
              </a:rPr>
              <a:t> </a:t>
            </a:r>
            <a:r>
              <a:rPr lang="en-US" sz="1600" spc="-35" dirty="0" smtClean="0">
                <a:latin typeface="Cambria"/>
                <a:cs typeface="Cambria"/>
              </a:rPr>
              <a:t>(Packet</a:t>
            </a:r>
            <a:r>
              <a:rPr lang="en-US" sz="1600" spc="180" dirty="0" smtClean="0">
                <a:latin typeface="Cambria"/>
                <a:cs typeface="Cambria"/>
              </a:rPr>
              <a:t> </a:t>
            </a:r>
            <a:r>
              <a:rPr lang="en-US" sz="1600" dirty="0" err="1" smtClean="0">
                <a:latin typeface="Cambria"/>
                <a:cs typeface="Cambria"/>
              </a:rPr>
              <a:t>INternet</a:t>
            </a:r>
            <a:r>
              <a:rPr lang="en-US" sz="1600" spc="90" dirty="0" smtClean="0">
                <a:latin typeface="Cambria"/>
                <a:cs typeface="Cambria"/>
              </a:rPr>
              <a:t> </a:t>
            </a:r>
            <a:r>
              <a:rPr lang="en-US" sz="1600" spc="-10" dirty="0" smtClean="0">
                <a:latin typeface="Cambria"/>
                <a:cs typeface="Cambria"/>
              </a:rPr>
              <a:t>Groper)</a:t>
            </a:r>
            <a:endParaRPr lang="en-US" sz="1600" dirty="0" smtClean="0">
              <a:latin typeface="Cambria"/>
              <a:cs typeface="Cambria"/>
            </a:endParaRPr>
          </a:p>
          <a:p>
            <a:pPr marL="16510">
              <a:lnSpc>
                <a:spcPct val="100000"/>
              </a:lnSpc>
              <a:spcBef>
                <a:spcPts val="100"/>
              </a:spcBef>
            </a:pPr>
            <a:endParaRPr lang="en-US" sz="800" spc="-55" dirty="0" smtClean="0">
              <a:solidFill>
                <a:srgbClr val="111111"/>
              </a:solidFill>
              <a:latin typeface="Cambria"/>
              <a:cs typeface="Cambria"/>
            </a:endParaRPr>
          </a:p>
          <a:p>
            <a:pPr marL="577850">
              <a:lnSpc>
                <a:spcPct val="100000"/>
              </a:lnSpc>
              <a:spcBef>
                <a:spcPts val="100"/>
              </a:spcBef>
            </a:pPr>
            <a:r>
              <a:rPr lang="en-US" sz="1500" spc="-55" dirty="0">
                <a:solidFill>
                  <a:srgbClr val="111111"/>
                </a:solidFill>
                <a:latin typeface="Cambria"/>
                <a:cs typeface="Cambria"/>
              </a:rPr>
              <a:t>U</a:t>
            </a:r>
            <a:r>
              <a:rPr sz="1500" spc="-55" dirty="0" smtClean="0">
                <a:solidFill>
                  <a:srgbClr val="111111"/>
                </a:solidFill>
                <a:latin typeface="Cambria"/>
                <a:cs typeface="Cambria"/>
              </a:rPr>
              <a:t>sed</a:t>
            </a:r>
            <a:r>
              <a:rPr sz="1500" spc="-30" dirty="0" smtClean="0">
                <a:solidFill>
                  <a:srgbClr val="111111"/>
                </a:solidFill>
                <a:latin typeface="Cambria"/>
                <a:cs typeface="Cambria"/>
              </a:rPr>
              <a:t> </a:t>
            </a:r>
            <a:r>
              <a:rPr sz="1500" dirty="0" smtClean="0">
                <a:solidFill>
                  <a:srgbClr val="1C1C1C"/>
                </a:solidFill>
                <a:latin typeface="Cambria"/>
                <a:cs typeface="Cambria"/>
              </a:rPr>
              <a:t>t</a:t>
            </a:r>
            <a:r>
              <a:rPr lang="en-US" sz="1500" dirty="0" smtClean="0">
                <a:solidFill>
                  <a:srgbClr val="1C1C1C"/>
                </a:solidFill>
                <a:latin typeface="Cambria"/>
                <a:cs typeface="Cambria"/>
              </a:rPr>
              <a:t>o</a:t>
            </a:r>
            <a:r>
              <a:rPr sz="1500" spc="-10" dirty="0" smtClean="0">
                <a:solidFill>
                  <a:srgbClr val="1C1C1C"/>
                </a:solidFill>
                <a:latin typeface="Cambria"/>
                <a:cs typeface="Cambria"/>
              </a:rPr>
              <a:t> </a:t>
            </a:r>
            <a:r>
              <a:rPr sz="1500" spc="-60" dirty="0">
                <a:solidFill>
                  <a:srgbClr val="FF0000"/>
                </a:solidFill>
                <a:latin typeface="Cambria"/>
                <a:cs typeface="Cambria"/>
              </a:rPr>
              <a:t>test</a:t>
            </a:r>
            <a:r>
              <a:rPr sz="1500" dirty="0">
                <a:solidFill>
                  <a:srgbClr val="FF0000"/>
                </a:solidFill>
                <a:latin typeface="Cambria"/>
                <a:cs typeface="Cambria"/>
              </a:rPr>
              <a:t> </a:t>
            </a:r>
            <a:r>
              <a:rPr sz="1500" spc="-65" dirty="0">
                <a:solidFill>
                  <a:srgbClr val="FF0000"/>
                </a:solidFill>
                <a:latin typeface="Cambria"/>
                <a:cs typeface="Cambria"/>
              </a:rPr>
              <a:t>network</a:t>
            </a:r>
            <a:r>
              <a:rPr sz="1500" spc="50" dirty="0">
                <a:solidFill>
                  <a:srgbClr val="FF0000"/>
                </a:solidFill>
                <a:latin typeface="Cambria"/>
                <a:cs typeface="Cambria"/>
              </a:rPr>
              <a:t> </a:t>
            </a:r>
            <a:r>
              <a:rPr sz="1500" spc="-10" dirty="0" smtClean="0">
                <a:solidFill>
                  <a:srgbClr val="FF0000"/>
                </a:solidFill>
                <a:latin typeface="Cambria"/>
                <a:cs typeface="Cambria"/>
              </a:rPr>
              <a:t>connectivi</a:t>
            </a:r>
            <a:r>
              <a:rPr lang="en-US" sz="1500" spc="-10" dirty="0" smtClean="0">
                <a:solidFill>
                  <a:srgbClr val="FF0000"/>
                </a:solidFill>
                <a:latin typeface="Cambria"/>
                <a:cs typeface="Cambria"/>
              </a:rPr>
              <a:t>ty</a:t>
            </a:r>
            <a:r>
              <a:rPr sz="1500" spc="245" dirty="0" smtClean="0">
                <a:solidFill>
                  <a:srgbClr val="FF0000"/>
                </a:solidFill>
                <a:latin typeface="Cambria"/>
                <a:cs typeface="Cambria"/>
              </a:rPr>
              <a:t> </a:t>
            </a:r>
            <a:r>
              <a:rPr sz="1500" spc="-35" dirty="0">
                <a:solidFill>
                  <a:srgbClr val="232323"/>
                </a:solidFill>
                <a:latin typeface="Cambria"/>
                <a:cs typeface="Cambria"/>
              </a:rPr>
              <a:t>to</a:t>
            </a:r>
            <a:r>
              <a:rPr sz="1500" spc="-50" dirty="0">
                <a:solidFill>
                  <a:srgbClr val="232323"/>
                </a:solidFill>
                <a:latin typeface="Cambria"/>
                <a:cs typeface="Cambria"/>
              </a:rPr>
              <a:t> </a:t>
            </a:r>
            <a:r>
              <a:rPr sz="1500" spc="-35" dirty="0">
                <a:solidFill>
                  <a:srgbClr val="232323"/>
                </a:solidFill>
                <a:latin typeface="Cambria"/>
                <a:cs typeface="Cambria"/>
              </a:rPr>
              <a:t>a </a:t>
            </a:r>
            <a:r>
              <a:rPr sz="1500" spc="-40" dirty="0">
                <a:solidFill>
                  <a:srgbClr val="181818"/>
                </a:solidFill>
                <a:latin typeface="Cambria"/>
                <a:cs typeface="Cambria"/>
              </a:rPr>
              <a:t>remote</a:t>
            </a:r>
            <a:r>
              <a:rPr sz="1500" spc="20" dirty="0">
                <a:solidFill>
                  <a:srgbClr val="181818"/>
                </a:solidFill>
                <a:latin typeface="Cambria"/>
                <a:cs typeface="Cambria"/>
              </a:rPr>
              <a:t> </a:t>
            </a:r>
            <a:r>
              <a:rPr sz="1500" spc="-20" dirty="0">
                <a:solidFill>
                  <a:srgbClr val="1C1C1C"/>
                </a:solidFill>
                <a:latin typeface="Cambria"/>
                <a:cs typeface="Cambria"/>
              </a:rPr>
              <a:t>host</a:t>
            </a:r>
            <a:r>
              <a:rPr sz="1500" spc="25" dirty="0">
                <a:solidFill>
                  <a:srgbClr val="1C1C1C"/>
                </a:solidFill>
                <a:latin typeface="Cambria"/>
                <a:cs typeface="Cambria"/>
              </a:rPr>
              <a:t> </a:t>
            </a:r>
            <a:r>
              <a:rPr sz="1500" spc="-10" dirty="0">
                <a:solidFill>
                  <a:srgbClr val="1A1A1A"/>
                </a:solidFill>
                <a:latin typeface="Cambria"/>
                <a:cs typeface="Cambria"/>
              </a:rPr>
              <a:t>by </a:t>
            </a:r>
            <a:r>
              <a:rPr sz="1500" spc="-50" dirty="0">
                <a:latin typeface="Cambria"/>
                <a:cs typeface="Cambria"/>
              </a:rPr>
              <a:t>sending</a:t>
            </a:r>
            <a:r>
              <a:rPr sz="1500" spc="-10" dirty="0">
                <a:latin typeface="Cambria"/>
                <a:cs typeface="Cambria"/>
              </a:rPr>
              <a:t> </a:t>
            </a:r>
            <a:r>
              <a:rPr sz="1500" spc="-10" dirty="0" smtClean="0">
                <a:latin typeface="Cambria"/>
                <a:cs typeface="Cambria"/>
              </a:rPr>
              <a:t>packets</a:t>
            </a:r>
            <a:r>
              <a:rPr lang="en-US" sz="1500" spc="-10" dirty="0" smtClean="0">
                <a:latin typeface="Cambria"/>
                <a:cs typeface="Cambria"/>
              </a:rPr>
              <a:t> </a:t>
            </a:r>
            <a:r>
              <a:rPr sz="1450" dirty="0" smtClean="0">
                <a:solidFill>
                  <a:srgbClr val="232323"/>
                </a:solidFill>
                <a:latin typeface="Cambria"/>
                <a:cs typeface="Cambria"/>
              </a:rPr>
              <a:t>to</a:t>
            </a:r>
            <a:r>
              <a:rPr sz="1450" spc="-75" dirty="0" smtClean="0">
                <a:solidFill>
                  <a:srgbClr val="232323"/>
                </a:solidFill>
                <a:latin typeface="Cambria"/>
                <a:cs typeface="Cambria"/>
              </a:rPr>
              <a:t> </a:t>
            </a:r>
            <a:r>
              <a:rPr sz="1450" dirty="0">
                <a:latin typeface="Cambria"/>
                <a:cs typeface="Cambria"/>
              </a:rPr>
              <a:t>the</a:t>
            </a:r>
            <a:r>
              <a:rPr sz="1450" spc="10" dirty="0">
                <a:latin typeface="Cambria"/>
                <a:cs typeface="Cambria"/>
              </a:rPr>
              <a:t> </a:t>
            </a:r>
            <a:r>
              <a:rPr sz="1450" dirty="0">
                <a:solidFill>
                  <a:srgbClr val="2B2B2B"/>
                </a:solidFill>
                <a:latin typeface="Cambria"/>
                <a:cs typeface="Cambria"/>
              </a:rPr>
              <a:t>host</a:t>
            </a:r>
            <a:r>
              <a:rPr sz="1450" spc="70" dirty="0">
                <a:solidFill>
                  <a:srgbClr val="2B2B2B"/>
                </a:solidFill>
                <a:latin typeface="Cambria"/>
                <a:cs typeface="Cambria"/>
              </a:rPr>
              <a:t> </a:t>
            </a:r>
            <a:r>
              <a:rPr sz="1450" dirty="0">
                <a:solidFill>
                  <a:srgbClr val="1F1F1F"/>
                </a:solidFill>
                <a:latin typeface="Cambria"/>
                <a:cs typeface="Cambria"/>
              </a:rPr>
              <a:t>and</a:t>
            </a:r>
            <a:r>
              <a:rPr sz="1450" spc="45" dirty="0">
                <a:solidFill>
                  <a:srgbClr val="1F1F1F"/>
                </a:solidFill>
                <a:latin typeface="Cambria"/>
                <a:cs typeface="Cambria"/>
              </a:rPr>
              <a:t> </a:t>
            </a:r>
            <a:r>
              <a:rPr sz="1450" spc="-25" dirty="0">
                <a:latin typeface="Cambria"/>
                <a:cs typeface="Cambria"/>
              </a:rPr>
              <a:t>waiting</a:t>
            </a:r>
            <a:r>
              <a:rPr sz="1450" spc="35" dirty="0">
                <a:latin typeface="Cambria"/>
                <a:cs typeface="Cambria"/>
              </a:rPr>
              <a:t> </a:t>
            </a:r>
            <a:r>
              <a:rPr sz="1450" dirty="0" smtClean="0">
                <a:solidFill>
                  <a:srgbClr val="212121"/>
                </a:solidFill>
                <a:latin typeface="Cambria"/>
                <a:cs typeface="Cambria"/>
              </a:rPr>
              <a:t>f</a:t>
            </a:r>
            <a:r>
              <a:rPr lang="en-US" sz="1450" dirty="0">
                <a:solidFill>
                  <a:srgbClr val="212121"/>
                </a:solidFill>
                <a:latin typeface="Cambria"/>
                <a:cs typeface="Cambria"/>
              </a:rPr>
              <a:t>o</a:t>
            </a:r>
            <a:r>
              <a:rPr sz="1450" dirty="0" smtClean="0">
                <a:solidFill>
                  <a:srgbClr val="212121"/>
                </a:solidFill>
                <a:latin typeface="Cambria"/>
                <a:cs typeface="Cambria"/>
              </a:rPr>
              <a:t>r</a:t>
            </a:r>
            <a:r>
              <a:rPr sz="1450" spc="25" dirty="0" smtClean="0">
                <a:solidFill>
                  <a:srgbClr val="212121"/>
                </a:solidFill>
                <a:latin typeface="Cambria"/>
                <a:cs typeface="Cambria"/>
              </a:rPr>
              <a:t> </a:t>
            </a:r>
            <a:r>
              <a:rPr sz="1450" spc="-10" dirty="0" smtClean="0">
                <a:latin typeface="Cambria"/>
                <a:cs typeface="Cambria"/>
              </a:rPr>
              <a:t>response</a:t>
            </a:r>
            <a:r>
              <a:rPr sz="1450" spc="-10" dirty="0">
                <a:latin typeface="Cambria"/>
                <a:cs typeface="Cambria"/>
              </a:rPr>
              <a:t>. </a:t>
            </a:r>
            <a:endParaRPr lang="en-US" sz="1450" spc="-10" dirty="0" smtClean="0">
              <a:latin typeface="Cambria"/>
              <a:cs typeface="Cambria"/>
            </a:endParaRPr>
          </a:p>
          <a:p>
            <a:pPr marL="577850">
              <a:lnSpc>
                <a:spcPct val="100000"/>
              </a:lnSpc>
              <a:spcBef>
                <a:spcPts val="100"/>
              </a:spcBef>
            </a:pPr>
            <a:endParaRPr lang="en-US" sz="1450" spc="-10" dirty="0">
              <a:latin typeface="Cambria"/>
              <a:cs typeface="Cambria"/>
            </a:endParaRPr>
          </a:p>
          <a:p>
            <a:pPr marL="577850">
              <a:lnSpc>
                <a:spcPct val="100000"/>
              </a:lnSpc>
              <a:spcBef>
                <a:spcPts val="100"/>
              </a:spcBef>
            </a:pPr>
            <a:r>
              <a:rPr sz="1450" b="1" spc="20" dirty="0" smtClean="0">
                <a:latin typeface="Cambria"/>
                <a:cs typeface="Cambria"/>
              </a:rPr>
              <a:t>Exampl</a:t>
            </a:r>
            <a:r>
              <a:rPr lang="en-US" sz="1450" b="1" spc="20" dirty="0" smtClean="0">
                <a:latin typeface="Cambria"/>
                <a:cs typeface="Cambria"/>
              </a:rPr>
              <a:t>e</a:t>
            </a:r>
            <a:r>
              <a:rPr sz="1450" spc="20" dirty="0" smtClean="0">
                <a:latin typeface="Cambria"/>
                <a:cs typeface="Cambria"/>
              </a:rPr>
              <a:t>:</a:t>
            </a:r>
            <a:r>
              <a:rPr sz="1450" spc="195" dirty="0" smtClean="0">
                <a:latin typeface="Cambria"/>
                <a:cs typeface="Cambria"/>
              </a:rPr>
              <a:t> </a:t>
            </a:r>
            <a:r>
              <a:rPr sz="1450" spc="20" dirty="0" err="1" smtClean="0">
                <a:latin typeface="Cambria"/>
                <a:cs typeface="Cambria"/>
              </a:rPr>
              <a:t>er</a:t>
            </a:r>
            <a:r>
              <a:rPr lang="en-US" sz="1450" spc="20" dirty="0" err="1" smtClean="0">
                <a:latin typeface="Cambria"/>
                <a:cs typeface="Cambria"/>
              </a:rPr>
              <a:t>n</a:t>
            </a:r>
            <a:r>
              <a:rPr sz="1450" spc="20" dirty="0" err="1" smtClean="0">
                <a:latin typeface="Cambria"/>
                <a:cs typeface="Cambria"/>
              </a:rPr>
              <a:t>dex</a:t>
            </a:r>
            <a:r>
              <a:rPr sz="1450" spc="20" dirty="0" smtClean="0">
                <a:latin typeface="Cambria"/>
                <a:cs typeface="Cambria"/>
              </a:rPr>
              <a:t>/</a:t>
            </a:r>
            <a:r>
              <a:rPr sz="1450" spc="20" dirty="0" err="1" smtClean="0">
                <a:latin typeface="Cambria"/>
                <a:cs typeface="Cambria"/>
              </a:rPr>
              <a:t>ubutitu</a:t>
            </a:r>
            <a:r>
              <a:rPr sz="1450" spc="20" dirty="0">
                <a:latin typeface="Cambria"/>
                <a:cs typeface="Cambria"/>
              </a:rPr>
              <a:t>$</a:t>
            </a:r>
            <a:r>
              <a:rPr sz="1450" spc="65" dirty="0">
                <a:latin typeface="Cambria"/>
                <a:cs typeface="Cambria"/>
              </a:rPr>
              <a:t> </a:t>
            </a:r>
            <a:r>
              <a:rPr sz="1450" b="1" spc="75" dirty="0">
                <a:solidFill>
                  <a:srgbClr val="FF0000"/>
                </a:solidFill>
                <a:latin typeface="Cambria"/>
                <a:cs typeface="Cambria"/>
              </a:rPr>
              <a:t>ping</a:t>
            </a:r>
            <a:r>
              <a:rPr sz="1450" b="1" spc="80" dirty="0">
                <a:solidFill>
                  <a:srgbClr val="FF0000"/>
                </a:solidFill>
                <a:latin typeface="Cambria"/>
                <a:cs typeface="Cambria"/>
              </a:rPr>
              <a:t> </a:t>
            </a:r>
            <a:r>
              <a:rPr sz="1450" b="1" spc="20" dirty="0">
                <a:solidFill>
                  <a:srgbClr val="FF0000"/>
                </a:solidFill>
                <a:latin typeface="Cambria"/>
                <a:cs typeface="Cambria"/>
              </a:rPr>
              <a:t>4.2.2.2</a:t>
            </a:r>
            <a:r>
              <a:rPr sz="1450" b="1" spc="110" dirty="0">
                <a:solidFill>
                  <a:srgbClr val="FF0000"/>
                </a:solidFill>
                <a:latin typeface="Cambria"/>
                <a:cs typeface="Cambria"/>
              </a:rPr>
              <a:t> </a:t>
            </a:r>
            <a:r>
              <a:rPr sz="1450" b="1" spc="110" dirty="0" smtClean="0">
                <a:solidFill>
                  <a:srgbClr val="FF0000"/>
                </a:solidFill>
                <a:latin typeface="Cambria"/>
                <a:cs typeface="Cambria"/>
              </a:rPr>
              <a:t> </a:t>
            </a:r>
            <a:r>
              <a:rPr sz="1450" spc="-25" dirty="0" smtClean="0">
                <a:solidFill>
                  <a:schemeClr val="tx1"/>
                </a:solidFill>
                <a:latin typeface="Cambria"/>
                <a:cs typeface="Cambria"/>
              </a:rPr>
              <a:t>OR</a:t>
            </a:r>
            <a:r>
              <a:rPr sz="1450" spc="-25" dirty="0" smtClean="0">
                <a:solidFill>
                  <a:srgbClr val="B8332B"/>
                </a:solidFill>
                <a:latin typeface="Cambria"/>
                <a:cs typeface="Cambria"/>
              </a:rPr>
              <a:t> </a:t>
            </a:r>
            <a:endParaRPr lang="en-US" sz="1450" spc="-25" dirty="0" smtClean="0">
              <a:solidFill>
                <a:srgbClr val="B8332B"/>
              </a:solidFill>
              <a:latin typeface="Cambria"/>
              <a:cs typeface="Cambria"/>
            </a:endParaRPr>
          </a:p>
          <a:p>
            <a:pPr marL="577850">
              <a:lnSpc>
                <a:spcPct val="100000"/>
              </a:lnSpc>
              <a:spcBef>
                <a:spcPts val="100"/>
              </a:spcBef>
            </a:pPr>
            <a:r>
              <a:rPr lang="en-US" sz="1450" spc="-25" dirty="0">
                <a:solidFill>
                  <a:srgbClr val="B8332B"/>
                </a:solidFill>
                <a:latin typeface="Cambria"/>
                <a:cs typeface="Cambria"/>
              </a:rPr>
              <a:t> </a:t>
            </a:r>
            <a:r>
              <a:rPr lang="en-US" sz="1450" spc="-25" dirty="0" smtClean="0">
                <a:solidFill>
                  <a:srgbClr val="B8332B"/>
                </a:solidFill>
                <a:latin typeface="Cambria"/>
                <a:cs typeface="Cambria"/>
              </a:rPr>
              <a:t>                     </a:t>
            </a:r>
            <a:r>
              <a:rPr sz="1450" spc="60" dirty="0" err="1" smtClean="0">
                <a:latin typeface="Cambria"/>
                <a:cs typeface="Cambria"/>
              </a:rPr>
              <a:t>endex</a:t>
            </a:r>
            <a:r>
              <a:rPr lang="en-US" sz="1450" spc="60" dirty="0" smtClean="0">
                <a:latin typeface="Cambria"/>
                <a:cs typeface="Cambria"/>
              </a:rPr>
              <a:t>/</a:t>
            </a:r>
            <a:r>
              <a:rPr sz="1450" spc="60" dirty="0" err="1" smtClean="0">
                <a:latin typeface="Cambria"/>
                <a:cs typeface="Cambria"/>
              </a:rPr>
              <a:t>ubu</a:t>
            </a:r>
            <a:r>
              <a:rPr lang="en-US" sz="1450" spc="60" dirty="0" err="1" smtClean="0">
                <a:latin typeface="Cambria"/>
                <a:cs typeface="Cambria"/>
              </a:rPr>
              <a:t>n</a:t>
            </a:r>
            <a:r>
              <a:rPr sz="1450" spc="60" dirty="0" err="1" smtClean="0">
                <a:latin typeface="Cambria"/>
                <a:cs typeface="Cambria"/>
              </a:rPr>
              <a:t>tu</a:t>
            </a:r>
            <a:r>
              <a:rPr sz="1450" spc="60" dirty="0">
                <a:latin typeface="Cambria"/>
                <a:cs typeface="Cambria"/>
              </a:rPr>
              <a:t>$</a:t>
            </a:r>
            <a:r>
              <a:rPr sz="1450" spc="125" dirty="0">
                <a:latin typeface="Cambria"/>
                <a:cs typeface="Cambria"/>
              </a:rPr>
              <a:t> </a:t>
            </a:r>
            <a:r>
              <a:rPr sz="1450" b="1" spc="-10" dirty="0">
                <a:solidFill>
                  <a:srgbClr val="FF0000"/>
                </a:solidFill>
                <a:latin typeface="Cambria"/>
                <a:cs typeface="Cambria"/>
                <a:hlinkClick r:id="rId2"/>
              </a:rPr>
              <a:t>www.goog1e.com</a:t>
            </a:r>
            <a:endParaRPr sz="1450" b="1" dirty="0">
              <a:solidFill>
                <a:srgbClr val="FF0000"/>
              </a:solidFill>
              <a:latin typeface="Cambria"/>
              <a:cs typeface="Cambria"/>
            </a:endParaRPr>
          </a:p>
        </p:txBody>
      </p:sp>
      <p:sp>
        <p:nvSpPr>
          <p:cNvPr id="9" name="object 3"/>
          <p:cNvSpPr txBox="1">
            <a:spLocks/>
          </p:cNvSpPr>
          <p:nvPr/>
        </p:nvSpPr>
        <p:spPr>
          <a:xfrm>
            <a:off x="0" y="127074"/>
            <a:ext cx="6007100" cy="320601"/>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000" b="1" spc="-10" dirty="0" smtClean="0">
                <a:solidFill>
                  <a:srgbClr val="FF0000"/>
                </a:solidFill>
              </a:rPr>
              <a:t>Linux </a:t>
            </a:r>
            <a:r>
              <a:rPr lang="en-US" sz="2000" b="1" dirty="0" smtClean="0">
                <a:solidFill>
                  <a:srgbClr val="FF0000"/>
                </a:solidFill>
              </a:rPr>
              <a:t>Commands</a:t>
            </a:r>
            <a:r>
              <a:rPr lang="en-US" sz="2000" b="1" spc="50" dirty="0" smtClean="0">
                <a:solidFill>
                  <a:srgbClr val="FF0000"/>
                </a:solidFill>
              </a:rPr>
              <a:t> and Tools </a:t>
            </a:r>
            <a:r>
              <a:rPr lang="en-US" sz="2000" b="1" dirty="0" smtClean="0">
                <a:solidFill>
                  <a:srgbClr val="FF0000"/>
                </a:solidFill>
              </a:rPr>
              <a:t>for</a:t>
            </a:r>
            <a:r>
              <a:rPr lang="en-US" sz="2000" b="1" spc="-65" dirty="0" smtClean="0">
                <a:solidFill>
                  <a:srgbClr val="FF0000"/>
                </a:solidFill>
              </a:rPr>
              <a:t> </a:t>
            </a:r>
            <a:r>
              <a:rPr lang="en-US" sz="2000" b="1" spc="-55" dirty="0" smtClean="0">
                <a:solidFill>
                  <a:srgbClr val="FF0000"/>
                </a:solidFill>
              </a:rPr>
              <a:t>System</a:t>
            </a:r>
            <a:r>
              <a:rPr lang="en-US" sz="2000" b="1" spc="-40" dirty="0" smtClean="0">
                <a:solidFill>
                  <a:srgbClr val="FF0000"/>
                </a:solidFill>
              </a:rPr>
              <a:t> </a:t>
            </a:r>
            <a:r>
              <a:rPr lang="en-US" sz="2000" b="1" spc="-10" dirty="0" smtClean="0">
                <a:solidFill>
                  <a:srgbClr val="FF0000"/>
                </a:solidFill>
              </a:rPr>
              <a:t>Administrators… </a:t>
            </a:r>
            <a:endParaRPr lang="en-US" sz="2000" b="1" dirty="0">
              <a:solidFill>
                <a:srgbClr val="FF0000"/>
              </a:solidFill>
            </a:endParaRPr>
          </a:p>
        </p:txBody>
      </p:sp>
      <p:sp>
        <p:nvSpPr>
          <p:cNvPr id="18" name="Date Placeholder 17"/>
          <p:cNvSpPr>
            <a:spLocks noGrp="1"/>
          </p:cNvSpPr>
          <p:nvPr>
            <p:ph type="dt" sz="half" idx="6"/>
          </p:nvPr>
        </p:nvSpPr>
        <p:spPr/>
        <p:txBody>
          <a:bodyPr/>
          <a:lstStyle/>
          <a:p>
            <a:fld id="{8F45BDA1-5B41-465A-8A01-2669730F7A6D}" type="datetime1">
              <a:rPr lang="en-US" smtClean="0"/>
              <a:t>12/3/2025</a:t>
            </a:fld>
            <a:endParaRPr lang="en-US"/>
          </a:p>
        </p:txBody>
      </p:sp>
      <p:sp>
        <p:nvSpPr>
          <p:cNvPr id="19" name="Footer Placeholder 18"/>
          <p:cNvSpPr>
            <a:spLocks noGrp="1"/>
          </p:cNvSpPr>
          <p:nvPr>
            <p:ph type="ftr" sz="quarter" idx="5"/>
          </p:nvPr>
        </p:nvSpPr>
        <p:spPr/>
        <p:txBody>
          <a:bodyPr/>
          <a:lstStyle/>
          <a:p>
            <a:r>
              <a:rPr lang="en-US" smtClean="0"/>
              <a:t>Linux System and Network Administration                                                                       By Dr. Samuel Asferaw</a:t>
            </a:r>
            <a:endParaRPr lang="en-US"/>
          </a:p>
        </p:txBody>
      </p:sp>
      <p:sp>
        <p:nvSpPr>
          <p:cNvPr id="20" name="Slide Number Placeholder 19"/>
          <p:cNvSpPr>
            <a:spLocks noGrp="1"/>
          </p:cNvSpPr>
          <p:nvPr>
            <p:ph type="sldNum" sz="quarter" idx="7"/>
          </p:nvPr>
        </p:nvSpPr>
        <p:spPr/>
        <p:txBody>
          <a:bodyPr/>
          <a:lstStyle/>
          <a:p>
            <a:fld id="{B6F15528-21DE-4FAA-801E-634DDDAF4B2B}" type="slidenum">
              <a:rPr lang="en-US" smtClean="0"/>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63500" y="790138"/>
            <a:ext cx="5943600" cy="2934137"/>
          </a:xfrm>
          <a:prstGeom prst="rect">
            <a:avLst/>
          </a:prstGeom>
        </p:spPr>
        <p:txBody>
          <a:bodyPr vert="horz" wrap="square" lIns="0" tIns="12700" rIns="0" bIns="0" rtlCol="0">
            <a:spAutoFit/>
          </a:bodyPr>
          <a:lstStyle/>
          <a:p>
            <a:pPr marL="120650" indent="-104775">
              <a:lnSpc>
                <a:spcPct val="100000"/>
              </a:lnSpc>
              <a:buFont typeface="Arial" panose="020B0604020202020204" pitchFamily="34" charset="0"/>
              <a:buChar char="•"/>
            </a:pPr>
            <a:r>
              <a:rPr b="1" spc="70" dirty="0" smtClean="0">
                <a:solidFill>
                  <a:srgbClr val="FF0000"/>
                </a:solidFill>
                <a:latin typeface="Times New Roman"/>
                <a:cs typeface="Times New Roman"/>
              </a:rPr>
              <a:t>Host</a:t>
            </a:r>
            <a:endParaRPr b="1" dirty="0" smtClean="0">
              <a:solidFill>
                <a:srgbClr val="FF0000"/>
              </a:solidFill>
              <a:latin typeface="Times New Roman"/>
              <a:cs typeface="Times New Roman"/>
            </a:endParaRPr>
          </a:p>
          <a:p>
            <a:pPr marL="457200" indent="-168275">
              <a:lnSpc>
                <a:spcPct val="100000"/>
              </a:lnSpc>
              <a:spcBef>
                <a:spcPts val="1125"/>
              </a:spcBef>
              <a:buFont typeface="Arial" panose="020B0604020202020204" pitchFamily="34" charset="0"/>
              <a:buChar char="•"/>
            </a:pPr>
            <a:r>
              <a:rPr sz="1600" dirty="0" smtClean="0">
                <a:latin typeface="Times New Roman"/>
                <a:cs typeface="Times New Roman"/>
              </a:rPr>
              <a:t>Used</a:t>
            </a:r>
            <a:r>
              <a:rPr sz="1600" spc="215" dirty="0" smtClean="0">
                <a:latin typeface="Times New Roman"/>
                <a:cs typeface="Times New Roman"/>
              </a:rPr>
              <a:t> </a:t>
            </a:r>
            <a:r>
              <a:rPr sz="1600" dirty="0" smtClean="0">
                <a:solidFill>
                  <a:srgbClr val="111111"/>
                </a:solidFill>
                <a:latin typeface="Times New Roman"/>
                <a:cs typeface="Times New Roman"/>
              </a:rPr>
              <a:t>to</a:t>
            </a:r>
            <a:r>
              <a:rPr sz="1600" spc="75" dirty="0" smtClean="0">
                <a:solidFill>
                  <a:srgbClr val="111111"/>
                </a:solidFill>
                <a:latin typeface="Times New Roman"/>
                <a:cs typeface="Times New Roman"/>
              </a:rPr>
              <a:t> </a:t>
            </a:r>
            <a:r>
              <a:rPr sz="1600" dirty="0" smtClean="0">
                <a:solidFill>
                  <a:srgbClr val="FF0000"/>
                </a:solidFill>
                <a:latin typeface="Times New Roman"/>
                <a:cs typeface="Times New Roman"/>
              </a:rPr>
              <a:t>find</a:t>
            </a:r>
            <a:r>
              <a:rPr sz="1600" spc="145" dirty="0" smtClean="0">
                <a:solidFill>
                  <a:srgbClr val="FF0000"/>
                </a:solidFill>
                <a:latin typeface="Times New Roman"/>
                <a:cs typeface="Times New Roman"/>
              </a:rPr>
              <a:t> </a:t>
            </a:r>
            <a:r>
              <a:rPr sz="1600" dirty="0" smtClean="0">
                <a:solidFill>
                  <a:srgbClr val="FF0000"/>
                </a:solidFill>
                <a:latin typeface="Times New Roman"/>
                <a:cs typeface="Times New Roman"/>
              </a:rPr>
              <a:t>name</a:t>
            </a:r>
            <a:r>
              <a:rPr sz="1600" spc="185" dirty="0" smtClean="0">
                <a:solidFill>
                  <a:srgbClr val="FF0000"/>
                </a:solidFill>
                <a:latin typeface="Times New Roman"/>
                <a:cs typeface="Times New Roman"/>
              </a:rPr>
              <a:t> </a:t>
            </a:r>
            <a:r>
              <a:rPr sz="1600" spc="-70" dirty="0" smtClean="0">
                <a:solidFill>
                  <a:srgbClr val="FF0000"/>
                </a:solidFill>
                <a:latin typeface="Times New Roman"/>
                <a:cs typeface="Times New Roman"/>
              </a:rPr>
              <a:t>to</a:t>
            </a:r>
            <a:r>
              <a:rPr sz="1600" spc="-95" dirty="0" smtClean="0">
                <a:solidFill>
                  <a:srgbClr val="FF0000"/>
                </a:solidFill>
                <a:latin typeface="Times New Roman"/>
                <a:cs typeface="Times New Roman"/>
              </a:rPr>
              <a:t> </a:t>
            </a:r>
            <a:r>
              <a:rPr sz="1600" dirty="0" smtClean="0">
                <a:solidFill>
                  <a:srgbClr val="FF0000"/>
                </a:solidFill>
                <a:latin typeface="Times New Roman"/>
                <a:cs typeface="Times New Roman"/>
              </a:rPr>
              <a:t>IP</a:t>
            </a:r>
            <a:r>
              <a:rPr sz="1600" spc="45" dirty="0" smtClean="0">
                <a:solidFill>
                  <a:srgbClr val="FF0000"/>
                </a:solidFill>
                <a:latin typeface="Times New Roman"/>
                <a:cs typeface="Times New Roman"/>
              </a:rPr>
              <a:t> </a:t>
            </a:r>
            <a:r>
              <a:rPr lang="en-US" sz="1600" dirty="0" smtClean="0">
                <a:latin typeface="Times New Roman"/>
                <a:cs typeface="Times New Roman"/>
              </a:rPr>
              <a:t>o</a:t>
            </a:r>
            <a:r>
              <a:rPr sz="1600" dirty="0" smtClean="0">
                <a:latin typeface="Times New Roman"/>
                <a:cs typeface="Times New Roman"/>
              </a:rPr>
              <a:t>r</a:t>
            </a:r>
            <a:r>
              <a:rPr sz="1600" spc="95" dirty="0" smtClean="0">
                <a:latin typeface="Times New Roman"/>
                <a:cs typeface="Times New Roman"/>
              </a:rPr>
              <a:t> </a:t>
            </a:r>
            <a:r>
              <a:rPr sz="1600" dirty="0" smtClean="0">
                <a:solidFill>
                  <a:srgbClr val="FF0000"/>
                </a:solidFill>
                <a:latin typeface="Times New Roman"/>
                <a:cs typeface="Times New Roman"/>
              </a:rPr>
              <a:t>IP</a:t>
            </a:r>
            <a:r>
              <a:rPr sz="1600" spc="114" dirty="0" smtClean="0">
                <a:solidFill>
                  <a:srgbClr val="FF0000"/>
                </a:solidFill>
                <a:latin typeface="Times New Roman"/>
                <a:cs typeface="Times New Roman"/>
              </a:rPr>
              <a:t> </a:t>
            </a:r>
            <a:r>
              <a:rPr sz="1600" dirty="0" smtClean="0">
                <a:solidFill>
                  <a:srgbClr val="FF0000"/>
                </a:solidFill>
                <a:latin typeface="Times New Roman"/>
                <a:cs typeface="Times New Roman"/>
              </a:rPr>
              <a:t>to</a:t>
            </a:r>
            <a:r>
              <a:rPr sz="1600" spc="45" dirty="0" smtClean="0">
                <a:solidFill>
                  <a:srgbClr val="FF0000"/>
                </a:solidFill>
                <a:latin typeface="Times New Roman"/>
                <a:cs typeface="Times New Roman"/>
              </a:rPr>
              <a:t> </a:t>
            </a:r>
            <a:r>
              <a:rPr sz="1600" dirty="0" smtClean="0">
                <a:solidFill>
                  <a:srgbClr val="FF0000"/>
                </a:solidFill>
                <a:latin typeface="Times New Roman"/>
                <a:cs typeface="Times New Roman"/>
              </a:rPr>
              <a:t>name</a:t>
            </a:r>
            <a:r>
              <a:rPr sz="1600" spc="80" dirty="0" smtClean="0">
                <a:solidFill>
                  <a:srgbClr val="FF0000"/>
                </a:solidFill>
                <a:latin typeface="Times New Roman"/>
                <a:cs typeface="Times New Roman"/>
              </a:rPr>
              <a:t> </a:t>
            </a:r>
            <a:r>
              <a:rPr sz="1600" spc="-10" dirty="0" smtClean="0">
                <a:solidFill>
                  <a:srgbClr val="262626"/>
                </a:solidFill>
                <a:latin typeface="Times New Roman"/>
                <a:cs typeface="Times New Roman"/>
              </a:rPr>
              <a:t>in</a:t>
            </a:r>
            <a:r>
              <a:rPr sz="1600" spc="-80" dirty="0" smtClean="0">
                <a:solidFill>
                  <a:srgbClr val="262626"/>
                </a:solidFill>
                <a:latin typeface="Times New Roman"/>
                <a:cs typeface="Times New Roman"/>
              </a:rPr>
              <a:t> </a:t>
            </a:r>
            <a:r>
              <a:rPr sz="1600" dirty="0" smtClean="0">
                <a:latin typeface="Times New Roman"/>
                <a:cs typeface="Times New Roman"/>
              </a:rPr>
              <a:t>1Pv4</a:t>
            </a:r>
            <a:r>
              <a:rPr sz="1600" spc="55" dirty="0" smtClean="0">
                <a:latin typeface="Times New Roman"/>
                <a:cs typeface="Times New Roman"/>
              </a:rPr>
              <a:t> </a:t>
            </a:r>
            <a:r>
              <a:rPr sz="1600" spc="55" dirty="0" smtClean="0">
                <a:solidFill>
                  <a:srgbClr val="131313"/>
                </a:solidFill>
                <a:latin typeface="Times New Roman"/>
                <a:cs typeface="Times New Roman"/>
              </a:rPr>
              <a:t>or</a:t>
            </a:r>
            <a:r>
              <a:rPr sz="1600" dirty="0" smtClean="0">
                <a:solidFill>
                  <a:srgbClr val="131313"/>
                </a:solidFill>
                <a:latin typeface="Times New Roman"/>
                <a:cs typeface="Times New Roman"/>
              </a:rPr>
              <a:t> </a:t>
            </a:r>
            <a:r>
              <a:rPr sz="1600" dirty="0" smtClean="0">
                <a:latin typeface="Times New Roman"/>
                <a:cs typeface="Times New Roman"/>
              </a:rPr>
              <a:t>IPv6</a:t>
            </a:r>
            <a:r>
              <a:rPr sz="1600" spc="110" dirty="0" smtClean="0">
                <a:latin typeface="Times New Roman"/>
                <a:cs typeface="Times New Roman"/>
              </a:rPr>
              <a:t> </a:t>
            </a:r>
            <a:r>
              <a:rPr sz="1600" spc="-25" dirty="0" smtClean="0">
                <a:latin typeface="Times New Roman"/>
                <a:cs typeface="Times New Roman"/>
              </a:rPr>
              <a:t>and</a:t>
            </a:r>
            <a:endParaRPr sz="1600" dirty="0" smtClean="0">
              <a:latin typeface="Times New Roman"/>
              <a:cs typeface="Times New Roman"/>
            </a:endParaRPr>
          </a:p>
          <a:p>
            <a:pPr marL="457200" indent="-174625">
              <a:lnSpc>
                <a:spcPct val="100000"/>
              </a:lnSpc>
              <a:spcBef>
                <a:spcPts val="1100"/>
              </a:spcBef>
              <a:buFont typeface="Arial" panose="020B0604020202020204" pitchFamily="34" charset="0"/>
              <a:buChar char="•"/>
            </a:pPr>
            <a:r>
              <a:rPr sz="1600" spc="-565" dirty="0" smtClean="0">
                <a:latin typeface="Times New Roman"/>
                <a:cs typeface="Times New Roman"/>
              </a:rPr>
              <a:t>.</a:t>
            </a:r>
            <a:r>
              <a:rPr sz="1600" dirty="0" smtClean="0">
                <a:latin typeface="Times New Roman"/>
                <a:cs typeface="Times New Roman"/>
              </a:rPr>
              <a:t>Example:</a:t>
            </a:r>
            <a:r>
              <a:rPr sz="1600" spc="114" dirty="0" smtClean="0">
                <a:latin typeface="Times New Roman"/>
                <a:cs typeface="Times New Roman"/>
              </a:rPr>
              <a:t> </a:t>
            </a:r>
            <a:r>
              <a:rPr lang="en-US" sz="1600" spc="50" dirty="0" err="1" smtClean="0">
                <a:latin typeface="Times New Roman"/>
                <a:cs typeface="Times New Roman"/>
              </a:rPr>
              <a:t>endex</a:t>
            </a:r>
            <a:r>
              <a:rPr sz="1600" spc="50" dirty="0" smtClean="0">
                <a:latin typeface="Times New Roman"/>
                <a:cs typeface="Times New Roman"/>
              </a:rPr>
              <a:t>/</a:t>
            </a:r>
            <a:r>
              <a:rPr lang="en-US" sz="1600" spc="50" dirty="0" err="1" smtClean="0">
                <a:latin typeface="Times New Roman"/>
                <a:cs typeface="Times New Roman"/>
              </a:rPr>
              <a:t>u</a:t>
            </a:r>
            <a:r>
              <a:rPr sz="1600" spc="50" dirty="0" err="1" smtClean="0">
                <a:latin typeface="Times New Roman"/>
                <a:cs typeface="Times New Roman"/>
              </a:rPr>
              <a:t>bu</a:t>
            </a:r>
            <a:r>
              <a:rPr lang="en-US" sz="1600" spc="50" dirty="0" err="1" smtClean="0">
                <a:latin typeface="Times New Roman"/>
                <a:cs typeface="Times New Roman"/>
              </a:rPr>
              <a:t>n</a:t>
            </a:r>
            <a:r>
              <a:rPr sz="1600" spc="50" dirty="0" err="1" smtClean="0">
                <a:latin typeface="Times New Roman"/>
                <a:cs typeface="Times New Roman"/>
              </a:rPr>
              <a:t>tu</a:t>
            </a:r>
            <a:r>
              <a:rPr lang="en-US" sz="1600" spc="50" dirty="0" smtClean="0">
                <a:latin typeface="Times New Roman"/>
                <a:cs typeface="Times New Roman"/>
              </a:rPr>
              <a:t>$</a:t>
            </a:r>
            <a:r>
              <a:rPr sz="1600" spc="120" dirty="0" smtClean="0">
                <a:latin typeface="Times New Roman"/>
                <a:cs typeface="Times New Roman"/>
              </a:rPr>
              <a:t> </a:t>
            </a:r>
            <a:r>
              <a:rPr sz="1600" spc="70" dirty="0" smtClean="0">
                <a:solidFill>
                  <a:srgbClr val="89312A"/>
                </a:solidFill>
                <a:latin typeface="Times New Roman"/>
                <a:cs typeface="Times New Roman"/>
              </a:rPr>
              <a:t>host</a:t>
            </a:r>
            <a:r>
              <a:rPr sz="1600" spc="190" dirty="0" smtClean="0">
                <a:solidFill>
                  <a:srgbClr val="89312A"/>
                </a:solidFill>
                <a:latin typeface="Times New Roman"/>
                <a:cs typeface="Times New Roman"/>
              </a:rPr>
              <a:t> </a:t>
            </a:r>
            <a:r>
              <a:rPr sz="1600" dirty="0" smtClean="0">
                <a:latin typeface="Times New Roman"/>
                <a:cs typeface="Times New Roman"/>
              </a:rPr>
              <a:t>www.googl</a:t>
            </a:r>
            <a:r>
              <a:rPr lang="en-US" sz="1600" dirty="0" smtClean="0">
                <a:latin typeface="Times New Roman"/>
                <a:cs typeface="Times New Roman"/>
              </a:rPr>
              <a:t>e</a:t>
            </a:r>
            <a:r>
              <a:rPr sz="1600" dirty="0" smtClean="0">
                <a:latin typeface="Times New Roman"/>
                <a:cs typeface="Times New Roman"/>
              </a:rPr>
              <a:t>.com</a:t>
            </a:r>
            <a:r>
              <a:rPr sz="1600" spc="125" dirty="0" smtClean="0">
                <a:latin typeface="Times New Roman"/>
                <a:cs typeface="Times New Roman"/>
              </a:rPr>
              <a:t>  </a:t>
            </a:r>
            <a:r>
              <a:rPr sz="1600" spc="-25" dirty="0" smtClean="0">
                <a:solidFill>
                  <a:srgbClr val="B34136"/>
                </a:solidFill>
                <a:latin typeface="Times New Roman"/>
                <a:cs typeface="Times New Roman"/>
              </a:rPr>
              <a:t>OR</a:t>
            </a:r>
            <a:endParaRPr sz="1600" dirty="0" smtClean="0">
              <a:latin typeface="Times New Roman"/>
              <a:cs typeface="Times New Roman"/>
            </a:endParaRPr>
          </a:p>
          <a:p>
            <a:pPr marL="48895">
              <a:lnSpc>
                <a:spcPct val="100000"/>
              </a:lnSpc>
              <a:spcBef>
                <a:spcPts val="1060"/>
              </a:spcBef>
            </a:pPr>
            <a:r>
              <a:rPr lang="en-US" sz="1600" dirty="0" smtClean="0">
                <a:solidFill>
                  <a:srgbClr val="C34238"/>
                </a:solidFill>
                <a:latin typeface="Times New Roman"/>
                <a:cs typeface="Times New Roman"/>
              </a:rPr>
              <a:t>                        </a:t>
            </a:r>
            <a:r>
              <a:rPr sz="1600" spc="105" dirty="0" err="1" smtClean="0">
                <a:latin typeface="Times New Roman"/>
                <a:cs typeface="Times New Roman"/>
              </a:rPr>
              <a:t>endex</a:t>
            </a:r>
            <a:r>
              <a:rPr sz="1600" spc="105" dirty="0" smtClean="0">
                <a:latin typeface="Times New Roman"/>
                <a:cs typeface="Times New Roman"/>
              </a:rPr>
              <a:t>/</a:t>
            </a:r>
            <a:r>
              <a:rPr lang="en-US" sz="1600" spc="105" dirty="0" err="1" smtClean="0">
                <a:latin typeface="Times New Roman"/>
                <a:cs typeface="Times New Roman"/>
              </a:rPr>
              <a:t>u</a:t>
            </a:r>
            <a:r>
              <a:rPr sz="1600" spc="105" dirty="0" err="1" smtClean="0">
                <a:latin typeface="Times New Roman"/>
                <a:cs typeface="Times New Roman"/>
              </a:rPr>
              <a:t>bu</a:t>
            </a:r>
            <a:r>
              <a:rPr lang="en-US" sz="1600" spc="105" dirty="0" err="1" smtClean="0">
                <a:latin typeface="Times New Roman"/>
                <a:cs typeface="Times New Roman"/>
              </a:rPr>
              <a:t>n</a:t>
            </a:r>
            <a:r>
              <a:rPr sz="1600" spc="105" dirty="0" err="1" smtClean="0">
                <a:latin typeface="Times New Roman"/>
                <a:cs typeface="Times New Roman"/>
              </a:rPr>
              <a:t>tu</a:t>
            </a:r>
            <a:r>
              <a:rPr lang="en-US" sz="1600" spc="105" dirty="0" smtClean="0">
                <a:latin typeface="Times New Roman"/>
                <a:cs typeface="Times New Roman"/>
              </a:rPr>
              <a:t>$</a:t>
            </a:r>
            <a:r>
              <a:rPr sz="1600" spc="-85" dirty="0" smtClean="0">
                <a:latin typeface="Times New Roman"/>
                <a:cs typeface="Times New Roman"/>
              </a:rPr>
              <a:t> </a:t>
            </a:r>
            <a:r>
              <a:rPr sz="1600" dirty="0" smtClean="0">
                <a:solidFill>
                  <a:srgbClr val="A11D16"/>
                </a:solidFill>
                <a:latin typeface="Times New Roman"/>
                <a:cs typeface="Times New Roman"/>
              </a:rPr>
              <a:t>www</a:t>
            </a:r>
            <a:r>
              <a:rPr lang="en-US" sz="1600" dirty="0" smtClean="0">
                <a:solidFill>
                  <a:srgbClr val="A11D16"/>
                </a:solidFill>
                <a:latin typeface="Times New Roman"/>
                <a:cs typeface="Times New Roman"/>
              </a:rPr>
              <a:t>.google.com</a:t>
            </a:r>
            <a:endParaRPr sz="1600" dirty="0" smtClean="0">
              <a:latin typeface="Times New Roman"/>
              <a:cs typeface="Times New Roman"/>
            </a:endParaRPr>
          </a:p>
          <a:p>
            <a:pPr marL="120650" indent="-100013">
              <a:lnSpc>
                <a:spcPct val="100000"/>
              </a:lnSpc>
              <a:spcBef>
                <a:spcPts val="990"/>
              </a:spcBef>
              <a:buFont typeface="Arial" panose="020B0604020202020204" pitchFamily="34" charset="0"/>
              <a:buChar char="•"/>
            </a:pPr>
            <a:r>
              <a:rPr b="1" dirty="0" err="1" smtClean="0">
                <a:solidFill>
                  <a:srgbClr val="FF0000"/>
                </a:solidFill>
                <a:latin typeface="Times New Roman"/>
                <a:cs typeface="Times New Roman"/>
              </a:rPr>
              <a:t>iwconfig</a:t>
            </a:r>
            <a:r>
              <a:rPr spc="200" dirty="0" smtClean="0">
                <a:solidFill>
                  <a:srgbClr val="9A524B"/>
                </a:solidFill>
                <a:latin typeface="Times New Roman"/>
                <a:cs typeface="Times New Roman"/>
              </a:rPr>
              <a:t> </a:t>
            </a:r>
            <a:r>
              <a:rPr spc="-10" dirty="0" smtClean="0">
                <a:solidFill>
                  <a:srgbClr val="161616"/>
                </a:solidFill>
                <a:latin typeface="Times New Roman"/>
                <a:cs typeface="Times New Roman"/>
              </a:rPr>
              <a:t>command</a:t>
            </a:r>
            <a:endParaRPr dirty="0" smtClean="0">
              <a:latin typeface="Times New Roman"/>
              <a:cs typeface="Times New Roman"/>
            </a:endParaRPr>
          </a:p>
          <a:p>
            <a:pPr marL="685800" indent="-136525">
              <a:lnSpc>
                <a:spcPct val="100000"/>
              </a:lnSpc>
              <a:spcBef>
                <a:spcPts val="1140"/>
              </a:spcBef>
              <a:buFont typeface="Arial" panose="020B0604020202020204" pitchFamily="34" charset="0"/>
              <a:buChar char="•"/>
            </a:pPr>
            <a:r>
              <a:rPr sz="1500" dirty="0" smtClean="0">
                <a:latin typeface="Times New Roman"/>
                <a:cs typeface="Times New Roman"/>
              </a:rPr>
              <a:t>use</a:t>
            </a:r>
            <a:r>
              <a:rPr sz="1500" spc="185" dirty="0" smtClean="0">
                <a:latin typeface="Times New Roman"/>
                <a:cs typeface="Times New Roman"/>
              </a:rPr>
              <a:t> </a:t>
            </a:r>
            <a:r>
              <a:rPr sz="1500" dirty="0">
                <a:latin typeface="Times New Roman"/>
                <a:cs typeface="Times New Roman"/>
              </a:rPr>
              <a:t>to</a:t>
            </a:r>
            <a:r>
              <a:rPr sz="1500" spc="335" dirty="0">
                <a:latin typeface="Times New Roman"/>
                <a:cs typeface="Times New Roman"/>
              </a:rPr>
              <a:t> </a:t>
            </a:r>
            <a:r>
              <a:rPr sz="1500" dirty="0">
                <a:solidFill>
                  <a:srgbClr val="FF0000"/>
                </a:solidFill>
                <a:latin typeface="Times New Roman"/>
                <a:cs typeface="Times New Roman"/>
              </a:rPr>
              <a:t>configure</a:t>
            </a:r>
            <a:r>
              <a:rPr sz="1500" spc="260" dirty="0">
                <a:solidFill>
                  <a:srgbClr val="FF0000"/>
                </a:solidFill>
                <a:latin typeface="Times New Roman"/>
                <a:cs typeface="Times New Roman"/>
              </a:rPr>
              <a:t> </a:t>
            </a:r>
            <a:r>
              <a:rPr sz="1500" dirty="0">
                <a:solidFill>
                  <a:srgbClr val="FF0000"/>
                </a:solidFill>
                <a:latin typeface="Times New Roman"/>
                <a:cs typeface="Times New Roman"/>
              </a:rPr>
              <a:t>a</a:t>
            </a:r>
            <a:r>
              <a:rPr sz="1500" spc="215" dirty="0">
                <a:solidFill>
                  <a:srgbClr val="FF0000"/>
                </a:solidFill>
                <a:latin typeface="Times New Roman"/>
                <a:cs typeface="Times New Roman"/>
              </a:rPr>
              <a:t> </a:t>
            </a:r>
            <a:r>
              <a:rPr sz="1500" b="1" dirty="0">
                <a:solidFill>
                  <a:srgbClr val="FF0000"/>
                </a:solidFill>
                <a:latin typeface="Times New Roman"/>
                <a:cs typeface="Times New Roman"/>
              </a:rPr>
              <a:t>wireless</a:t>
            </a:r>
            <a:r>
              <a:rPr sz="1500" b="1" spc="365" dirty="0">
                <a:solidFill>
                  <a:srgbClr val="FF0000"/>
                </a:solidFill>
                <a:latin typeface="Times New Roman"/>
                <a:cs typeface="Times New Roman"/>
              </a:rPr>
              <a:t> </a:t>
            </a:r>
            <a:r>
              <a:rPr sz="1500" b="1" dirty="0">
                <a:solidFill>
                  <a:srgbClr val="FF0000"/>
                </a:solidFill>
                <a:latin typeface="Times New Roman"/>
                <a:cs typeface="Times New Roman"/>
              </a:rPr>
              <a:t>network</a:t>
            </a:r>
            <a:r>
              <a:rPr sz="1500" spc="275" dirty="0">
                <a:solidFill>
                  <a:srgbClr val="FF0000"/>
                </a:solidFill>
                <a:latin typeface="Times New Roman"/>
                <a:cs typeface="Times New Roman"/>
              </a:rPr>
              <a:t> </a:t>
            </a:r>
            <a:r>
              <a:rPr sz="1500" spc="-10" dirty="0">
                <a:latin typeface="Times New Roman"/>
                <a:cs typeface="Times New Roman"/>
              </a:rPr>
              <a:t>interface.</a:t>
            </a:r>
            <a:endParaRPr sz="1500" dirty="0">
              <a:latin typeface="Times New Roman"/>
              <a:cs typeface="Times New Roman"/>
            </a:endParaRPr>
          </a:p>
          <a:p>
            <a:pPr marL="685800" indent="-136525">
              <a:lnSpc>
                <a:spcPct val="100000"/>
              </a:lnSpc>
              <a:spcBef>
                <a:spcPts val="1045"/>
              </a:spcBef>
              <a:buFont typeface="Arial" panose="020B0604020202020204" pitchFamily="34" charset="0"/>
              <a:buChar char="•"/>
            </a:pPr>
            <a:r>
              <a:rPr sz="1500" dirty="0">
                <a:latin typeface="Times New Roman"/>
                <a:cs typeface="Times New Roman"/>
              </a:rPr>
              <a:t>set</a:t>
            </a:r>
            <a:r>
              <a:rPr sz="1500" spc="-85" dirty="0">
                <a:latin typeface="Times New Roman"/>
                <a:cs typeface="Times New Roman"/>
              </a:rPr>
              <a:t> </a:t>
            </a:r>
            <a:r>
              <a:rPr sz="1500" dirty="0">
                <a:latin typeface="Times New Roman"/>
                <a:cs typeface="Times New Roman"/>
              </a:rPr>
              <a:t>the</a:t>
            </a:r>
            <a:r>
              <a:rPr sz="1500" spc="-55" dirty="0">
                <a:latin typeface="Times New Roman"/>
                <a:cs typeface="Times New Roman"/>
              </a:rPr>
              <a:t> </a:t>
            </a:r>
            <a:r>
              <a:rPr sz="1500" spc="-10" dirty="0" smtClean="0">
                <a:latin typeface="Times New Roman"/>
                <a:cs typeface="Times New Roman"/>
              </a:rPr>
              <a:t>ba</a:t>
            </a:r>
            <a:r>
              <a:rPr lang="en-US" sz="1500" spc="-10" dirty="0" smtClean="0">
                <a:latin typeface="Times New Roman"/>
                <a:cs typeface="Times New Roman"/>
              </a:rPr>
              <a:t>si</a:t>
            </a:r>
            <a:r>
              <a:rPr sz="1500" spc="-10" dirty="0" smtClean="0">
                <a:latin typeface="Times New Roman"/>
                <a:cs typeface="Times New Roman"/>
              </a:rPr>
              <a:t>c</a:t>
            </a:r>
            <a:r>
              <a:rPr sz="1500" spc="-60" dirty="0" smtClean="0">
                <a:latin typeface="Times New Roman"/>
                <a:cs typeface="Times New Roman"/>
              </a:rPr>
              <a:t> </a:t>
            </a:r>
            <a:r>
              <a:rPr sz="1500" spc="-80" dirty="0">
                <a:latin typeface="Times New Roman"/>
                <a:cs typeface="Times New Roman"/>
              </a:rPr>
              <a:t>Wi-</a:t>
            </a:r>
            <a:r>
              <a:rPr sz="1500" dirty="0">
                <a:latin typeface="Times New Roman"/>
                <a:cs typeface="Times New Roman"/>
              </a:rPr>
              <a:t>Fi</a:t>
            </a:r>
            <a:r>
              <a:rPr sz="1500" spc="-70" dirty="0">
                <a:latin typeface="Times New Roman"/>
                <a:cs typeface="Times New Roman"/>
              </a:rPr>
              <a:t> </a:t>
            </a:r>
            <a:r>
              <a:rPr sz="1500" spc="-40" dirty="0">
                <a:latin typeface="Times New Roman"/>
                <a:cs typeface="Times New Roman"/>
              </a:rPr>
              <a:t>details</a:t>
            </a:r>
            <a:r>
              <a:rPr sz="1500" spc="20" dirty="0">
                <a:latin typeface="Times New Roman"/>
                <a:cs typeface="Times New Roman"/>
              </a:rPr>
              <a:t> </a:t>
            </a:r>
            <a:r>
              <a:rPr lang="en-US" sz="1500" spc="-80" dirty="0" smtClean="0">
                <a:latin typeface="Times New Roman"/>
                <a:cs typeface="Times New Roman"/>
              </a:rPr>
              <a:t>li</a:t>
            </a:r>
            <a:r>
              <a:rPr sz="1500" spc="-80" dirty="0" smtClean="0">
                <a:latin typeface="Times New Roman"/>
                <a:cs typeface="Times New Roman"/>
              </a:rPr>
              <a:t>ke:</a:t>
            </a:r>
            <a:r>
              <a:rPr lang="en-US" sz="1500" spc="-80" dirty="0" smtClean="0">
                <a:latin typeface="Times New Roman"/>
                <a:cs typeface="Times New Roman"/>
              </a:rPr>
              <a:t> </a:t>
            </a:r>
            <a:r>
              <a:rPr sz="1500" spc="-80" dirty="0" smtClean="0">
                <a:latin typeface="Times New Roman"/>
                <a:cs typeface="Times New Roman"/>
              </a:rPr>
              <a:t>SSID</a:t>
            </a:r>
            <a:r>
              <a:rPr sz="1500" spc="-20" dirty="0" smtClean="0">
                <a:latin typeface="Times New Roman"/>
                <a:cs typeface="Times New Roman"/>
              </a:rPr>
              <a:t> </a:t>
            </a:r>
            <a:r>
              <a:rPr sz="1500" spc="-40" dirty="0">
                <a:solidFill>
                  <a:schemeClr val="tx1"/>
                </a:solidFill>
                <a:latin typeface="Times New Roman"/>
                <a:cs typeface="Times New Roman"/>
              </a:rPr>
              <a:t>channel</a:t>
            </a:r>
            <a:r>
              <a:rPr sz="1500" spc="20" dirty="0">
                <a:solidFill>
                  <a:schemeClr val="tx1"/>
                </a:solidFill>
                <a:latin typeface="Times New Roman"/>
                <a:cs typeface="Times New Roman"/>
              </a:rPr>
              <a:t> </a:t>
            </a:r>
            <a:r>
              <a:rPr sz="1500" dirty="0">
                <a:solidFill>
                  <a:schemeClr val="tx1"/>
                </a:solidFill>
                <a:latin typeface="Times New Roman"/>
                <a:cs typeface="Times New Roman"/>
              </a:rPr>
              <a:t>and </a:t>
            </a:r>
            <a:r>
              <a:rPr sz="1500" spc="-20" dirty="0" smtClean="0">
                <a:latin typeface="Times New Roman"/>
                <a:cs typeface="Times New Roman"/>
              </a:rPr>
              <a:t>encrypti</a:t>
            </a:r>
            <a:r>
              <a:rPr lang="en-US" sz="1500" spc="-20" dirty="0" smtClean="0">
                <a:latin typeface="Times New Roman"/>
                <a:cs typeface="Times New Roman"/>
              </a:rPr>
              <a:t>o</a:t>
            </a:r>
            <a:r>
              <a:rPr sz="1500" spc="-20" dirty="0" smtClean="0">
                <a:latin typeface="Times New Roman"/>
                <a:cs typeface="Times New Roman"/>
              </a:rPr>
              <a:t>n</a:t>
            </a:r>
            <a:r>
              <a:rPr sz="1500" spc="-20" dirty="0">
                <a:latin typeface="Times New Roman"/>
                <a:cs typeface="Times New Roman"/>
              </a:rPr>
              <a:t>.</a:t>
            </a:r>
            <a:endParaRPr sz="1500" dirty="0">
              <a:latin typeface="Times New Roman"/>
              <a:cs typeface="Times New Roman"/>
            </a:endParaRPr>
          </a:p>
          <a:p>
            <a:pPr marL="685800" indent="-136525">
              <a:lnSpc>
                <a:spcPct val="100000"/>
              </a:lnSpc>
              <a:spcBef>
                <a:spcPts val="880"/>
              </a:spcBef>
              <a:buFont typeface="Arial" panose="020B0604020202020204" pitchFamily="34" charset="0"/>
              <a:buChar char="•"/>
            </a:pPr>
            <a:r>
              <a:rPr sz="1500" spc="45" dirty="0" err="1" smtClean="0">
                <a:latin typeface="Times New Roman"/>
                <a:cs typeface="Times New Roman"/>
              </a:rPr>
              <a:t>ende</a:t>
            </a:r>
            <a:r>
              <a:rPr lang="en-US" sz="1500" spc="45" dirty="0" err="1" smtClean="0">
                <a:latin typeface="Times New Roman"/>
                <a:cs typeface="Times New Roman"/>
              </a:rPr>
              <a:t>x</a:t>
            </a:r>
            <a:r>
              <a:rPr sz="1500" spc="45" dirty="0" smtClean="0">
                <a:latin typeface="Times New Roman"/>
                <a:cs typeface="Times New Roman"/>
              </a:rPr>
              <a:t>/</a:t>
            </a:r>
            <a:r>
              <a:rPr sz="1500" spc="45" dirty="0" err="1" smtClean="0">
                <a:latin typeface="Times New Roman"/>
                <a:cs typeface="Times New Roman"/>
              </a:rPr>
              <a:t>ubuntu</a:t>
            </a:r>
            <a:r>
              <a:rPr sz="1500" spc="45" dirty="0">
                <a:latin typeface="Times New Roman"/>
                <a:cs typeface="Times New Roman"/>
              </a:rPr>
              <a:t>$</a:t>
            </a:r>
            <a:r>
              <a:rPr sz="1500" spc="50" dirty="0">
                <a:latin typeface="Times New Roman"/>
                <a:cs typeface="Times New Roman"/>
              </a:rPr>
              <a:t> </a:t>
            </a:r>
            <a:r>
              <a:rPr sz="1500" b="1" spc="-10" dirty="0">
                <a:solidFill>
                  <a:srgbClr val="FF0000"/>
                </a:solidFill>
                <a:latin typeface="Times New Roman"/>
                <a:cs typeface="Times New Roman"/>
              </a:rPr>
              <a:t>iwconfig</a:t>
            </a:r>
            <a:r>
              <a:rPr sz="1500" spc="35" dirty="0">
                <a:solidFill>
                  <a:srgbClr val="99423B"/>
                </a:solidFill>
                <a:latin typeface="Times New Roman"/>
                <a:cs typeface="Times New Roman"/>
              </a:rPr>
              <a:t> </a:t>
            </a:r>
            <a:r>
              <a:rPr sz="1500" b="1" spc="-10" dirty="0">
                <a:solidFill>
                  <a:srgbClr val="FF0000"/>
                </a:solidFill>
                <a:latin typeface="Times New Roman"/>
                <a:cs typeface="Times New Roman"/>
              </a:rPr>
              <a:t>[interface]</a:t>
            </a:r>
            <a:endParaRPr sz="1500" b="1" dirty="0">
              <a:solidFill>
                <a:srgbClr val="FF0000"/>
              </a:solidFill>
              <a:latin typeface="Times New Roman"/>
              <a:cs typeface="Times New Roman"/>
            </a:endParaRPr>
          </a:p>
        </p:txBody>
      </p:sp>
      <p:sp>
        <p:nvSpPr>
          <p:cNvPr id="9" name="object 3"/>
          <p:cNvSpPr txBox="1">
            <a:spLocks/>
          </p:cNvSpPr>
          <p:nvPr/>
        </p:nvSpPr>
        <p:spPr>
          <a:xfrm>
            <a:off x="0" y="203274"/>
            <a:ext cx="6007100" cy="320601"/>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2000" b="1" spc="-10" dirty="0" smtClean="0">
                <a:solidFill>
                  <a:srgbClr val="FF0000"/>
                </a:solidFill>
              </a:rPr>
              <a:t>Linux </a:t>
            </a:r>
            <a:r>
              <a:rPr lang="en-US" sz="2000" b="1" dirty="0" smtClean="0">
                <a:solidFill>
                  <a:srgbClr val="FF0000"/>
                </a:solidFill>
              </a:rPr>
              <a:t>Commands</a:t>
            </a:r>
            <a:r>
              <a:rPr lang="en-US" sz="2000" b="1" spc="50" dirty="0" smtClean="0">
                <a:solidFill>
                  <a:srgbClr val="FF0000"/>
                </a:solidFill>
              </a:rPr>
              <a:t> and Tools </a:t>
            </a:r>
            <a:r>
              <a:rPr lang="en-US" sz="2000" b="1" dirty="0" smtClean="0">
                <a:solidFill>
                  <a:srgbClr val="FF0000"/>
                </a:solidFill>
              </a:rPr>
              <a:t>for</a:t>
            </a:r>
            <a:r>
              <a:rPr lang="en-US" sz="2000" b="1" spc="-65" dirty="0" smtClean="0">
                <a:solidFill>
                  <a:srgbClr val="FF0000"/>
                </a:solidFill>
              </a:rPr>
              <a:t> </a:t>
            </a:r>
            <a:r>
              <a:rPr lang="en-US" sz="2000" b="1" spc="-55" dirty="0" smtClean="0">
                <a:solidFill>
                  <a:srgbClr val="FF0000"/>
                </a:solidFill>
              </a:rPr>
              <a:t>System</a:t>
            </a:r>
            <a:r>
              <a:rPr lang="en-US" sz="2000" b="1" spc="-40" dirty="0" smtClean="0">
                <a:solidFill>
                  <a:srgbClr val="FF0000"/>
                </a:solidFill>
              </a:rPr>
              <a:t> </a:t>
            </a:r>
            <a:r>
              <a:rPr lang="en-US" sz="2000" b="1" spc="-10" dirty="0" smtClean="0">
                <a:solidFill>
                  <a:srgbClr val="FF0000"/>
                </a:solidFill>
              </a:rPr>
              <a:t>Administrators… </a:t>
            </a:r>
            <a:endParaRPr lang="en-US" sz="2000" b="1" dirty="0">
              <a:solidFill>
                <a:srgbClr val="FF0000"/>
              </a:solidFill>
            </a:endParaRPr>
          </a:p>
        </p:txBody>
      </p:sp>
      <p:sp>
        <p:nvSpPr>
          <p:cNvPr id="16" name="Date Placeholder 15"/>
          <p:cNvSpPr>
            <a:spLocks noGrp="1"/>
          </p:cNvSpPr>
          <p:nvPr>
            <p:ph type="dt" sz="half" idx="6"/>
          </p:nvPr>
        </p:nvSpPr>
        <p:spPr/>
        <p:txBody>
          <a:bodyPr/>
          <a:lstStyle/>
          <a:p>
            <a:fld id="{40898623-DE2E-4AAF-B764-EDB1D37E8AF8}" type="datetime1">
              <a:rPr lang="en-US" smtClean="0"/>
              <a:t>12/3/2025</a:t>
            </a:fld>
            <a:endParaRPr lang="en-US" dirty="0"/>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dirty="0"/>
          </a:p>
        </p:txBody>
      </p:sp>
      <p:sp>
        <p:nvSpPr>
          <p:cNvPr id="18" name="Slide Number Placeholder 17"/>
          <p:cNvSpPr>
            <a:spLocks noGrp="1"/>
          </p:cNvSpPr>
          <p:nvPr>
            <p:ph type="sldNum" sz="quarter" idx="7"/>
          </p:nvPr>
        </p:nvSpPr>
        <p:spPr/>
        <p:txBody>
          <a:bodyPr/>
          <a:lstStyle/>
          <a:p>
            <a:fld id="{B6F15528-21DE-4FAA-801E-634DDDAF4B2B}"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39700" y="142875"/>
            <a:ext cx="4766568" cy="382156"/>
          </a:xfrm>
          <a:prstGeom prst="rect">
            <a:avLst/>
          </a:prstGeom>
        </p:spPr>
        <p:txBody>
          <a:bodyPr vert="horz" wrap="square" lIns="0" tIns="12700" rIns="0" bIns="0" rtlCol="0">
            <a:spAutoFit/>
          </a:bodyPr>
          <a:lstStyle/>
          <a:p>
            <a:pPr marL="12700">
              <a:lnSpc>
                <a:spcPct val="100000"/>
              </a:lnSpc>
              <a:spcBef>
                <a:spcPts val="100"/>
              </a:spcBef>
            </a:pPr>
            <a:r>
              <a:rPr sz="2400" b="1" spc="75" dirty="0">
                <a:solidFill>
                  <a:srgbClr val="FF0000"/>
                </a:solidFill>
                <a:latin typeface="Times New Roman"/>
                <a:cs typeface="Times New Roman"/>
              </a:rPr>
              <a:t>Li</a:t>
            </a:r>
            <a:r>
              <a:rPr sz="2400" b="1" spc="75" dirty="0" smtClean="0">
                <a:solidFill>
                  <a:srgbClr val="FF0000"/>
                </a:solidFill>
                <a:latin typeface="Times New Roman"/>
                <a:cs typeface="Times New Roman"/>
              </a:rPr>
              <a:t>nux</a:t>
            </a:r>
            <a:r>
              <a:rPr sz="2400" b="1" spc="190" dirty="0" smtClean="0">
                <a:solidFill>
                  <a:srgbClr val="FF0000"/>
                </a:solidFill>
                <a:latin typeface="Times New Roman"/>
                <a:cs typeface="Times New Roman"/>
              </a:rPr>
              <a:t> </a:t>
            </a:r>
            <a:r>
              <a:rPr sz="2400" b="1" spc="65" dirty="0">
                <a:solidFill>
                  <a:srgbClr val="FF0000"/>
                </a:solidFill>
                <a:latin typeface="Times New Roman"/>
                <a:cs typeface="Times New Roman"/>
              </a:rPr>
              <a:t>User</a:t>
            </a:r>
            <a:r>
              <a:rPr sz="2400" b="1" spc="100" dirty="0">
                <a:solidFill>
                  <a:srgbClr val="FF0000"/>
                </a:solidFill>
                <a:latin typeface="Times New Roman"/>
                <a:cs typeface="Times New Roman"/>
              </a:rPr>
              <a:t> </a:t>
            </a:r>
            <a:r>
              <a:rPr sz="2400" b="1" spc="55" dirty="0" smtClean="0">
                <a:solidFill>
                  <a:srgbClr val="FF0000"/>
                </a:solidFill>
                <a:latin typeface="Times New Roman"/>
                <a:cs typeface="Times New Roman"/>
              </a:rPr>
              <a:t>Ad</a:t>
            </a:r>
            <a:r>
              <a:rPr lang="en-US" sz="2400" b="1" spc="55" dirty="0" smtClean="0">
                <a:solidFill>
                  <a:srgbClr val="FF0000"/>
                </a:solidFill>
                <a:latin typeface="Times New Roman"/>
                <a:cs typeface="Times New Roman"/>
              </a:rPr>
              <a:t>m</a:t>
            </a:r>
            <a:r>
              <a:rPr sz="2400" b="1" spc="55" dirty="0" smtClean="0">
                <a:solidFill>
                  <a:srgbClr val="FF0000"/>
                </a:solidFill>
                <a:latin typeface="Times New Roman"/>
                <a:cs typeface="Times New Roman"/>
              </a:rPr>
              <a:t>i</a:t>
            </a:r>
            <a:r>
              <a:rPr lang="en-US" sz="2400" b="1" spc="55" dirty="0" smtClean="0">
                <a:solidFill>
                  <a:srgbClr val="FF0000"/>
                </a:solidFill>
                <a:latin typeface="Times New Roman"/>
                <a:cs typeface="Times New Roman"/>
              </a:rPr>
              <a:t>ni</a:t>
            </a:r>
            <a:r>
              <a:rPr sz="2400" b="1" spc="55" dirty="0" smtClean="0">
                <a:solidFill>
                  <a:srgbClr val="FF0000"/>
                </a:solidFill>
                <a:latin typeface="Times New Roman"/>
                <a:cs typeface="Times New Roman"/>
              </a:rPr>
              <a:t>stration</a:t>
            </a:r>
            <a:r>
              <a:rPr lang="en-US" sz="2400" b="1" spc="55" dirty="0" smtClean="0">
                <a:solidFill>
                  <a:srgbClr val="FF0000"/>
                </a:solidFill>
                <a:latin typeface="Times New Roman"/>
                <a:cs typeface="Times New Roman"/>
              </a:rPr>
              <a:t> </a:t>
            </a:r>
            <a:endParaRPr sz="2400" b="1" dirty="0">
              <a:solidFill>
                <a:srgbClr val="FF0000"/>
              </a:solidFill>
              <a:latin typeface="Times New Roman"/>
              <a:cs typeface="Times New Roman"/>
            </a:endParaRPr>
          </a:p>
        </p:txBody>
      </p:sp>
      <p:sp>
        <p:nvSpPr>
          <p:cNvPr id="8" name="object 8"/>
          <p:cNvSpPr txBox="1"/>
          <p:nvPr/>
        </p:nvSpPr>
        <p:spPr>
          <a:xfrm>
            <a:off x="-12700" y="830431"/>
            <a:ext cx="6083300" cy="3108543"/>
          </a:xfrm>
          <a:prstGeom prst="rect">
            <a:avLst/>
          </a:prstGeom>
        </p:spPr>
        <p:txBody>
          <a:bodyPr vert="horz" wrap="square" lIns="0" tIns="12700" rIns="0" bIns="0" rtlCol="0">
            <a:spAutoFit/>
          </a:bodyPr>
          <a:lstStyle/>
          <a:p>
            <a:pPr marL="228600" indent="-120650">
              <a:lnSpc>
                <a:spcPct val="100000"/>
              </a:lnSpc>
              <a:spcBef>
                <a:spcPts val="100"/>
              </a:spcBef>
              <a:buFont typeface="Arial" panose="020B0604020202020204" pitchFamily="34" charset="0"/>
              <a:buChar char="•"/>
            </a:pPr>
            <a:r>
              <a:rPr sz="1600" dirty="0" smtClean="0">
                <a:latin typeface="Times New Roman"/>
                <a:cs typeface="Times New Roman"/>
              </a:rPr>
              <a:t>Involves</a:t>
            </a:r>
            <a:r>
              <a:rPr sz="1600" spc="270" dirty="0" smtClean="0">
                <a:latin typeface="Times New Roman"/>
                <a:cs typeface="Times New Roman"/>
              </a:rPr>
              <a:t> </a:t>
            </a:r>
            <a:r>
              <a:rPr sz="1600" dirty="0">
                <a:solidFill>
                  <a:srgbClr val="FF0000"/>
                </a:solidFill>
                <a:latin typeface="Times New Roman"/>
                <a:cs typeface="Times New Roman"/>
              </a:rPr>
              <a:t>managing</a:t>
            </a:r>
            <a:r>
              <a:rPr sz="1600" spc="270" dirty="0">
                <a:solidFill>
                  <a:srgbClr val="FF0000"/>
                </a:solidFill>
                <a:latin typeface="Times New Roman"/>
                <a:cs typeface="Times New Roman"/>
              </a:rPr>
              <a:t> </a:t>
            </a:r>
            <a:r>
              <a:rPr sz="1600" dirty="0">
                <a:solidFill>
                  <a:srgbClr val="FF0000"/>
                </a:solidFill>
                <a:latin typeface="Times New Roman"/>
                <a:cs typeface="Times New Roman"/>
              </a:rPr>
              <a:t>user</a:t>
            </a:r>
            <a:r>
              <a:rPr sz="1600" spc="160" dirty="0">
                <a:solidFill>
                  <a:srgbClr val="FF0000"/>
                </a:solidFill>
                <a:latin typeface="Times New Roman"/>
                <a:cs typeface="Times New Roman"/>
              </a:rPr>
              <a:t> </a:t>
            </a:r>
            <a:r>
              <a:rPr sz="1600" dirty="0">
                <a:solidFill>
                  <a:srgbClr val="FF0000"/>
                </a:solidFill>
                <a:latin typeface="Times New Roman"/>
                <a:cs typeface="Times New Roman"/>
              </a:rPr>
              <a:t>accounts</a:t>
            </a:r>
            <a:r>
              <a:rPr sz="1600" spc="240" dirty="0">
                <a:solidFill>
                  <a:srgbClr val="FF0000"/>
                </a:solidFill>
                <a:latin typeface="Times New Roman"/>
                <a:cs typeface="Times New Roman"/>
              </a:rPr>
              <a:t> </a:t>
            </a:r>
            <a:r>
              <a:rPr sz="1600" dirty="0">
                <a:latin typeface="Times New Roman"/>
                <a:cs typeface="Times New Roman"/>
              </a:rPr>
              <a:t>and</a:t>
            </a:r>
            <a:r>
              <a:rPr sz="1600" spc="260" dirty="0">
                <a:latin typeface="Times New Roman"/>
                <a:cs typeface="Times New Roman"/>
              </a:rPr>
              <a:t> </a:t>
            </a:r>
            <a:r>
              <a:rPr sz="1600" dirty="0">
                <a:solidFill>
                  <a:srgbClr val="FF0000"/>
                </a:solidFill>
                <a:latin typeface="Times New Roman"/>
                <a:cs typeface="Times New Roman"/>
              </a:rPr>
              <a:t>their</a:t>
            </a:r>
            <a:r>
              <a:rPr sz="1600" spc="155" dirty="0">
                <a:solidFill>
                  <a:srgbClr val="FF0000"/>
                </a:solidFill>
                <a:latin typeface="Times New Roman"/>
                <a:cs typeface="Times New Roman"/>
              </a:rPr>
              <a:t> </a:t>
            </a:r>
            <a:r>
              <a:rPr sz="1600" dirty="0">
                <a:solidFill>
                  <a:srgbClr val="FF0000"/>
                </a:solidFill>
                <a:latin typeface="Times New Roman"/>
                <a:cs typeface="Times New Roman"/>
              </a:rPr>
              <a:t>associated</a:t>
            </a:r>
            <a:r>
              <a:rPr sz="1600" spc="380" dirty="0">
                <a:solidFill>
                  <a:srgbClr val="FF0000"/>
                </a:solidFill>
                <a:latin typeface="Times New Roman"/>
                <a:cs typeface="Times New Roman"/>
              </a:rPr>
              <a:t> </a:t>
            </a:r>
            <a:r>
              <a:rPr sz="1600" spc="-10" dirty="0">
                <a:solidFill>
                  <a:srgbClr val="FF0000"/>
                </a:solidFill>
                <a:latin typeface="Times New Roman"/>
                <a:cs typeface="Times New Roman"/>
              </a:rPr>
              <a:t>permissions</a:t>
            </a:r>
            <a:r>
              <a:rPr sz="1600" spc="-10" dirty="0">
                <a:latin typeface="Times New Roman"/>
                <a:cs typeface="Times New Roman"/>
              </a:rPr>
              <a:t>.</a:t>
            </a:r>
            <a:endParaRPr sz="1600" dirty="0">
              <a:latin typeface="Times New Roman"/>
              <a:cs typeface="Times New Roman"/>
            </a:endParaRPr>
          </a:p>
          <a:p>
            <a:pPr marL="228600" indent="-120650">
              <a:lnSpc>
                <a:spcPct val="100000"/>
              </a:lnSpc>
              <a:spcBef>
                <a:spcPts val="1135"/>
              </a:spcBef>
              <a:buFont typeface="Arial" panose="020B0604020202020204" pitchFamily="34" charset="0"/>
              <a:buChar char="•"/>
              <a:tabLst>
                <a:tab pos="5631815" algn="l"/>
              </a:tabLst>
            </a:pPr>
            <a:r>
              <a:rPr lang="en-US" sz="1600" b="1" dirty="0">
                <a:solidFill>
                  <a:srgbClr val="161616"/>
                </a:solidFill>
                <a:uFill>
                  <a:solidFill>
                    <a:srgbClr val="4F4444"/>
                  </a:solidFill>
                </a:uFill>
                <a:latin typeface="Times New Roman"/>
                <a:cs typeface="Times New Roman"/>
              </a:rPr>
              <a:t>C</a:t>
            </a:r>
            <a:r>
              <a:rPr sz="1600" b="1" dirty="0" smtClean="0">
                <a:solidFill>
                  <a:srgbClr val="161616"/>
                </a:solidFill>
                <a:uFill>
                  <a:solidFill>
                    <a:srgbClr val="4F4444"/>
                  </a:solidFill>
                </a:uFill>
                <a:latin typeface="Times New Roman"/>
                <a:cs typeface="Times New Roman"/>
              </a:rPr>
              <a:t>ommon</a:t>
            </a:r>
            <a:r>
              <a:rPr sz="1600" b="1" spc="120" dirty="0" smtClean="0">
                <a:solidFill>
                  <a:srgbClr val="161616"/>
                </a:solidFill>
                <a:uFill>
                  <a:solidFill>
                    <a:srgbClr val="4F4444"/>
                  </a:solidFill>
                </a:uFill>
                <a:latin typeface="Times New Roman"/>
                <a:cs typeface="Times New Roman"/>
              </a:rPr>
              <a:t> </a:t>
            </a:r>
            <a:r>
              <a:rPr sz="1600" b="1" dirty="0">
                <a:solidFill>
                  <a:srgbClr val="1A1A1A"/>
                </a:solidFill>
                <a:uFill>
                  <a:solidFill>
                    <a:srgbClr val="4F4444"/>
                  </a:solidFill>
                </a:uFill>
                <a:latin typeface="Times New Roman"/>
                <a:cs typeface="Times New Roman"/>
              </a:rPr>
              <a:t>tasks</a:t>
            </a:r>
            <a:r>
              <a:rPr sz="1600" b="1" spc="95" dirty="0">
                <a:solidFill>
                  <a:srgbClr val="1A1A1A"/>
                </a:solidFill>
                <a:uFill>
                  <a:solidFill>
                    <a:srgbClr val="4F4444"/>
                  </a:solidFill>
                </a:uFill>
                <a:latin typeface="Times New Roman"/>
                <a:cs typeface="Times New Roman"/>
              </a:rPr>
              <a:t> </a:t>
            </a:r>
            <a:r>
              <a:rPr sz="1600" spc="-10" dirty="0">
                <a:uFill>
                  <a:solidFill>
                    <a:srgbClr val="4F4444"/>
                  </a:solidFill>
                </a:uFill>
                <a:latin typeface="Times New Roman"/>
                <a:cs typeface="Times New Roman"/>
              </a:rPr>
              <a:t>involved</a:t>
            </a:r>
            <a:r>
              <a:rPr sz="1600" spc="200" dirty="0">
                <a:uFill>
                  <a:solidFill>
                    <a:srgbClr val="4F4444"/>
                  </a:solidFill>
                </a:uFill>
                <a:latin typeface="Times New Roman"/>
                <a:cs typeface="Times New Roman"/>
              </a:rPr>
              <a:t> </a:t>
            </a:r>
            <a:r>
              <a:rPr sz="1600" dirty="0">
                <a:solidFill>
                  <a:srgbClr val="232323"/>
                </a:solidFill>
                <a:uFill>
                  <a:solidFill>
                    <a:srgbClr val="4F4444"/>
                  </a:solidFill>
                </a:uFill>
                <a:latin typeface="Times New Roman"/>
                <a:cs typeface="Times New Roman"/>
              </a:rPr>
              <a:t>in</a:t>
            </a:r>
            <a:r>
              <a:rPr sz="1600" spc="35" dirty="0">
                <a:solidFill>
                  <a:srgbClr val="232323"/>
                </a:solidFill>
                <a:uFill>
                  <a:solidFill>
                    <a:srgbClr val="4F4444"/>
                  </a:solidFill>
                </a:uFill>
                <a:latin typeface="Times New Roman"/>
                <a:cs typeface="Times New Roman"/>
              </a:rPr>
              <a:t> </a:t>
            </a:r>
            <a:r>
              <a:rPr lang="en-US" sz="1600" spc="90" dirty="0" smtClean="0">
                <a:solidFill>
                  <a:srgbClr val="0F0F0F"/>
                </a:solidFill>
                <a:uFill>
                  <a:solidFill>
                    <a:srgbClr val="4F4444"/>
                  </a:solidFill>
                </a:uFill>
                <a:latin typeface="Times New Roman"/>
                <a:cs typeface="Times New Roman"/>
              </a:rPr>
              <a:t>L</a:t>
            </a:r>
            <a:r>
              <a:rPr sz="1600" spc="90" dirty="0" smtClean="0">
                <a:solidFill>
                  <a:srgbClr val="0F0F0F"/>
                </a:solidFill>
                <a:uFill>
                  <a:solidFill>
                    <a:srgbClr val="4F4444"/>
                  </a:solidFill>
                </a:uFill>
                <a:latin typeface="Times New Roman"/>
                <a:cs typeface="Times New Roman"/>
              </a:rPr>
              <a:t>inux</a:t>
            </a:r>
            <a:r>
              <a:rPr sz="1600" spc="85" dirty="0" smtClean="0">
                <a:solidFill>
                  <a:srgbClr val="0F0F0F"/>
                </a:solidFill>
                <a:uFill>
                  <a:solidFill>
                    <a:srgbClr val="4F4444"/>
                  </a:solidFill>
                </a:uFill>
                <a:latin typeface="Times New Roman"/>
                <a:cs typeface="Times New Roman"/>
              </a:rPr>
              <a:t> </a:t>
            </a:r>
            <a:r>
              <a:rPr sz="1600" dirty="0">
                <a:uFill>
                  <a:solidFill>
                    <a:srgbClr val="4F4444"/>
                  </a:solidFill>
                </a:uFill>
                <a:latin typeface="Times New Roman"/>
                <a:cs typeface="Times New Roman"/>
              </a:rPr>
              <a:t>user</a:t>
            </a:r>
            <a:r>
              <a:rPr sz="1600" spc="65" dirty="0">
                <a:uFill>
                  <a:solidFill>
                    <a:srgbClr val="4F4444"/>
                  </a:solidFill>
                </a:uFill>
                <a:latin typeface="Times New Roman"/>
                <a:cs typeface="Times New Roman"/>
              </a:rPr>
              <a:t> </a:t>
            </a:r>
            <a:r>
              <a:rPr sz="1600" spc="-10" dirty="0" smtClean="0">
                <a:uFill>
                  <a:solidFill>
                    <a:srgbClr val="4F4444"/>
                  </a:solidFill>
                </a:uFill>
                <a:latin typeface="Times New Roman"/>
                <a:cs typeface="Times New Roman"/>
              </a:rPr>
              <a:t>administration</a:t>
            </a:r>
            <a:r>
              <a:rPr lang="en-US" sz="1600" spc="-10" dirty="0" smtClean="0">
                <a:uFill>
                  <a:solidFill>
                    <a:srgbClr val="4F4444"/>
                  </a:solidFill>
                </a:uFill>
                <a:latin typeface="Times New Roman"/>
                <a:cs typeface="Times New Roman"/>
              </a:rPr>
              <a:t>:</a:t>
            </a:r>
            <a:endParaRPr sz="1600" dirty="0">
              <a:latin typeface="Times New Roman"/>
              <a:cs typeface="Times New Roman"/>
            </a:endParaRPr>
          </a:p>
          <a:p>
            <a:pPr marL="606425" indent="-285750">
              <a:lnSpc>
                <a:spcPct val="100000"/>
              </a:lnSpc>
              <a:spcBef>
                <a:spcPts val="450"/>
              </a:spcBef>
              <a:buFont typeface="Arial" panose="020B0604020202020204" pitchFamily="34" charset="0"/>
              <a:buChar char="•"/>
            </a:pPr>
            <a:r>
              <a:rPr sz="1500" b="1" spc="60" dirty="0" smtClean="0">
                <a:solidFill>
                  <a:srgbClr val="FF0000"/>
                </a:solidFill>
                <a:latin typeface="Times New Roman"/>
                <a:cs typeface="Times New Roman"/>
              </a:rPr>
              <a:t>Crea</a:t>
            </a:r>
            <a:r>
              <a:rPr lang="en-US" sz="1500" b="1" spc="60" dirty="0" smtClean="0">
                <a:solidFill>
                  <a:srgbClr val="FF0000"/>
                </a:solidFill>
                <a:latin typeface="Times New Roman"/>
                <a:cs typeface="Times New Roman"/>
              </a:rPr>
              <a:t>ti</a:t>
            </a:r>
            <a:r>
              <a:rPr sz="1500" b="1" spc="60" dirty="0" smtClean="0">
                <a:solidFill>
                  <a:srgbClr val="FF0000"/>
                </a:solidFill>
                <a:latin typeface="Times New Roman"/>
                <a:cs typeface="Times New Roman"/>
              </a:rPr>
              <a:t>ng</a:t>
            </a:r>
            <a:r>
              <a:rPr sz="1500" b="1" spc="114" dirty="0" smtClean="0">
                <a:solidFill>
                  <a:srgbClr val="FF0000"/>
                </a:solidFill>
                <a:latin typeface="Times New Roman"/>
                <a:cs typeface="Times New Roman"/>
              </a:rPr>
              <a:t> </a:t>
            </a:r>
            <a:r>
              <a:rPr sz="1500" b="1" dirty="0">
                <a:solidFill>
                  <a:srgbClr val="FF0000"/>
                </a:solidFill>
                <a:latin typeface="Times New Roman"/>
                <a:cs typeface="Times New Roman"/>
              </a:rPr>
              <a:t>User</a:t>
            </a:r>
            <a:r>
              <a:rPr sz="1500" b="1" spc="220" dirty="0">
                <a:solidFill>
                  <a:srgbClr val="FF0000"/>
                </a:solidFill>
                <a:latin typeface="Times New Roman"/>
                <a:cs typeface="Times New Roman"/>
              </a:rPr>
              <a:t> </a:t>
            </a:r>
            <a:r>
              <a:rPr sz="1500" b="1" dirty="0">
                <a:solidFill>
                  <a:srgbClr val="FF0000"/>
                </a:solidFill>
                <a:latin typeface="Times New Roman"/>
                <a:cs typeface="Times New Roman"/>
              </a:rPr>
              <a:t>Accounts</a:t>
            </a:r>
            <a:r>
              <a:rPr sz="1500" dirty="0">
                <a:solidFill>
                  <a:srgbClr val="151515"/>
                </a:solidFill>
                <a:latin typeface="Times New Roman"/>
                <a:cs typeface="Times New Roman"/>
              </a:rPr>
              <a:t>:</a:t>
            </a:r>
            <a:r>
              <a:rPr sz="1500" spc="225" dirty="0">
                <a:solidFill>
                  <a:srgbClr val="151515"/>
                </a:solidFill>
                <a:latin typeface="Times New Roman"/>
                <a:cs typeface="Times New Roman"/>
              </a:rPr>
              <a:t> </a:t>
            </a:r>
            <a:r>
              <a:rPr sz="1500" dirty="0">
                <a:solidFill>
                  <a:srgbClr val="080808"/>
                </a:solidFill>
                <a:latin typeface="Times New Roman"/>
                <a:cs typeface="Times New Roman"/>
              </a:rPr>
              <a:t>used</a:t>
            </a:r>
            <a:r>
              <a:rPr sz="1500" spc="315" dirty="0">
                <a:solidFill>
                  <a:srgbClr val="080808"/>
                </a:solidFill>
                <a:latin typeface="Times New Roman"/>
                <a:cs typeface="Times New Roman"/>
              </a:rPr>
              <a:t> </a:t>
            </a:r>
            <a:r>
              <a:rPr sz="1500" b="1" dirty="0" err="1" smtClean="0">
                <a:solidFill>
                  <a:srgbClr val="FF0000"/>
                </a:solidFill>
                <a:latin typeface="Times New Roman"/>
                <a:cs typeface="Times New Roman"/>
              </a:rPr>
              <a:t>usera</a:t>
            </a:r>
            <a:r>
              <a:rPr lang="en-US" sz="1500" b="1" dirty="0" err="1" smtClean="0">
                <a:solidFill>
                  <a:srgbClr val="FF0000"/>
                </a:solidFill>
                <a:latin typeface="Times New Roman"/>
                <a:cs typeface="Times New Roman"/>
              </a:rPr>
              <a:t>dd</a:t>
            </a:r>
            <a:r>
              <a:rPr sz="1500" spc="280" dirty="0" smtClean="0">
                <a:solidFill>
                  <a:srgbClr val="B3776B"/>
                </a:solidFill>
                <a:latin typeface="Times New Roman"/>
                <a:cs typeface="Times New Roman"/>
              </a:rPr>
              <a:t> </a:t>
            </a:r>
            <a:r>
              <a:rPr sz="1500" dirty="0" smtClean="0">
                <a:solidFill>
                  <a:srgbClr val="FF0000"/>
                </a:solidFill>
                <a:latin typeface="Times New Roman"/>
                <a:cs typeface="Times New Roman"/>
              </a:rPr>
              <a:t>[options</a:t>
            </a:r>
            <a:r>
              <a:rPr lang="en-US" sz="1500" dirty="0" smtClean="0">
                <a:solidFill>
                  <a:srgbClr val="FF0000"/>
                </a:solidFill>
                <a:latin typeface="Times New Roman"/>
                <a:cs typeface="Times New Roman"/>
              </a:rPr>
              <a:t>]</a:t>
            </a:r>
            <a:r>
              <a:rPr sz="1500" spc="-209" baseline="-10582" dirty="0" smtClean="0">
                <a:solidFill>
                  <a:srgbClr val="FF0000"/>
                </a:solidFill>
                <a:latin typeface="Times New Roman"/>
                <a:cs typeface="Times New Roman"/>
              </a:rPr>
              <a:t> </a:t>
            </a:r>
            <a:r>
              <a:rPr sz="1500" spc="-10" dirty="0" smtClean="0">
                <a:solidFill>
                  <a:srgbClr val="FF0000"/>
                </a:solidFill>
                <a:latin typeface="Times New Roman"/>
                <a:cs typeface="Times New Roman"/>
              </a:rPr>
              <a:t>usern</a:t>
            </a:r>
            <a:r>
              <a:rPr lang="en-US" sz="1500" spc="-10" dirty="0" smtClean="0">
                <a:solidFill>
                  <a:srgbClr val="FF0000"/>
                </a:solidFill>
                <a:latin typeface="Times New Roman"/>
                <a:cs typeface="Times New Roman"/>
              </a:rPr>
              <a:t>a</a:t>
            </a:r>
            <a:r>
              <a:rPr sz="1500" spc="-10" dirty="0" smtClean="0">
                <a:solidFill>
                  <a:srgbClr val="FF0000"/>
                </a:solidFill>
                <a:latin typeface="Times New Roman"/>
                <a:cs typeface="Times New Roman"/>
              </a:rPr>
              <a:t>me</a:t>
            </a:r>
            <a:endParaRPr sz="1500" dirty="0">
              <a:solidFill>
                <a:srgbClr val="FF0000"/>
              </a:solidFill>
              <a:latin typeface="Times New Roman"/>
              <a:cs typeface="Times New Roman"/>
            </a:endParaRPr>
          </a:p>
          <a:p>
            <a:pPr marL="606425" indent="-285750">
              <a:lnSpc>
                <a:spcPct val="100000"/>
              </a:lnSpc>
              <a:spcBef>
                <a:spcPts val="980"/>
              </a:spcBef>
              <a:buFont typeface="Arial" panose="020B0604020202020204" pitchFamily="34" charset="0"/>
              <a:buChar char="•"/>
            </a:pPr>
            <a:r>
              <a:rPr sz="1500" b="1" dirty="0" smtClean="0">
                <a:solidFill>
                  <a:srgbClr val="FF0000"/>
                </a:solidFill>
                <a:latin typeface="Times New Roman"/>
                <a:cs typeface="Times New Roman"/>
              </a:rPr>
              <a:t>Managing</a:t>
            </a:r>
            <a:r>
              <a:rPr sz="1500" b="1" spc="270" dirty="0" smtClean="0">
                <a:solidFill>
                  <a:srgbClr val="FF0000"/>
                </a:solidFill>
                <a:latin typeface="Times New Roman"/>
                <a:cs typeface="Times New Roman"/>
              </a:rPr>
              <a:t> </a:t>
            </a:r>
            <a:r>
              <a:rPr sz="1500" b="1" dirty="0">
                <a:solidFill>
                  <a:srgbClr val="FF0000"/>
                </a:solidFill>
                <a:latin typeface="Times New Roman"/>
                <a:cs typeface="Times New Roman"/>
              </a:rPr>
              <a:t>User</a:t>
            </a:r>
            <a:r>
              <a:rPr sz="1500" b="1" spc="195" dirty="0">
                <a:solidFill>
                  <a:srgbClr val="FF0000"/>
                </a:solidFill>
                <a:latin typeface="Times New Roman"/>
                <a:cs typeface="Times New Roman"/>
              </a:rPr>
              <a:t> </a:t>
            </a:r>
            <a:r>
              <a:rPr sz="1500" b="1" dirty="0">
                <a:solidFill>
                  <a:srgbClr val="FF0000"/>
                </a:solidFill>
                <a:latin typeface="Times New Roman"/>
                <a:cs typeface="Times New Roman"/>
              </a:rPr>
              <a:t>Groups</a:t>
            </a:r>
            <a:r>
              <a:rPr sz="1500" dirty="0">
                <a:latin typeface="Times New Roman"/>
                <a:cs typeface="Times New Roman"/>
              </a:rPr>
              <a:t>:</a:t>
            </a:r>
            <a:r>
              <a:rPr sz="1500" spc="165" dirty="0">
                <a:latin typeface="Times New Roman"/>
                <a:cs typeface="Times New Roman"/>
              </a:rPr>
              <a:t> </a:t>
            </a:r>
            <a:r>
              <a:rPr lang="en-US" sz="1500" spc="165" dirty="0" smtClean="0">
                <a:latin typeface="Times New Roman"/>
                <a:cs typeface="Times New Roman"/>
              </a:rPr>
              <a:t>Users </a:t>
            </a:r>
            <a:r>
              <a:rPr sz="1500" dirty="0" smtClean="0">
                <a:latin typeface="Times New Roman"/>
                <a:cs typeface="Times New Roman"/>
              </a:rPr>
              <a:t>can</a:t>
            </a:r>
            <a:r>
              <a:rPr sz="1500" spc="225" dirty="0" smtClean="0">
                <a:latin typeface="Times New Roman"/>
                <a:cs typeface="Times New Roman"/>
              </a:rPr>
              <a:t> </a:t>
            </a:r>
            <a:r>
              <a:rPr sz="1500" dirty="0">
                <a:latin typeface="Times New Roman"/>
                <a:cs typeface="Times New Roman"/>
              </a:rPr>
              <a:t>be</a:t>
            </a:r>
            <a:r>
              <a:rPr sz="1500" spc="204" dirty="0">
                <a:latin typeface="Times New Roman"/>
                <a:cs typeface="Times New Roman"/>
              </a:rPr>
              <a:t> </a:t>
            </a:r>
            <a:r>
              <a:rPr sz="1500" dirty="0">
                <a:solidFill>
                  <a:srgbClr val="111111"/>
                </a:solidFill>
                <a:latin typeface="Times New Roman"/>
                <a:cs typeface="Times New Roman"/>
              </a:rPr>
              <a:t>organized</a:t>
            </a:r>
            <a:r>
              <a:rPr sz="1500" spc="160" dirty="0">
                <a:solidFill>
                  <a:srgbClr val="111111"/>
                </a:solidFill>
                <a:latin typeface="Times New Roman"/>
                <a:cs typeface="Times New Roman"/>
              </a:rPr>
              <a:t> </a:t>
            </a:r>
            <a:r>
              <a:rPr sz="1500" spc="70" dirty="0">
                <a:solidFill>
                  <a:srgbClr val="2A2A2A"/>
                </a:solidFill>
                <a:latin typeface="Times New Roman"/>
                <a:cs typeface="Times New Roman"/>
              </a:rPr>
              <a:t>into</a:t>
            </a:r>
            <a:r>
              <a:rPr sz="1500" spc="-5" dirty="0">
                <a:solidFill>
                  <a:srgbClr val="2A2A2A"/>
                </a:solidFill>
                <a:latin typeface="Times New Roman"/>
                <a:cs typeface="Times New Roman"/>
              </a:rPr>
              <a:t> </a:t>
            </a:r>
            <a:r>
              <a:rPr sz="1500" dirty="0">
                <a:latin typeface="Times New Roman"/>
                <a:cs typeface="Times New Roman"/>
              </a:rPr>
              <a:t>groups</a:t>
            </a:r>
            <a:r>
              <a:rPr sz="1500" spc="180" dirty="0">
                <a:latin typeface="Times New Roman"/>
                <a:cs typeface="Times New Roman"/>
              </a:rPr>
              <a:t> </a:t>
            </a:r>
            <a:r>
              <a:rPr sz="1500" spc="50" dirty="0">
                <a:solidFill>
                  <a:srgbClr val="2A2A2A"/>
                </a:solidFill>
                <a:latin typeface="Times New Roman"/>
                <a:cs typeface="Times New Roman"/>
              </a:rPr>
              <a:t>to</a:t>
            </a:r>
            <a:r>
              <a:rPr sz="1500" spc="165" dirty="0">
                <a:solidFill>
                  <a:srgbClr val="2A2A2A"/>
                </a:solidFill>
                <a:latin typeface="Times New Roman"/>
                <a:cs typeface="Times New Roman"/>
              </a:rPr>
              <a:t> </a:t>
            </a:r>
            <a:r>
              <a:rPr sz="1500" spc="-10" dirty="0" smtClean="0">
                <a:latin typeface="Times New Roman"/>
                <a:cs typeface="Times New Roman"/>
              </a:rPr>
              <a:t>simplify</a:t>
            </a:r>
            <a:r>
              <a:rPr lang="en-US" sz="1500" spc="-10" dirty="0" smtClean="0">
                <a:latin typeface="Times New Roman"/>
                <a:cs typeface="Times New Roman"/>
              </a:rPr>
              <a:t> </a:t>
            </a:r>
            <a:r>
              <a:rPr sz="1500" spc="-25" dirty="0" smtClean="0">
                <a:solidFill>
                  <a:schemeClr val="tx1"/>
                </a:solidFill>
                <a:latin typeface="Times New Roman"/>
                <a:cs typeface="Times New Roman"/>
              </a:rPr>
              <a:t>permissi</a:t>
            </a:r>
            <a:r>
              <a:rPr lang="en-US" sz="1500" spc="-25" dirty="0" smtClean="0">
                <a:solidFill>
                  <a:schemeClr val="tx1"/>
                </a:solidFill>
                <a:latin typeface="Times New Roman"/>
                <a:cs typeface="Times New Roman"/>
              </a:rPr>
              <a:t>o</a:t>
            </a:r>
            <a:r>
              <a:rPr sz="1500" spc="-25" dirty="0" smtClean="0">
                <a:solidFill>
                  <a:schemeClr val="tx1"/>
                </a:solidFill>
                <a:latin typeface="Times New Roman"/>
                <a:cs typeface="Times New Roman"/>
              </a:rPr>
              <a:t>ns</a:t>
            </a:r>
            <a:r>
              <a:rPr sz="1500" spc="50" dirty="0" smtClean="0">
                <a:solidFill>
                  <a:schemeClr val="tx1"/>
                </a:solidFill>
                <a:latin typeface="Times New Roman"/>
                <a:cs typeface="Times New Roman"/>
              </a:rPr>
              <a:t> </a:t>
            </a:r>
            <a:r>
              <a:rPr sz="1500" spc="-10" dirty="0">
                <a:solidFill>
                  <a:schemeClr val="tx1"/>
                </a:solidFill>
                <a:latin typeface="Times New Roman"/>
                <a:cs typeface="Times New Roman"/>
              </a:rPr>
              <a:t>management</a:t>
            </a:r>
            <a:r>
              <a:rPr sz="1500" spc="-10" dirty="0">
                <a:latin typeface="Times New Roman"/>
                <a:cs typeface="Times New Roman"/>
              </a:rPr>
              <a:t>.</a:t>
            </a:r>
            <a:endParaRPr sz="1500" dirty="0">
              <a:latin typeface="Times New Roman"/>
              <a:cs typeface="Times New Roman"/>
            </a:endParaRPr>
          </a:p>
          <a:p>
            <a:pPr marL="685800">
              <a:lnSpc>
                <a:spcPct val="100000"/>
              </a:lnSpc>
              <a:spcBef>
                <a:spcPts val="1040"/>
              </a:spcBef>
              <a:buFont typeface="Arial" panose="020B0604020202020204" pitchFamily="34" charset="0"/>
              <a:buChar char="•"/>
            </a:pPr>
            <a:r>
              <a:rPr lang="en-US" sz="1500" dirty="0">
                <a:latin typeface="Cambria"/>
                <a:cs typeface="Cambria"/>
              </a:rPr>
              <a:t>	</a:t>
            </a:r>
            <a:r>
              <a:rPr sz="1500" b="1" dirty="0" smtClean="0">
                <a:solidFill>
                  <a:schemeClr val="tx1"/>
                </a:solidFill>
                <a:latin typeface="Cambria"/>
                <a:cs typeface="Cambria"/>
              </a:rPr>
              <a:t>To</a:t>
            </a:r>
            <a:r>
              <a:rPr sz="1500" b="1" spc="-80" dirty="0" smtClean="0">
                <a:solidFill>
                  <a:schemeClr val="tx1"/>
                </a:solidFill>
                <a:latin typeface="Cambria"/>
                <a:cs typeface="Cambria"/>
              </a:rPr>
              <a:t> </a:t>
            </a:r>
            <a:r>
              <a:rPr sz="1500" b="1" spc="-50" dirty="0">
                <a:solidFill>
                  <a:schemeClr val="tx1"/>
                </a:solidFill>
                <a:latin typeface="Cambria"/>
                <a:cs typeface="Cambria"/>
              </a:rPr>
              <a:t>create</a:t>
            </a:r>
            <a:r>
              <a:rPr sz="1500" b="1" spc="-10" dirty="0">
                <a:solidFill>
                  <a:schemeClr val="tx1"/>
                </a:solidFill>
                <a:latin typeface="Cambria"/>
                <a:cs typeface="Cambria"/>
              </a:rPr>
              <a:t> </a:t>
            </a:r>
            <a:r>
              <a:rPr sz="1500" b="1" dirty="0">
                <a:solidFill>
                  <a:schemeClr val="tx1"/>
                </a:solidFill>
                <a:latin typeface="Cambria"/>
                <a:cs typeface="Cambria"/>
              </a:rPr>
              <a:t>a</a:t>
            </a:r>
            <a:r>
              <a:rPr sz="1500" b="1" spc="-45" dirty="0">
                <a:solidFill>
                  <a:schemeClr val="tx1"/>
                </a:solidFill>
                <a:latin typeface="Cambria"/>
                <a:cs typeface="Cambria"/>
              </a:rPr>
              <a:t> new</a:t>
            </a:r>
            <a:r>
              <a:rPr sz="1500" b="1" spc="-35" dirty="0">
                <a:solidFill>
                  <a:schemeClr val="tx1"/>
                </a:solidFill>
                <a:latin typeface="Cambria"/>
                <a:cs typeface="Cambria"/>
              </a:rPr>
              <a:t> </a:t>
            </a:r>
            <a:r>
              <a:rPr sz="1500" b="1" spc="-25" dirty="0">
                <a:solidFill>
                  <a:schemeClr val="tx1"/>
                </a:solidFill>
                <a:latin typeface="Cambria"/>
                <a:cs typeface="Cambria"/>
              </a:rPr>
              <a:t>group</a:t>
            </a:r>
            <a:r>
              <a:rPr sz="1500" spc="-25" dirty="0">
                <a:solidFill>
                  <a:srgbClr val="080808"/>
                </a:solidFill>
                <a:latin typeface="Cambria"/>
                <a:cs typeface="Cambria"/>
              </a:rPr>
              <a:t>,</a:t>
            </a:r>
            <a:r>
              <a:rPr sz="1500" spc="85" dirty="0">
                <a:solidFill>
                  <a:srgbClr val="080808"/>
                </a:solidFill>
                <a:latin typeface="Cambria"/>
                <a:cs typeface="Cambria"/>
              </a:rPr>
              <a:t> </a:t>
            </a:r>
            <a:r>
              <a:rPr sz="1500" spc="-45" dirty="0">
                <a:latin typeface="Cambria"/>
                <a:cs typeface="Cambria"/>
              </a:rPr>
              <a:t>you</a:t>
            </a:r>
            <a:r>
              <a:rPr sz="1500" spc="-40" dirty="0">
                <a:latin typeface="Cambria"/>
                <a:cs typeface="Cambria"/>
              </a:rPr>
              <a:t> </a:t>
            </a:r>
            <a:r>
              <a:rPr sz="1500" spc="-10" dirty="0">
                <a:solidFill>
                  <a:srgbClr val="1F1F1F"/>
                </a:solidFill>
                <a:latin typeface="Cambria"/>
                <a:cs typeface="Cambria"/>
              </a:rPr>
              <a:t>can</a:t>
            </a:r>
            <a:r>
              <a:rPr sz="1500" spc="45" dirty="0">
                <a:solidFill>
                  <a:srgbClr val="1F1F1F"/>
                </a:solidFill>
                <a:latin typeface="Cambria"/>
                <a:cs typeface="Cambria"/>
              </a:rPr>
              <a:t> </a:t>
            </a:r>
            <a:r>
              <a:rPr sz="1500" spc="-10" dirty="0">
                <a:solidFill>
                  <a:srgbClr val="262626"/>
                </a:solidFill>
                <a:latin typeface="Cambria"/>
                <a:cs typeface="Cambria"/>
              </a:rPr>
              <a:t>use</a:t>
            </a:r>
            <a:r>
              <a:rPr sz="1500" spc="320" dirty="0">
                <a:solidFill>
                  <a:srgbClr val="262626"/>
                </a:solidFill>
                <a:latin typeface="Cambria"/>
                <a:cs typeface="Cambria"/>
              </a:rPr>
              <a:t> </a:t>
            </a:r>
            <a:r>
              <a:rPr lang="en-US" sz="1500" b="1" spc="-60" dirty="0" err="1" smtClean="0">
                <a:solidFill>
                  <a:srgbClr val="FF0000"/>
                </a:solidFill>
                <a:latin typeface="Cambria"/>
                <a:cs typeface="Cambria"/>
              </a:rPr>
              <a:t>g</a:t>
            </a:r>
            <a:r>
              <a:rPr sz="1500" b="1" spc="-60" dirty="0" err="1" smtClean="0">
                <a:solidFill>
                  <a:srgbClr val="FF0000"/>
                </a:solidFill>
                <a:latin typeface="Cambria"/>
                <a:cs typeface="Cambria"/>
              </a:rPr>
              <a:t>roupadd</a:t>
            </a:r>
            <a:r>
              <a:rPr sz="1500" b="1" spc="100" dirty="0" smtClean="0">
                <a:solidFill>
                  <a:srgbClr val="FF0000"/>
                </a:solidFill>
                <a:latin typeface="Cambria"/>
                <a:cs typeface="Cambria"/>
              </a:rPr>
              <a:t> </a:t>
            </a:r>
            <a:r>
              <a:rPr sz="1500" spc="-10" dirty="0">
                <a:latin typeface="Cambria"/>
                <a:cs typeface="Cambria"/>
              </a:rPr>
              <a:t>command</a:t>
            </a:r>
            <a:r>
              <a:rPr sz="1500" spc="-10" dirty="0" smtClean="0">
                <a:latin typeface="Cambria"/>
                <a:cs typeface="Cambria"/>
              </a:rPr>
              <a:t>.</a:t>
            </a:r>
            <a:endParaRPr lang="en-US" sz="1500" spc="-10" dirty="0" smtClean="0">
              <a:latin typeface="Cambria"/>
              <a:cs typeface="Cambria"/>
            </a:endParaRPr>
          </a:p>
          <a:p>
            <a:pPr marL="914400" lvl="1" indent="174625">
              <a:spcBef>
                <a:spcPts val="1040"/>
              </a:spcBef>
              <a:buFont typeface="Arial" panose="020B0604020202020204" pitchFamily="34" charset="0"/>
              <a:buChar char="•"/>
            </a:pPr>
            <a:r>
              <a:rPr lang="en-US" sz="1500" b="1" spc="-10" dirty="0" err="1">
                <a:solidFill>
                  <a:srgbClr val="FF0000"/>
                </a:solidFill>
                <a:latin typeface="Cambria"/>
                <a:cs typeface="Cambria"/>
              </a:rPr>
              <a:t>g</a:t>
            </a:r>
            <a:r>
              <a:rPr lang="en-US" sz="1500" b="1" spc="-10" dirty="0" err="1" smtClean="0">
                <a:solidFill>
                  <a:srgbClr val="FF0000"/>
                </a:solidFill>
                <a:latin typeface="Cambria"/>
                <a:cs typeface="Cambria"/>
              </a:rPr>
              <a:t>roupadd</a:t>
            </a:r>
            <a:r>
              <a:rPr lang="en-US" sz="1500" spc="-10" dirty="0" smtClean="0">
                <a:latin typeface="Cambria"/>
                <a:cs typeface="Cambria"/>
              </a:rPr>
              <a:t> </a:t>
            </a:r>
            <a:r>
              <a:rPr lang="en-US" sz="1500" spc="-10" dirty="0" err="1" smtClean="0">
                <a:solidFill>
                  <a:srgbClr val="FF0000"/>
                </a:solidFill>
                <a:latin typeface="Cambria"/>
                <a:cs typeface="Cambria"/>
              </a:rPr>
              <a:t>groupname</a:t>
            </a:r>
            <a:endParaRPr sz="1500" dirty="0">
              <a:solidFill>
                <a:schemeClr val="tx1"/>
              </a:solidFill>
              <a:latin typeface="Cambria"/>
              <a:cs typeface="Cambria"/>
            </a:endParaRPr>
          </a:p>
          <a:p>
            <a:pPr>
              <a:lnSpc>
                <a:spcPct val="100000"/>
              </a:lnSpc>
              <a:spcBef>
                <a:spcPts val="75"/>
              </a:spcBef>
            </a:pPr>
            <a:endParaRPr sz="1000" dirty="0">
              <a:latin typeface="Cambria"/>
              <a:cs typeface="Cambria"/>
            </a:endParaRPr>
          </a:p>
          <a:p>
            <a:pPr marL="914400" indent="-228600">
              <a:lnSpc>
                <a:spcPct val="100000"/>
              </a:lnSpc>
              <a:buFont typeface="Arial" panose="020B0604020202020204" pitchFamily="34" charset="0"/>
              <a:buChar char="•"/>
            </a:pPr>
            <a:r>
              <a:rPr sz="1500" spc="105" dirty="0">
                <a:latin typeface="Cambria"/>
                <a:cs typeface="Cambria"/>
              </a:rPr>
              <a:t>To</a:t>
            </a:r>
            <a:r>
              <a:rPr sz="1500" spc="40" dirty="0">
                <a:latin typeface="Cambria"/>
                <a:cs typeface="Cambria"/>
              </a:rPr>
              <a:t> </a:t>
            </a:r>
            <a:r>
              <a:rPr sz="1500" dirty="0">
                <a:latin typeface="Cambria"/>
                <a:cs typeface="Cambria"/>
              </a:rPr>
              <a:t>add</a:t>
            </a:r>
            <a:r>
              <a:rPr sz="1500" spc="140" dirty="0">
                <a:latin typeface="Cambria"/>
                <a:cs typeface="Cambria"/>
              </a:rPr>
              <a:t> </a:t>
            </a:r>
            <a:r>
              <a:rPr sz="1500" dirty="0">
                <a:solidFill>
                  <a:srgbClr val="2D2D2D"/>
                </a:solidFill>
                <a:latin typeface="Cambria"/>
                <a:cs typeface="Cambria"/>
              </a:rPr>
              <a:t>a</a:t>
            </a:r>
            <a:r>
              <a:rPr sz="1500" spc="35" dirty="0">
                <a:solidFill>
                  <a:srgbClr val="2D2D2D"/>
                </a:solidFill>
                <a:latin typeface="Cambria"/>
                <a:cs typeface="Cambria"/>
              </a:rPr>
              <a:t> </a:t>
            </a:r>
            <a:r>
              <a:rPr sz="1500" dirty="0">
                <a:latin typeface="Cambria"/>
                <a:cs typeface="Cambria"/>
              </a:rPr>
              <a:t>user</a:t>
            </a:r>
            <a:r>
              <a:rPr sz="1500" spc="30" dirty="0">
                <a:latin typeface="Cambria"/>
                <a:cs typeface="Cambria"/>
              </a:rPr>
              <a:t> </a:t>
            </a:r>
            <a:r>
              <a:rPr sz="1500" dirty="0">
                <a:solidFill>
                  <a:srgbClr val="080808"/>
                </a:solidFill>
                <a:latin typeface="Cambria"/>
                <a:cs typeface="Cambria"/>
              </a:rPr>
              <a:t>to</a:t>
            </a:r>
            <a:r>
              <a:rPr sz="1500" spc="15" dirty="0">
                <a:solidFill>
                  <a:srgbClr val="080808"/>
                </a:solidFill>
                <a:latin typeface="Cambria"/>
                <a:cs typeface="Cambria"/>
              </a:rPr>
              <a:t> </a:t>
            </a:r>
            <a:r>
              <a:rPr sz="1500" dirty="0">
                <a:solidFill>
                  <a:srgbClr val="131313"/>
                </a:solidFill>
                <a:latin typeface="Cambria"/>
                <a:cs typeface="Cambria"/>
              </a:rPr>
              <a:t>a</a:t>
            </a:r>
            <a:r>
              <a:rPr sz="1500" spc="40" dirty="0">
                <a:solidFill>
                  <a:srgbClr val="131313"/>
                </a:solidFill>
                <a:latin typeface="Cambria"/>
                <a:cs typeface="Cambria"/>
              </a:rPr>
              <a:t> </a:t>
            </a:r>
            <a:r>
              <a:rPr sz="1500" dirty="0">
                <a:latin typeface="Cambria"/>
                <a:cs typeface="Cambria"/>
              </a:rPr>
              <a:t>group,</a:t>
            </a:r>
            <a:r>
              <a:rPr sz="1500" spc="110" dirty="0">
                <a:latin typeface="Cambria"/>
                <a:cs typeface="Cambria"/>
              </a:rPr>
              <a:t> </a:t>
            </a:r>
            <a:r>
              <a:rPr sz="1500" dirty="0">
                <a:solidFill>
                  <a:srgbClr val="181818"/>
                </a:solidFill>
                <a:latin typeface="Cambria"/>
                <a:cs typeface="Cambria"/>
              </a:rPr>
              <a:t>you</a:t>
            </a:r>
            <a:r>
              <a:rPr sz="1500" spc="105" dirty="0">
                <a:solidFill>
                  <a:srgbClr val="181818"/>
                </a:solidFill>
                <a:latin typeface="Cambria"/>
                <a:cs typeface="Cambria"/>
              </a:rPr>
              <a:t> </a:t>
            </a:r>
            <a:r>
              <a:rPr sz="1500" dirty="0">
                <a:latin typeface="Cambria"/>
                <a:cs typeface="Cambria"/>
              </a:rPr>
              <a:t>can</a:t>
            </a:r>
            <a:r>
              <a:rPr sz="1500" spc="130" dirty="0">
                <a:latin typeface="Cambria"/>
                <a:cs typeface="Cambria"/>
              </a:rPr>
              <a:t> </a:t>
            </a:r>
            <a:r>
              <a:rPr sz="1500" dirty="0">
                <a:latin typeface="Cambria"/>
                <a:cs typeface="Cambria"/>
              </a:rPr>
              <a:t>use</a:t>
            </a:r>
            <a:r>
              <a:rPr sz="1500" spc="155" dirty="0">
                <a:latin typeface="Cambria"/>
                <a:cs typeface="Cambria"/>
              </a:rPr>
              <a:t> </a:t>
            </a:r>
            <a:r>
              <a:rPr sz="1500" dirty="0">
                <a:latin typeface="Cambria"/>
                <a:cs typeface="Cambria"/>
              </a:rPr>
              <a:t>the</a:t>
            </a:r>
            <a:r>
              <a:rPr sz="1500" spc="110" dirty="0">
                <a:latin typeface="Cambria"/>
                <a:cs typeface="Cambria"/>
              </a:rPr>
              <a:t> </a:t>
            </a:r>
            <a:r>
              <a:rPr lang="en-US" sz="1500" b="1" dirty="0" err="1" smtClean="0">
                <a:solidFill>
                  <a:srgbClr val="FF0000"/>
                </a:solidFill>
                <a:latin typeface="Cambria"/>
                <a:cs typeface="Cambria"/>
              </a:rPr>
              <a:t>usermod</a:t>
            </a:r>
            <a:r>
              <a:rPr sz="1500" spc="110" dirty="0" smtClean="0">
                <a:solidFill>
                  <a:srgbClr val="B68A7E"/>
                </a:solidFill>
                <a:latin typeface="Cambria"/>
                <a:cs typeface="Cambria"/>
              </a:rPr>
              <a:t> </a:t>
            </a:r>
            <a:r>
              <a:rPr sz="1500" spc="-10" dirty="0">
                <a:latin typeface="Cambria"/>
                <a:cs typeface="Cambria"/>
              </a:rPr>
              <a:t>command</a:t>
            </a:r>
            <a:r>
              <a:rPr sz="1500" spc="-10" dirty="0" smtClean="0">
                <a:latin typeface="Cambria"/>
                <a:cs typeface="Cambria"/>
              </a:rPr>
              <a:t>.</a:t>
            </a:r>
            <a:endParaRPr lang="en-US" sz="1500" spc="-10" dirty="0" smtClean="0">
              <a:latin typeface="Cambria"/>
              <a:cs typeface="Cambria"/>
            </a:endParaRPr>
          </a:p>
          <a:p>
            <a:pPr marL="1089025" indent="-174625">
              <a:lnSpc>
                <a:spcPct val="100000"/>
              </a:lnSpc>
              <a:buFont typeface="Arial" panose="020B0604020202020204" pitchFamily="34" charset="0"/>
              <a:buChar char="•"/>
            </a:pPr>
            <a:r>
              <a:rPr lang="en-US" sz="1500" b="1" spc="-10" dirty="0" err="1" smtClean="0">
                <a:solidFill>
                  <a:srgbClr val="FF0000"/>
                </a:solidFill>
                <a:latin typeface="Cambria"/>
                <a:cs typeface="Cambria"/>
              </a:rPr>
              <a:t>usermod</a:t>
            </a:r>
            <a:r>
              <a:rPr lang="en-US" sz="1500" spc="-10" dirty="0" smtClean="0">
                <a:latin typeface="Cambria"/>
                <a:cs typeface="Cambria"/>
              </a:rPr>
              <a:t> </a:t>
            </a:r>
            <a:r>
              <a:rPr lang="en-US" sz="1500" spc="-10" dirty="0" smtClean="0">
                <a:solidFill>
                  <a:srgbClr val="FF0000"/>
                </a:solidFill>
                <a:latin typeface="Cambria"/>
                <a:cs typeface="Cambria"/>
              </a:rPr>
              <a:t>–a-G </a:t>
            </a:r>
            <a:r>
              <a:rPr lang="en-US" sz="1500" spc="-10" dirty="0" err="1" smtClean="0">
                <a:solidFill>
                  <a:srgbClr val="FF0000"/>
                </a:solidFill>
                <a:latin typeface="Cambria"/>
                <a:cs typeface="Cambria"/>
              </a:rPr>
              <a:t>groupname</a:t>
            </a:r>
            <a:r>
              <a:rPr lang="en-US" sz="1500" spc="-10" dirty="0" smtClean="0">
                <a:solidFill>
                  <a:srgbClr val="FF0000"/>
                </a:solidFill>
                <a:latin typeface="Cambria"/>
                <a:cs typeface="Cambria"/>
              </a:rPr>
              <a:t> username </a:t>
            </a:r>
          </a:p>
          <a:p>
            <a:pPr marL="1089025" indent="-174625">
              <a:lnSpc>
                <a:spcPct val="100000"/>
              </a:lnSpc>
              <a:buFont typeface="Arial" panose="020B0604020202020204" pitchFamily="34" charset="0"/>
              <a:buChar char="•"/>
            </a:pPr>
            <a:r>
              <a:rPr lang="en-US" sz="1500" spc="-10" dirty="0" smtClean="0">
                <a:solidFill>
                  <a:srgbClr val="FF0000"/>
                </a:solidFill>
                <a:latin typeface="Cambria"/>
                <a:cs typeface="Cambria"/>
              </a:rPr>
              <a:t>         </a:t>
            </a:r>
            <a:endParaRPr sz="1500" dirty="0">
              <a:solidFill>
                <a:srgbClr val="FF0000"/>
              </a:solidFill>
              <a:latin typeface="Cambria"/>
              <a:cs typeface="Cambria"/>
            </a:endParaRPr>
          </a:p>
        </p:txBody>
      </p:sp>
      <p:sp>
        <p:nvSpPr>
          <p:cNvPr id="16" name="Date Placeholder 15"/>
          <p:cNvSpPr>
            <a:spLocks noGrp="1"/>
          </p:cNvSpPr>
          <p:nvPr>
            <p:ph type="dt" sz="half" idx="6"/>
          </p:nvPr>
        </p:nvSpPr>
        <p:spPr/>
        <p:txBody>
          <a:bodyPr/>
          <a:lstStyle/>
          <a:p>
            <a:fld id="{3CD93A73-30AC-42D6-B981-E6A9ACE91260}"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40</a:t>
            </a:fld>
            <a:endParaRPr lang="en-US"/>
          </a:p>
        </p:txBody>
      </p:sp>
      <p:sp>
        <p:nvSpPr>
          <p:cNvPr id="2" name="Rectangle 1"/>
          <p:cNvSpPr>
            <a:spLocks noChangeArrowheads="1"/>
          </p:cNvSpPr>
          <p:nvPr/>
        </p:nvSpPr>
        <p:spPr bwMode="auto">
          <a:xfrm>
            <a:off x="1068824" y="3648075"/>
            <a:ext cx="5001776" cy="553998"/>
          </a:xfrm>
          <a:prstGeom prst="rect">
            <a:avLst/>
          </a:prstGeom>
          <a:solidFill>
            <a:srgbClr val="F3F5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lvl="0"/>
            <a:r>
              <a:rPr kumimoji="0" lang="en-US" altLang="en-US" sz="1000" b="0" i="0" u="none" strike="noStrike" cap="none" normalizeH="0" baseline="0" dirty="0" smtClean="0">
                <a:ln>
                  <a:noFill/>
                </a:ln>
                <a:solidFill>
                  <a:srgbClr val="0A0A0A"/>
                </a:solidFill>
                <a:effectLst/>
                <a:latin typeface="Google Sans"/>
              </a:rPr>
              <a:t>The </a:t>
            </a:r>
            <a:r>
              <a:rPr kumimoji="0" lang="en-US" altLang="en-US" sz="1000" b="0" i="0" u="none" strike="noStrike" cap="none" normalizeH="0" baseline="0" dirty="0" smtClean="0">
                <a:ln>
                  <a:noFill/>
                </a:ln>
                <a:solidFill>
                  <a:srgbClr val="0A0A0A"/>
                </a:solidFill>
                <a:effectLst/>
                <a:latin typeface="Arial Unicode MS" panose="020B0604020202020204" pitchFamily="34" charset="-128"/>
              </a:rPr>
              <a:t>-a</a:t>
            </a:r>
            <a:r>
              <a:rPr kumimoji="0" lang="en-US" altLang="en-US" sz="1000" b="0" i="0" u="none" strike="noStrike" cap="none" normalizeH="0" baseline="0" dirty="0" smtClean="0">
                <a:ln>
                  <a:noFill/>
                </a:ln>
                <a:solidFill>
                  <a:srgbClr val="0A0A0A"/>
                </a:solidFill>
                <a:effectLst/>
                <a:latin typeface="Google Sans"/>
              </a:rPr>
              <a:t> flag (append) ensures that the user is added to the new group without being removed from any other groups they are already in, while </a:t>
            </a:r>
            <a:r>
              <a:rPr kumimoji="0" lang="en-US" altLang="en-US" sz="1000" b="0" i="0" u="none" strike="noStrike" cap="none" normalizeH="0" baseline="0" dirty="0" smtClean="0">
                <a:ln>
                  <a:noFill/>
                </a:ln>
                <a:solidFill>
                  <a:srgbClr val="0A0A0A"/>
                </a:solidFill>
                <a:effectLst/>
                <a:latin typeface="Arial Unicode MS" panose="020B0604020202020204" pitchFamily="34" charset="-128"/>
              </a:rPr>
              <a:t>-G</a:t>
            </a:r>
            <a:r>
              <a:rPr kumimoji="0" lang="en-US" altLang="en-US" sz="1000" b="0" i="0" u="none" strike="noStrike" cap="none" normalizeH="0" baseline="0" dirty="0" smtClean="0">
                <a:ln>
                  <a:noFill/>
                </a:ln>
                <a:solidFill>
                  <a:srgbClr val="0A0A0A"/>
                </a:solidFill>
                <a:effectLst/>
                <a:latin typeface="Google Sans"/>
              </a:rPr>
              <a:t> specifies the secondary group(s) to modify. </a:t>
            </a:r>
            <a:r>
              <a:rPr kumimoji="0" lang="en-US" altLang="en-US" sz="1000" b="0" i="0" u="none" strike="noStrike" cap="none" normalizeH="0" baseline="0" dirty="0" smtClean="0">
                <a:ln>
                  <a:noFill/>
                </a:ln>
                <a:solidFill>
                  <a:schemeClr val="tx1"/>
                </a:solidFill>
                <a:effectLst/>
              </a:rPr>
              <a:t> </a:t>
            </a:r>
            <a:endParaRPr lang="en-US" altLang="en-US" sz="10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2700" y="523875"/>
            <a:ext cx="5991860" cy="4078039"/>
          </a:xfrm>
          <a:prstGeom prst="rect">
            <a:avLst/>
          </a:prstGeom>
        </p:spPr>
        <p:txBody>
          <a:bodyPr vert="horz" wrap="square" lIns="0" tIns="12700" rIns="0" bIns="0" rtlCol="0">
            <a:spAutoFit/>
          </a:bodyPr>
          <a:lstStyle/>
          <a:p>
            <a:pPr marL="349250" indent="-228600">
              <a:lnSpc>
                <a:spcPct val="100000"/>
              </a:lnSpc>
              <a:spcBef>
                <a:spcPts val="100"/>
              </a:spcBef>
              <a:buFont typeface="Arial" panose="020B0604020202020204" pitchFamily="34" charset="0"/>
              <a:buChar char="•"/>
            </a:pPr>
            <a:r>
              <a:rPr b="1" dirty="0" smtClean="0">
                <a:solidFill>
                  <a:srgbClr val="FF0000"/>
                </a:solidFill>
                <a:latin typeface="Times New Roman"/>
                <a:cs typeface="Times New Roman"/>
              </a:rPr>
              <a:t>S</a:t>
            </a:r>
            <a:r>
              <a:rPr lang="en-US" b="1" dirty="0" smtClean="0">
                <a:solidFill>
                  <a:srgbClr val="FF0000"/>
                </a:solidFill>
                <a:latin typeface="Times New Roman"/>
                <a:cs typeface="Times New Roman"/>
              </a:rPr>
              <a:t>e</a:t>
            </a:r>
            <a:r>
              <a:rPr b="1" dirty="0" smtClean="0">
                <a:solidFill>
                  <a:srgbClr val="FF0000"/>
                </a:solidFill>
                <a:latin typeface="Times New Roman"/>
                <a:cs typeface="Times New Roman"/>
              </a:rPr>
              <a:t>ttin</a:t>
            </a:r>
            <a:r>
              <a:rPr lang="en-US" b="1" dirty="0" smtClean="0">
                <a:solidFill>
                  <a:srgbClr val="FF0000"/>
                </a:solidFill>
                <a:latin typeface="Times New Roman"/>
                <a:cs typeface="Times New Roman"/>
              </a:rPr>
              <a:t>g</a:t>
            </a:r>
            <a:r>
              <a:rPr b="1" spc="290" dirty="0" smtClean="0">
                <a:solidFill>
                  <a:srgbClr val="FF0000"/>
                </a:solidFill>
                <a:latin typeface="Times New Roman"/>
                <a:cs typeface="Times New Roman"/>
              </a:rPr>
              <a:t> </a:t>
            </a:r>
            <a:r>
              <a:rPr b="1" dirty="0">
                <a:solidFill>
                  <a:srgbClr val="FF0000"/>
                </a:solidFill>
                <a:latin typeface="Times New Roman"/>
                <a:cs typeface="Times New Roman"/>
              </a:rPr>
              <a:t>User</a:t>
            </a:r>
            <a:r>
              <a:rPr b="1" spc="270" dirty="0">
                <a:solidFill>
                  <a:srgbClr val="FF0000"/>
                </a:solidFill>
                <a:latin typeface="Times New Roman"/>
                <a:cs typeface="Times New Roman"/>
              </a:rPr>
              <a:t> </a:t>
            </a:r>
            <a:r>
              <a:rPr b="1" dirty="0" smtClean="0">
                <a:solidFill>
                  <a:srgbClr val="FF0000"/>
                </a:solidFill>
                <a:latin typeface="Times New Roman"/>
                <a:cs typeface="Times New Roman"/>
              </a:rPr>
              <a:t>P</a:t>
            </a:r>
            <a:r>
              <a:rPr lang="en-US" b="1" dirty="0" smtClean="0">
                <a:solidFill>
                  <a:srgbClr val="FF0000"/>
                </a:solidFill>
                <a:latin typeface="Times New Roman"/>
                <a:cs typeface="Times New Roman"/>
              </a:rPr>
              <a:t>e</a:t>
            </a:r>
            <a:r>
              <a:rPr b="1" dirty="0" smtClean="0">
                <a:solidFill>
                  <a:srgbClr val="FF0000"/>
                </a:solidFill>
                <a:latin typeface="Times New Roman"/>
                <a:cs typeface="Times New Roman"/>
              </a:rPr>
              <a:t>rmiss</a:t>
            </a:r>
            <a:r>
              <a:rPr lang="en-US" b="1" dirty="0" smtClean="0">
                <a:solidFill>
                  <a:srgbClr val="FF0000"/>
                </a:solidFill>
                <a:latin typeface="Times New Roman"/>
                <a:cs typeface="Times New Roman"/>
              </a:rPr>
              <a:t>io</a:t>
            </a:r>
            <a:r>
              <a:rPr b="1" dirty="0" smtClean="0">
                <a:solidFill>
                  <a:srgbClr val="FF0000"/>
                </a:solidFill>
                <a:latin typeface="Times New Roman"/>
                <a:cs typeface="Times New Roman"/>
              </a:rPr>
              <a:t>ns</a:t>
            </a:r>
            <a:r>
              <a:rPr sz="1450" dirty="0">
                <a:solidFill>
                  <a:schemeClr val="tx1"/>
                </a:solidFill>
                <a:latin typeface="Times New Roman"/>
                <a:cs typeface="Times New Roman"/>
              </a:rPr>
              <a:t>:</a:t>
            </a:r>
            <a:r>
              <a:rPr sz="1450" spc="254" dirty="0">
                <a:solidFill>
                  <a:schemeClr val="tx1"/>
                </a:solidFill>
                <a:latin typeface="Times New Roman"/>
                <a:cs typeface="Times New Roman"/>
              </a:rPr>
              <a:t> </a:t>
            </a:r>
            <a:r>
              <a:rPr sz="1450" spc="-50" dirty="0" smtClean="0">
                <a:solidFill>
                  <a:schemeClr val="tx1"/>
                </a:solidFill>
                <a:latin typeface="Times New Roman"/>
                <a:cs typeface="Times New Roman"/>
              </a:rPr>
              <a:t>to</a:t>
            </a:r>
            <a:r>
              <a:rPr sz="1450" spc="-20" dirty="0" smtClean="0">
                <a:solidFill>
                  <a:schemeClr val="tx1"/>
                </a:solidFill>
                <a:latin typeface="Times New Roman"/>
                <a:cs typeface="Times New Roman"/>
              </a:rPr>
              <a:t> </a:t>
            </a:r>
            <a:r>
              <a:rPr sz="1450" dirty="0">
                <a:solidFill>
                  <a:schemeClr val="tx1"/>
                </a:solidFill>
                <a:latin typeface="Times New Roman"/>
                <a:cs typeface="Times New Roman"/>
              </a:rPr>
              <a:t>set</a:t>
            </a:r>
            <a:r>
              <a:rPr sz="1450" spc="95" dirty="0">
                <a:solidFill>
                  <a:schemeClr val="tx1"/>
                </a:solidFill>
                <a:latin typeface="Times New Roman"/>
                <a:cs typeface="Times New Roman"/>
              </a:rPr>
              <a:t> </a:t>
            </a:r>
            <a:r>
              <a:rPr sz="1450" dirty="0" smtClean="0">
                <a:solidFill>
                  <a:schemeClr val="tx1"/>
                </a:solidFill>
                <a:latin typeface="Times New Roman"/>
                <a:cs typeface="Times New Roman"/>
              </a:rPr>
              <a:t>pe</a:t>
            </a:r>
            <a:r>
              <a:rPr lang="en-US" sz="1450" dirty="0" smtClean="0">
                <a:solidFill>
                  <a:schemeClr val="tx1"/>
                </a:solidFill>
                <a:latin typeface="Times New Roman"/>
                <a:cs typeface="Times New Roman"/>
              </a:rPr>
              <a:t>r</a:t>
            </a:r>
            <a:r>
              <a:rPr sz="1450" dirty="0" smtClean="0">
                <a:solidFill>
                  <a:schemeClr val="tx1"/>
                </a:solidFill>
                <a:latin typeface="Times New Roman"/>
                <a:cs typeface="Times New Roman"/>
              </a:rPr>
              <a:t>missions</a:t>
            </a:r>
            <a:r>
              <a:rPr lang="en-US" sz="1450" dirty="0" smtClean="0">
                <a:solidFill>
                  <a:schemeClr val="tx1"/>
                </a:solidFill>
                <a:latin typeface="Times New Roman"/>
                <a:cs typeface="Times New Roman"/>
              </a:rPr>
              <a:t> </a:t>
            </a:r>
            <a:r>
              <a:rPr sz="1450" dirty="0" smtClean="0">
                <a:solidFill>
                  <a:schemeClr val="tx1"/>
                </a:solidFill>
                <a:latin typeface="Times New Roman"/>
                <a:cs typeface="Times New Roman"/>
              </a:rPr>
              <a:t>for</a:t>
            </a:r>
            <a:r>
              <a:rPr sz="1450" spc="185" dirty="0" smtClean="0">
                <a:solidFill>
                  <a:schemeClr val="tx1"/>
                </a:solidFill>
                <a:latin typeface="Times New Roman"/>
                <a:cs typeface="Times New Roman"/>
              </a:rPr>
              <a:t> </a:t>
            </a:r>
            <a:r>
              <a:rPr lang="en-US" sz="1450" dirty="0" smtClean="0">
                <a:solidFill>
                  <a:schemeClr val="tx1"/>
                </a:solidFill>
                <a:latin typeface="Times New Roman"/>
                <a:cs typeface="Times New Roman"/>
              </a:rPr>
              <a:t>a</a:t>
            </a:r>
            <a:r>
              <a:rPr sz="1450" spc="95" dirty="0" smtClean="0">
                <a:solidFill>
                  <a:schemeClr val="tx1"/>
                </a:solidFill>
                <a:latin typeface="Times New Roman"/>
                <a:cs typeface="Times New Roman"/>
              </a:rPr>
              <a:t> </a:t>
            </a:r>
            <a:r>
              <a:rPr sz="1450" dirty="0">
                <a:solidFill>
                  <a:schemeClr val="tx1"/>
                </a:solidFill>
                <a:latin typeface="Times New Roman"/>
                <a:cs typeface="Times New Roman"/>
              </a:rPr>
              <a:t>file</a:t>
            </a:r>
            <a:r>
              <a:rPr sz="1450" spc="90" dirty="0">
                <a:solidFill>
                  <a:schemeClr val="tx1"/>
                </a:solidFill>
                <a:latin typeface="Times New Roman"/>
                <a:cs typeface="Times New Roman"/>
              </a:rPr>
              <a:t> </a:t>
            </a:r>
            <a:r>
              <a:rPr sz="1450" dirty="0">
                <a:solidFill>
                  <a:schemeClr val="tx1"/>
                </a:solidFill>
                <a:latin typeface="Times New Roman"/>
                <a:cs typeface="Times New Roman"/>
              </a:rPr>
              <a:t>or</a:t>
            </a:r>
            <a:r>
              <a:rPr sz="1450" spc="265" dirty="0">
                <a:solidFill>
                  <a:schemeClr val="tx1"/>
                </a:solidFill>
                <a:latin typeface="Times New Roman"/>
                <a:cs typeface="Times New Roman"/>
              </a:rPr>
              <a:t> </a:t>
            </a:r>
            <a:r>
              <a:rPr sz="1450" dirty="0">
                <a:solidFill>
                  <a:schemeClr val="tx1"/>
                </a:solidFill>
                <a:latin typeface="Times New Roman"/>
                <a:cs typeface="Times New Roman"/>
              </a:rPr>
              <a:t>directory,</a:t>
            </a:r>
            <a:r>
              <a:rPr sz="1450" spc="260" dirty="0">
                <a:solidFill>
                  <a:schemeClr val="tx1"/>
                </a:solidFill>
                <a:latin typeface="Times New Roman"/>
                <a:cs typeface="Times New Roman"/>
              </a:rPr>
              <a:t> </a:t>
            </a:r>
            <a:r>
              <a:rPr sz="1450" spc="-25" dirty="0" smtClean="0">
                <a:solidFill>
                  <a:schemeClr val="tx1"/>
                </a:solidFill>
                <a:latin typeface="Times New Roman"/>
                <a:cs typeface="Times New Roman"/>
              </a:rPr>
              <a:t>you</a:t>
            </a:r>
            <a:r>
              <a:rPr lang="en-US" sz="1450" spc="-25" dirty="0" smtClean="0">
                <a:solidFill>
                  <a:schemeClr val="tx1"/>
                </a:solidFill>
                <a:latin typeface="Times New Roman"/>
                <a:cs typeface="Times New Roman"/>
              </a:rPr>
              <a:t> </a:t>
            </a:r>
            <a:r>
              <a:rPr sz="1500" dirty="0" smtClean="0">
                <a:solidFill>
                  <a:schemeClr val="tx1"/>
                </a:solidFill>
                <a:latin typeface="Times New Roman"/>
                <a:cs typeface="Times New Roman"/>
              </a:rPr>
              <a:t>can</a:t>
            </a:r>
            <a:r>
              <a:rPr sz="1500" spc="65" dirty="0" smtClean="0">
                <a:solidFill>
                  <a:schemeClr val="tx1"/>
                </a:solidFill>
                <a:latin typeface="Times New Roman"/>
                <a:cs typeface="Times New Roman"/>
              </a:rPr>
              <a:t> </a:t>
            </a:r>
            <a:r>
              <a:rPr sz="1500" dirty="0">
                <a:solidFill>
                  <a:schemeClr val="tx1"/>
                </a:solidFill>
                <a:latin typeface="Times New Roman"/>
                <a:cs typeface="Times New Roman"/>
              </a:rPr>
              <a:t>use</a:t>
            </a:r>
            <a:r>
              <a:rPr sz="1500" spc="15" dirty="0">
                <a:solidFill>
                  <a:schemeClr val="tx1"/>
                </a:solidFill>
                <a:latin typeface="Times New Roman"/>
                <a:cs typeface="Times New Roman"/>
              </a:rPr>
              <a:t> </a:t>
            </a:r>
            <a:r>
              <a:rPr sz="1500" dirty="0">
                <a:solidFill>
                  <a:schemeClr val="tx1"/>
                </a:solidFill>
                <a:latin typeface="Times New Roman"/>
                <a:cs typeface="Times New Roman"/>
              </a:rPr>
              <a:t>the</a:t>
            </a:r>
            <a:r>
              <a:rPr sz="1500" spc="-20" dirty="0">
                <a:solidFill>
                  <a:schemeClr val="tx1"/>
                </a:solidFill>
                <a:latin typeface="Times New Roman"/>
                <a:cs typeface="Times New Roman"/>
              </a:rPr>
              <a:t> </a:t>
            </a:r>
            <a:r>
              <a:rPr sz="1500" b="1" dirty="0" err="1" smtClean="0">
                <a:solidFill>
                  <a:srgbClr val="FF0000"/>
                </a:solidFill>
                <a:latin typeface="Times New Roman"/>
                <a:cs typeface="Times New Roman"/>
              </a:rPr>
              <a:t>chm</a:t>
            </a:r>
            <a:r>
              <a:rPr lang="en-US" sz="1500" b="1" dirty="0" err="1" smtClean="0">
                <a:solidFill>
                  <a:srgbClr val="FF0000"/>
                </a:solidFill>
                <a:latin typeface="Times New Roman"/>
                <a:cs typeface="Times New Roman"/>
              </a:rPr>
              <a:t>o</a:t>
            </a:r>
            <a:r>
              <a:rPr sz="1500" b="1" dirty="0" err="1" smtClean="0">
                <a:solidFill>
                  <a:srgbClr val="FF0000"/>
                </a:solidFill>
                <a:latin typeface="Times New Roman"/>
                <a:cs typeface="Times New Roman"/>
              </a:rPr>
              <a:t>d</a:t>
            </a:r>
            <a:r>
              <a:rPr sz="1500" spc="145" dirty="0" smtClean="0">
                <a:solidFill>
                  <a:schemeClr val="tx1"/>
                </a:solidFill>
                <a:latin typeface="Times New Roman"/>
                <a:cs typeface="Times New Roman"/>
              </a:rPr>
              <a:t> </a:t>
            </a:r>
            <a:r>
              <a:rPr sz="1500" spc="-10" dirty="0">
                <a:solidFill>
                  <a:schemeClr val="tx1"/>
                </a:solidFill>
                <a:latin typeface="Times New Roman"/>
                <a:cs typeface="Times New Roman"/>
              </a:rPr>
              <a:t>command</a:t>
            </a:r>
            <a:endParaRPr sz="1500" dirty="0">
              <a:solidFill>
                <a:schemeClr val="tx1"/>
              </a:solidFill>
              <a:latin typeface="Times New Roman"/>
              <a:cs typeface="Times New Roman"/>
            </a:endParaRPr>
          </a:p>
          <a:p>
            <a:pPr marL="349250" indent="-228600">
              <a:lnSpc>
                <a:spcPct val="100000"/>
              </a:lnSpc>
              <a:spcBef>
                <a:spcPts val="1060"/>
              </a:spcBef>
              <a:buClr>
                <a:srgbClr val="FF0C00"/>
              </a:buClr>
              <a:buFont typeface="Arial" panose="020B0604020202020204" pitchFamily="34" charset="0"/>
              <a:buChar char="•"/>
              <a:tabLst>
                <a:tab pos="964565" algn="l"/>
              </a:tabLst>
            </a:pPr>
            <a:r>
              <a:rPr lang="en-US" sz="1500" b="1" dirty="0" err="1">
                <a:solidFill>
                  <a:srgbClr val="FF0000"/>
                </a:solidFill>
                <a:latin typeface="Times New Roman"/>
                <a:cs typeface="Times New Roman"/>
              </a:rPr>
              <a:t>c</a:t>
            </a:r>
            <a:r>
              <a:rPr sz="1500" b="1" dirty="0" err="1" smtClean="0">
                <a:solidFill>
                  <a:srgbClr val="FF0000"/>
                </a:solidFill>
                <a:latin typeface="Times New Roman"/>
                <a:cs typeface="Times New Roman"/>
              </a:rPr>
              <a:t>hmod</a:t>
            </a:r>
            <a:r>
              <a:rPr sz="1500" b="1" spc="175" dirty="0" smtClean="0">
                <a:solidFill>
                  <a:srgbClr val="FF0000"/>
                </a:solidFill>
                <a:latin typeface="Times New Roman"/>
                <a:cs typeface="Times New Roman"/>
              </a:rPr>
              <a:t> </a:t>
            </a:r>
            <a:r>
              <a:rPr sz="1500" b="1" dirty="0">
                <a:solidFill>
                  <a:srgbClr val="FF0000"/>
                </a:solidFill>
                <a:latin typeface="Times New Roman"/>
                <a:cs typeface="Times New Roman"/>
              </a:rPr>
              <a:t>[</a:t>
            </a:r>
            <a:r>
              <a:rPr sz="1500" b="1" dirty="0" smtClean="0">
                <a:solidFill>
                  <a:srgbClr val="FF0000"/>
                </a:solidFill>
                <a:latin typeface="Times New Roman"/>
                <a:cs typeface="Times New Roman"/>
              </a:rPr>
              <a:t>p</a:t>
            </a:r>
            <a:r>
              <a:rPr lang="en-US" sz="1500" b="1" dirty="0" smtClean="0">
                <a:solidFill>
                  <a:srgbClr val="FF0000"/>
                </a:solidFill>
                <a:latin typeface="Times New Roman"/>
                <a:cs typeface="Times New Roman"/>
              </a:rPr>
              <a:t>e</a:t>
            </a:r>
            <a:r>
              <a:rPr sz="1500" b="1" dirty="0" smtClean="0">
                <a:solidFill>
                  <a:srgbClr val="FF0000"/>
                </a:solidFill>
                <a:latin typeface="Times New Roman"/>
                <a:cs typeface="Times New Roman"/>
              </a:rPr>
              <a:t>r</a:t>
            </a:r>
            <a:r>
              <a:rPr lang="en-US" sz="1500" b="1" dirty="0" smtClean="0">
                <a:solidFill>
                  <a:srgbClr val="FF0000"/>
                </a:solidFill>
                <a:latin typeface="Times New Roman"/>
                <a:cs typeface="Times New Roman"/>
              </a:rPr>
              <a:t>m</a:t>
            </a:r>
            <a:r>
              <a:rPr sz="1500" b="1" dirty="0" smtClean="0">
                <a:solidFill>
                  <a:srgbClr val="FF0000"/>
                </a:solidFill>
                <a:latin typeface="Times New Roman"/>
                <a:cs typeface="Times New Roman"/>
              </a:rPr>
              <a:t>issi</a:t>
            </a:r>
            <a:r>
              <a:rPr lang="en-US" sz="1500" b="1" dirty="0" smtClean="0">
                <a:solidFill>
                  <a:srgbClr val="FF0000"/>
                </a:solidFill>
                <a:latin typeface="Times New Roman"/>
                <a:cs typeface="Times New Roman"/>
              </a:rPr>
              <a:t>o</a:t>
            </a:r>
            <a:r>
              <a:rPr sz="1500" b="1" dirty="0" smtClean="0">
                <a:solidFill>
                  <a:srgbClr val="FF0000"/>
                </a:solidFill>
                <a:latin typeface="Times New Roman"/>
                <a:cs typeface="Times New Roman"/>
              </a:rPr>
              <a:t>ns</a:t>
            </a:r>
            <a:r>
              <a:rPr sz="1500" b="1" dirty="0">
                <a:solidFill>
                  <a:srgbClr val="FF0000"/>
                </a:solidFill>
                <a:latin typeface="Times New Roman"/>
                <a:cs typeface="Times New Roman"/>
              </a:rPr>
              <a:t>]</a:t>
            </a:r>
            <a:r>
              <a:rPr sz="1500" b="1" spc="110" dirty="0">
                <a:solidFill>
                  <a:srgbClr val="FF0000"/>
                </a:solidFill>
                <a:latin typeface="Times New Roman"/>
                <a:cs typeface="Times New Roman"/>
              </a:rPr>
              <a:t> </a:t>
            </a:r>
            <a:r>
              <a:rPr sz="1500" b="1" spc="-10" dirty="0">
                <a:solidFill>
                  <a:srgbClr val="FF0000"/>
                </a:solidFill>
                <a:latin typeface="Times New Roman"/>
                <a:cs typeface="Times New Roman"/>
              </a:rPr>
              <a:t>filename</a:t>
            </a:r>
            <a:endParaRPr sz="1500" b="1" dirty="0">
              <a:solidFill>
                <a:srgbClr val="FF0000"/>
              </a:solidFill>
              <a:latin typeface="Times New Roman"/>
              <a:cs typeface="Times New Roman"/>
            </a:endParaRPr>
          </a:p>
          <a:p>
            <a:pPr marL="349250" marR="182880" indent="-228600">
              <a:lnSpc>
                <a:spcPts val="2850"/>
              </a:lnSpc>
              <a:spcBef>
                <a:spcPts val="275"/>
              </a:spcBef>
              <a:buFont typeface="Arial" panose="020B0604020202020204" pitchFamily="34" charset="0"/>
              <a:buChar char="•"/>
            </a:pPr>
            <a:r>
              <a:rPr sz="1450" b="1" dirty="0" smtClean="0">
                <a:solidFill>
                  <a:srgbClr val="FF0000"/>
                </a:solidFill>
                <a:latin typeface="Times New Roman"/>
                <a:cs typeface="Times New Roman"/>
              </a:rPr>
              <a:t>S</a:t>
            </a:r>
            <a:r>
              <a:rPr lang="en-US" sz="1450" b="1" dirty="0" smtClean="0">
                <a:solidFill>
                  <a:srgbClr val="FF0000"/>
                </a:solidFill>
                <a:latin typeface="Times New Roman"/>
                <a:cs typeface="Times New Roman"/>
              </a:rPr>
              <a:t>e</a:t>
            </a:r>
            <a:r>
              <a:rPr sz="1450" b="1" dirty="0" smtClean="0">
                <a:solidFill>
                  <a:srgbClr val="FF0000"/>
                </a:solidFill>
                <a:latin typeface="Times New Roman"/>
                <a:cs typeface="Times New Roman"/>
              </a:rPr>
              <a:t>ttin</a:t>
            </a:r>
            <a:r>
              <a:rPr lang="en-US" sz="1450" b="1" dirty="0" smtClean="0">
                <a:solidFill>
                  <a:srgbClr val="FF0000"/>
                </a:solidFill>
                <a:latin typeface="Times New Roman"/>
                <a:cs typeface="Times New Roman"/>
              </a:rPr>
              <a:t>g</a:t>
            </a:r>
            <a:r>
              <a:rPr sz="1450" b="1" spc="75" dirty="0" smtClean="0">
                <a:solidFill>
                  <a:srgbClr val="FF0000"/>
                </a:solidFill>
                <a:latin typeface="Times New Roman"/>
                <a:cs typeface="Times New Roman"/>
              </a:rPr>
              <a:t> </a:t>
            </a:r>
            <a:r>
              <a:rPr lang="en-US" sz="1450" b="1" spc="-195" dirty="0" smtClean="0">
                <a:solidFill>
                  <a:srgbClr val="FF0000"/>
                </a:solidFill>
                <a:latin typeface="Times New Roman"/>
                <a:cs typeface="Times New Roman"/>
              </a:rPr>
              <a:t>U</a:t>
            </a:r>
            <a:r>
              <a:rPr sz="1450" b="1" dirty="0" smtClean="0">
                <a:solidFill>
                  <a:srgbClr val="FF0000"/>
                </a:solidFill>
                <a:latin typeface="Times New Roman"/>
                <a:cs typeface="Times New Roman"/>
              </a:rPr>
              <a:t>ser</a:t>
            </a:r>
            <a:r>
              <a:rPr sz="1450" b="1" spc="114" dirty="0" smtClean="0">
                <a:solidFill>
                  <a:srgbClr val="FF0000"/>
                </a:solidFill>
                <a:latin typeface="Times New Roman"/>
                <a:cs typeface="Times New Roman"/>
              </a:rPr>
              <a:t> </a:t>
            </a:r>
            <a:r>
              <a:rPr sz="1450" b="1" dirty="0" smtClean="0">
                <a:solidFill>
                  <a:srgbClr val="FF0000"/>
                </a:solidFill>
                <a:latin typeface="Times New Roman"/>
                <a:cs typeface="Times New Roman"/>
              </a:rPr>
              <a:t>Qu</a:t>
            </a:r>
            <a:r>
              <a:rPr lang="en-US" sz="1450" b="1" dirty="0" smtClean="0">
                <a:solidFill>
                  <a:srgbClr val="FF0000"/>
                </a:solidFill>
                <a:latin typeface="Times New Roman"/>
                <a:cs typeface="Times New Roman"/>
              </a:rPr>
              <a:t>otas</a:t>
            </a:r>
            <a:r>
              <a:rPr sz="1450" dirty="0" smtClean="0">
                <a:solidFill>
                  <a:schemeClr val="tx1"/>
                </a:solidFill>
                <a:latin typeface="Times New Roman"/>
                <a:cs typeface="Times New Roman"/>
              </a:rPr>
              <a:t>:</a:t>
            </a:r>
            <a:r>
              <a:rPr lang="en-US" sz="1450" dirty="0" smtClean="0">
                <a:solidFill>
                  <a:schemeClr val="tx1"/>
                </a:solidFill>
                <a:latin typeface="Times New Roman"/>
                <a:cs typeface="Times New Roman"/>
              </a:rPr>
              <a:t> </a:t>
            </a:r>
            <a:r>
              <a:rPr sz="1450" dirty="0" smtClean="0">
                <a:solidFill>
                  <a:schemeClr val="tx1"/>
                </a:solidFill>
                <a:latin typeface="Times New Roman"/>
                <a:cs typeface="Times New Roman"/>
              </a:rPr>
              <a:t>y</a:t>
            </a:r>
            <a:r>
              <a:rPr lang="en-US" sz="1450" dirty="0" smtClean="0">
                <a:solidFill>
                  <a:schemeClr val="tx1"/>
                </a:solidFill>
                <a:latin typeface="Times New Roman"/>
                <a:cs typeface="Times New Roman"/>
              </a:rPr>
              <a:t>o</a:t>
            </a:r>
            <a:r>
              <a:rPr sz="1450" dirty="0" smtClean="0">
                <a:solidFill>
                  <a:schemeClr val="tx1"/>
                </a:solidFill>
                <a:latin typeface="Times New Roman"/>
                <a:cs typeface="Times New Roman"/>
              </a:rPr>
              <a:t>u</a:t>
            </a:r>
            <a:r>
              <a:rPr sz="1450" spc="125" dirty="0" smtClean="0">
                <a:solidFill>
                  <a:schemeClr val="tx1"/>
                </a:solidFill>
                <a:latin typeface="Times New Roman"/>
                <a:cs typeface="Times New Roman"/>
              </a:rPr>
              <a:t> </a:t>
            </a:r>
            <a:r>
              <a:rPr sz="1450" dirty="0">
                <a:solidFill>
                  <a:schemeClr val="tx1"/>
                </a:solidFill>
                <a:latin typeface="Times New Roman"/>
                <a:cs typeface="Times New Roman"/>
              </a:rPr>
              <a:t>can</a:t>
            </a:r>
            <a:r>
              <a:rPr sz="1450" spc="-120" dirty="0">
                <a:solidFill>
                  <a:schemeClr val="tx1"/>
                </a:solidFill>
                <a:latin typeface="Times New Roman"/>
                <a:cs typeface="Times New Roman"/>
              </a:rPr>
              <a:t> </a:t>
            </a:r>
            <a:r>
              <a:rPr sz="1450" dirty="0" smtClean="0">
                <a:solidFill>
                  <a:schemeClr val="tx1"/>
                </a:solidFill>
                <a:latin typeface="Times New Roman"/>
                <a:cs typeface="Times New Roman"/>
              </a:rPr>
              <a:t>set</a:t>
            </a:r>
            <a:r>
              <a:rPr sz="1450" spc="130" dirty="0" smtClean="0">
                <a:solidFill>
                  <a:schemeClr val="tx1"/>
                </a:solidFill>
                <a:latin typeface="Times New Roman"/>
                <a:cs typeface="Times New Roman"/>
              </a:rPr>
              <a:t> </a:t>
            </a:r>
            <a:r>
              <a:rPr sz="1450" b="1" dirty="0">
                <a:solidFill>
                  <a:srgbClr val="FF0000"/>
                </a:solidFill>
                <a:latin typeface="Times New Roman"/>
                <a:cs typeface="Times New Roman"/>
              </a:rPr>
              <a:t>disk</a:t>
            </a:r>
            <a:r>
              <a:rPr sz="1450" b="1" spc="140" dirty="0">
                <a:solidFill>
                  <a:srgbClr val="FF0000"/>
                </a:solidFill>
                <a:latin typeface="Times New Roman"/>
                <a:cs typeface="Times New Roman"/>
              </a:rPr>
              <a:t> </a:t>
            </a:r>
            <a:r>
              <a:rPr sz="1450" b="1" dirty="0" smtClean="0">
                <a:solidFill>
                  <a:srgbClr val="FF0000"/>
                </a:solidFill>
                <a:latin typeface="Times New Roman"/>
                <a:cs typeface="Times New Roman"/>
              </a:rPr>
              <a:t>quotas</a:t>
            </a:r>
            <a:r>
              <a:rPr sz="1450" b="1" spc="-75" dirty="0" smtClean="0">
                <a:solidFill>
                  <a:srgbClr val="FF0000"/>
                </a:solidFill>
                <a:latin typeface="Times New Roman"/>
                <a:cs typeface="Times New Roman"/>
              </a:rPr>
              <a:t> </a:t>
            </a:r>
            <a:r>
              <a:rPr sz="1450" dirty="0">
                <a:solidFill>
                  <a:schemeClr val="tx1"/>
                </a:solidFill>
                <a:latin typeface="Times New Roman"/>
                <a:cs typeface="Times New Roman"/>
              </a:rPr>
              <a:t>to</a:t>
            </a:r>
            <a:r>
              <a:rPr sz="1450" spc="225" dirty="0">
                <a:solidFill>
                  <a:schemeClr val="tx1"/>
                </a:solidFill>
                <a:latin typeface="Times New Roman"/>
                <a:cs typeface="Times New Roman"/>
              </a:rPr>
              <a:t> </a:t>
            </a:r>
            <a:r>
              <a:rPr sz="1450" dirty="0">
                <a:solidFill>
                  <a:schemeClr val="tx1"/>
                </a:solidFill>
                <a:latin typeface="Times New Roman"/>
                <a:cs typeface="Times New Roman"/>
              </a:rPr>
              <a:t>limit</a:t>
            </a:r>
            <a:r>
              <a:rPr sz="1450" spc="190" dirty="0">
                <a:solidFill>
                  <a:schemeClr val="tx1"/>
                </a:solidFill>
                <a:latin typeface="Times New Roman"/>
                <a:cs typeface="Times New Roman"/>
              </a:rPr>
              <a:t> </a:t>
            </a:r>
            <a:r>
              <a:rPr sz="1450" dirty="0" smtClean="0">
                <a:solidFill>
                  <a:schemeClr val="tx1"/>
                </a:solidFill>
                <a:latin typeface="Times New Roman"/>
                <a:cs typeface="Times New Roman"/>
              </a:rPr>
              <a:t>th</a:t>
            </a:r>
            <a:r>
              <a:rPr lang="en-US" sz="1450" dirty="0" smtClean="0">
                <a:solidFill>
                  <a:schemeClr val="tx1"/>
                </a:solidFill>
                <a:latin typeface="Times New Roman"/>
                <a:cs typeface="Times New Roman"/>
              </a:rPr>
              <a:t>e</a:t>
            </a:r>
            <a:r>
              <a:rPr sz="1450" spc="95" dirty="0" smtClean="0">
                <a:solidFill>
                  <a:schemeClr val="tx1"/>
                </a:solidFill>
                <a:latin typeface="Times New Roman"/>
                <a:cs typeface="Times New Roman"/>
              </a:rPr>
              <a:t> </a:t>
            </a:r>
            <a:r>
              <a:rPr lang="en-US" sz="1450" dirty="0" smtClean="0">
                <a:solidFill>
                  <a:schemeClr val="tx1"/>
                </a:solidFill>
                <a:latin typeface="Times New Roman"/>
                <a:cs typeface="Times New Roman"/>
              </a:rPr>
              <a:t>amount </a:t>
            </a:r>
            <a:r>
              <a:rPr sz="1450" spc="-25" dirty="0" smtClean="0">
                <a:solidFill>
                  <a:schemeClr val="tx1"/>
                </a:solidFill>
                <a:latin typeface="Times New Roman"/>
                <a:cs typeface="Times New Roman"/>
              </a:rPr>
              <a:t>of </a:t>
            </a:r>
            <a:r>
              <a:rPr sz="1450" dirty="0">
                <a:solidFill>
                  <a:schemeClr val="tx1"/>
                </a:solidFill>
                <a:latin typeface="Times New Roman"/>
                <a:cs typeface="Times New Roman"/>
              </a:rPr>
              <a:t>disk</a:t>
            </a:r>
            <a:r>
              <a:rPr sz="1450" spc="170" dirty="0">
                <a:solidFill>
                  <a:schemeClr val="tx1"/>
                </a:solidFill>
                <a:latin typeface="Times New Roman"/>
                <a:cs typeface="Times New Roman"/>
              </a:rPr>
              <a:t> </a:t>
            </a:r>
            <a:r>
              <a:rPr sz="1450" dirty="0">
                <a:solidFill>
                  <a:schemeClr val="tx1"/>
                </a:solidFill>
                <a:latin typeface="Times New Roman"/>
                <a:cs typeface="Times New Roman"/>
              </a:rPr>
              <a:t>spsce</a:t>
            </a:r>
            <a:r>
              <a:rPr sz="1450" spc="175" dirty="0">
                <a:solidFill>
                  <a:schemeClr val="tx1"/>
                </a:solidFill>
                <a:latin typeface="Times New Roman"/>
                <a:cs typeface="Times New Roman"/>
              </a:rPr>
              <a:t> </a:t>
            </a:r>
            <a:r>
              <a:rPr sz="1450" dirty="0">
                <a:solidFill>
                  <a:schemeClr val="tx1"/>
                </a:solidFill>
                <a:latin typeface="Times New Roman"/>
                <a:cs typeface="Times New Roman"/>
              </a:rPr>
              <a:t>that</a:t>
            </a:r>
            <a:r>
              <a:rPr sz="1450" spc="90" dirty="0">
                <a:solidFill>
                  <a:schemeClr val="tx1"/>
                </a:solidFill>
                <a:latin typeface="Times New Roman"/>
                <a:cs typeface="Times New Roman"/>
              </a:rPr>
              <a:t> </a:t>
            </a:r>
            <a:r>
              <a:rPr lang="en-US" sz="1450" dirty="0" smtClean="0">
                <a:solidFill>
                  <a:schemeClr val="tx1"/>
                </a:solidFill>
                <a:latin typeface="Times New Roman"/>
                <a:cs typeface="Times New Roman"/>
              </a:rPr>
              <a:t>each</a:t>
            </a:r>
            <a:r>
              <a:rPr sz="1450" spc="315" dirty="0" smtClean="0">
                <a:solidFill>
                  <a:schemeClr val="tx1"/>
                </a:solidFill>
                <a:latin typeface="Times New Roman"/>
                <a:cs typeface="Times New Roman"/>
              </a:rPr>
              <a:t> </a:t>
            </a:r>
            <a:r>
              <a:rPr sz="1450" dirty="0">
                <a:solidFill>
                  <a:schemeClr val="tx1"/>
                </a:solidFill>
                <a:latin typeface="Times New Roman"/>
                <a:cs typeface="Times New Roman"/>
              </a:rPr>
              <a:t>user</a:t>
            </a:r>
            <a:r>
              <a:rPr sz="1450" spc="120" dirty="0">
                <a:solidFill>
                  <a:schemeClr val="tx1"/>
                </a:solidFill>
                <a:latin typeface="Times New Roman"/>
                <a:cs typeface="Times New Roman"/>
              </a:rPr>
              <a:t> </a:t>
            </a:r>
            <a:r>
              <a:rPr sz="1450" dirty="0">
                <a:solidFill>
                  <a:schemeClr val="tx1"/>
                </a:solidFill>
                <a:latin typeface="Times New Roman"/>
                <a:cs typeface="Times New Roman"/>
              </a:rPr>
              <a:t>can</a:t>
            </a:r>
            <a:r>
              <a:rPr sz="1450" spc="204" dirty="0">
                <a:solidFill>
                  <a:schemeClr val="tx1"/>
                </a:solidFill>
                <a:latin typeface="Times New Roman"/>
                <a:cs typeface="Times New Roman"/>
              </a:rPr>
              <a:t> </a:t>
            </a:r>
            <a:r>
              <a:rPr sz="1450" spc="-20" dirty="0" smtClean="0">
                <a:solidFill>
                  <a:schemeClr val="tx1"/>
                </a:solidFill>
                <a:latin typeface="Times New Roman"/>
                <a:cs typeface="Times New Roman"/>
              </a:rPr>
              <a:t>us</a:t>
            </a:r>
            <a:r>
              <a:rPr lang="en-US" sz="1450" spc="-20" dirty="0" smtClean="0">
                <a:solidFill>
                  <a:schemeClr val="tx1"/>
                </a:solidFill>
                <a:latin typeface="Times New Roman"/>
                <a:cs typeface="Times New Roman"/>
              </a:rPr>
              <a:t>e</a:t>
            </a:r>
            <a:r>
              <a:rPr sz="1450" spc="-20" dirty="0" smtClean="0">
                <a:solidFill>
                  <a:schemeClr val="tx1"/>
                </a:solidFill>
                <a:latin typeface="Times New Roman"/>
                <a:cs typeface="Times New Roman"/>
              </a:rPr>
              <a:t>.</a:t>
            </a:r>
            <a:endParaRPr sz="1450" dirty="0">
              <a:solidFill>
                <a:schemeClr val="tx1"/>
              </a:solidFill>
              <a:latin typeface="Times New Roman"/>
              <a:cs typeface="Times New Roman"/>
            </a:endParaRPr>
          </a:p>
          <a:p>
            <a:pPr marL="349250" indent="-228600">
              <a:lnSpc>
                <a:spcPct val="100000"/>
              </a:lnSpc>
              <a:spcBef>
                <a:spcPts val="855"/>
              </a:spcBef>
              <a:buFont typeface="Arial" panose="020B0604020202020204" pitchFamily="34" charset="0"/>
              <a:buChar char="•"/>
            </a:pPr>
            <a:r>
              <a:rPr sz="1500" dirty="0">
                <a:solidFill>
                  <a:schemeClr val="tx1"/>
                </a:solidFill>
                <a:latin typeface="Times New Roman"/>
                <a:cs typeface="Times New Roman"/>
              </a:rPr>
              <a:t>To</a:t>
            </a:r>
            <a:r>
              <a:rPr sz="1500" spc="40" dirty="0">
                <a:solidFill>
                  <a:schemeClr val="tx1"/>
                </a:solidFill>
                <a:latin typeface="Times New Roman"/>
                <a:cs typeface="Times New Roman"/>
              </a:rPr>
              <a:t> </a:t>
            </a:r>
            <a:r>
              <a:rPr sz="1500" dirty="0">
                <a:solidFill>
                  <a:schemeClr val="tx1"/>
                </a:solidFill>
                <a:latin typeface="Times New Roman"/>
                <a:cs typeface="Times New Roman"/>
              </a:rPr>
              <a:t>set</a:t>
            </a:r>
            <a:r>
              <a:rPr sz="1500" spc="30" dirty="0">
                <a:solidFill>
                  <a:schemeClr val="tx1"/>
                </a:solidFill>
                <a:latin typeface="Times New Roman"/>
                <a:cs typeface="Times New Roman"/>
              </a:rPr>
              <a:t> </a:t>
            </a:r>
            <a:r>
              <a:rPr sz="1500" dirty="0">
                <a:solidFill>
                  <a:schemeClr val="tx1"/>
                </a:solidFill>
                <a:latin typeface="Times New Roman"/>
                <a:cs typeface="Times New Roman"/>
              </a:rPr>
              <a:t>a</a:t>
            </a:r>
            <a:r>
              <a:rPr sz="1500" spc="-50" dirty="0">
                <a:solidFill>
                  <a:schemeClr val="tx1"/>
                </a:solidFill>
                <a:latin typeface="Times New Roman"/>
                <a:cs typeface="Times New Roman"/>
              </a:rPr>
              <a:t> </a:t>
            </a:r>
            <a:r>
              <a:rPr sz="1500" dirty="0">
                <a:solidFill>
                  <a:schemeClr val="tx1"/>
                </a:solidFill>
                <a:latin typeface="Times New Roman"/>
                <a:cs typeface="Times New Roman"/>
              </a:rPr>
              <a:t>quota</a:t>
            </a:r>
            <a:r>
              <a:rPr sz="1500" spc="140" dirty="0">
                <a:solidFill>
                  <a:schemeClr val="tx1"/>
                </a:solidFill>
                <a:latin typeface="Times New Roman"/>
                <a:cs typeface="Times New Roman"/>
              </a:rPr>
              <a:t> </a:t>
            </a:r>
            <a:r>
              <a:rPr sz="1500" dirty="0">
                <a:solidFill>
                  <a:schemeClr val="tx1"/>
                </a:solidFill>
                <a:latin typeface="Times New Roman"/>
                <a:cs typeface="Times New Roman"/>
              </a:rPr>
              <a:t>for</a:t>
            </a:r>
            <a:r>
              <a:rPr sz="1500" spc="45" dirty="0">
                <a:solidFill>
                  <a:schemeClr val="tx1"/>
                </a:solidFill>
                <a:latin typeface="Times New Roman"/>
                <a:cs typeface="Times New Roman"/>
              </a:rPr>
              <a:t> </a:t>
            </a:r>
            <a:r>
              <a:rPr sz="1500" spc="-85" dirty="0" smtClean="0">
                <a:solidFill>
                  <a:schemeClr val="tx1"/>
                </a:solidFill>
                <a:latin typeface="Times New Roman"/>
                <a:cs typeface="Times New Roman"/>
              </a:rPr>
              <a:t>a</a:t>
            </a:r>
            <a:r>
              <a:rPr lang="en-US" sz="1500" spc="-85" dirty="0" smtClean="0">
                <a:solidFill>
                  <a:schemeClr val="tx1"/>
                </a:solidFill>
                <a:latin typeface="Times New Roman"/>
                <a:cs typeface="Times New Roman"/>
              </a:rPr>
              <a:t> </a:t>
            </a:r>
            <a:r>
              <a:rPr sz="1500" spc="-85" dirty="0" smtClean="0">
                <a:solidFill>
                  <a:schemeClr val="tx1"/>
                </a:solidFill>
                <a:latin typeface="Times New Roman"/>
                <a:cs typeface="Times New Roman"/>
              </a:rPr>
              <a:t>use</a:t>
            </a:r>
            <a:r>
              <a:rPr lang="en-US" sz="1500" spc="-85" dirty="0" smtClean="0">
                <a:solidFill>
                  <a:schemeClr val="tx1"/>
                </a:solidFill>
                <a:latin typeface="Times New Roman"/>
                <a:cs typeface="Times New Roman"/>
              </a:rPr>
              <a:t>r</a:t>
            </a:r>
            <a:r>
              <a:rPr sz="1500" spc="-85" dirty="0" smtClean="0">
                <a:solidFill>
                  <a:schemeClr val="tx1"/>
                </a:solidFill>
                <a:latin typeface="Times New Roman"/>
                <a:cs typeface="Times New Roman"/>
              </a:rPr>
              <a:t>,</a:t>
            </a:r>
            <a:r>
              <a:rPr sz="1500" spc="35" dirty="0" smtClean="0">
                <a:solidFill>
                  <a:schemeClr val="tx1"/>
                </a:solidFill>
                <a:latin typeface="Times New Roman"/>
                <a:cs typeface="Times New Roman"/>
              </a:rPr>
              <a:t> </a:t>
            </a:r>
            <a:r>
              <a:rPr lang="en-US" sz="1500" dirty="0" smtClean="0">
                <a:solidFill>
                  <a:schemeClr val="tx1"/>
                </a:solidFill>
                <a:latin typeface="Times New Roman"/>
                <a:cs typeface="Times New Roman"/>
              </a:rPr>
              <a:t>y</a:t>
            </a:r>
            <a:r>
              <a:rPr sz="1500" dirty="0" smtClean="0">
                <a:solidFill>
                  <a:schemeClr val="tx1"/>
                </a:solidFill>
                <a:latin typeface="Times New Roman"/>
                <a:cs typeface="Times New Roman"/>
              </a:rPr>
              <a:t>ou</a:t>
            </a:r>
            <a:r>
              <a:rPr sz="1500" spc="100" dirty="0" smtClean="0">
                <a:solidFill>
                  <a:schemeClr val="tx1"/>
                </a:solidFill>
                <a:latin typeface="Times New Roman"/>
                <a:cs typeface="Times New Roman"/>
              </a:rPr>
              <a:t>  </a:t>
            </a:r>
            <a:r>
              <a:rPr sz="1500" dirty="0">
                <a:solidFill>
                  <a:schemeClr val="tx1"/>
                </a:solidFill>
                <a:latin typeface="Times New Roman"/>
                <a:cs typeface="Times New Roman"/>
              </a:rPr>
              <a:t>can</a:t>
            </a:r>
            <a:r>
              <a:rPr sz="1500" spc="160" dirty="0">
                <a:solidFill>
                  <a:schemeClr val="tx1"/>
                </a:solidFill>
                <a:latin typeface="Times New Roman"/>
                <a:cs typeface="Times New Roman"/>
              </a:rPr>
              <a:t> </a:t>
            </a:r>
            <a:r>
              <a:rPr sz="1500" dirty="0">
                <a:solidFill>
                  <a:schemeClr val="tx1"/>
                </a:solidFill>
                <a:latin typeface="Times New Roman"/>
                <a:cs typeface="Times New Roman"/>
              </a:rPr>
              <a:t>use</a:t>
            </a:r>
            <a:r>
              <a:rPr sz="1500" spc="110" dirty="0">
                <a:solidFill>
                  <a:schemeClr val="tx1"/>
                </a:solidFill>
                <a:latin typeface="Times New Roman"/>
                <a:cs typeface="Times New Roman"/>
              </a:rPr>
              <a:t> </a:t>
            </a:r>
            <a:r>
              <a:rPr sz="1500" dirty="0">
                <a:solidFill>
                  <a:schemeClr val="tx1"/>
                </a:solidFill>
                <a:latin typeface="Times New Roman"/>
                <a:cs typeface="Times New Roman"/>
              </a:rPr>
              <a:t>the</a:t>
            </a:r>
            <a:r>
              <a:rPr sz="1500" spc="80" dirty="0">
                <a:solidFill>
                  <a:schemeClr val="tx1"/>
                </a:solidFill>
                <a:latin typeface="Times New Roman"/>
                <a:cs typeface="Times New Roman"/>
              </a:rPr>
              <a:t> </a:t>
            </a:r>
            <a:r>
              <a:rPr sz="1500" b="1" dirty="0">
                <a:solidFill>
                  <a:srgbClr val="FF0000"/>
                </a:solidFill>
                <a:latin typeface="Times New Roman"/>
                <a:cs typeface="Times New Roman"/>
              </a:rPr>
              <a:t>edquota</a:t>
            </a:r>
            <a:r>
              <a:rPr sz="1500" spc="100" dirty="0">
                <a:solidFill>
                  <a:schemeClr val="tx1"/>
                </a:solidFill>
                <a:latin typeface="Times New Roman"/>
                <a:cs typeface="Times New Roman"/>
              </a:rPr>
              <a:t> </a:t>
            </a:r>
            <a:r>
              <a:rPr sz="1500" spc="-10" dirty="0">
                <a:solidFill>
                  <a:schemeClr val="tx1"/>
                </a:solidFill>
                <a:latin typeface="Times New Roman"/>
                <a:cs typeface="Times New Roman"/>
              </a:rPr>
              <a:t>command</a:t>
            </a:r>
            <a:endParaRPr sz="1500" dirty="0">
              <a:solidFill>
                <a:schemeClr val="tx1"/>
              </a:solidFill>
              <a:latin typeface="Times New Roman"/>
              <a:cs typeface="Times New Roman"/>
            </a:endParaRPr>
          </a:p>
          <a:p>
            <a:pPr marL="806450" indent="-228600">
              <a:lnSpc>
                <a:spcPct val="100000"/>
              </a:lnSpc>
              <a:buFont typeface="Arial" panose="020B0604020202020204" pitchFamily="34" charset="0"/>
              <a:buChar char="•"/>
            </a:pPr>
            <a:r>
              <a:rPr lang="en-US" sz="1500" b="1" dirty="0" err="1" smtClean="0">
                <a:solidFill>
                  <a:srgbClr val="FF0000"/>
                </a:solidFill>
                <a:latin typeface="Times New Roman"/>
                <a:cs typeface="Times New Roman"/>
              </a:rPr>
              <a:t>edquota</a:t>
            </a:r>
            <a:r>
              <a:rPr lang="en-US" sz="1500" b="1" dirty="0" smtClean="0">
                <a:solidFill>
                  <a:srgbClr val="FF0000"/>
                </a:solidFill>
                <a:latin typeface="Times New Roman"/>
                <a:cs typeface="Times New Roman"/>
              </a:rPr>
              <a:t> </a:t>
            </a:r>
            <a:r>
              <a:rPr lang="en-US" sz="1500" dirty="0" smtClean="0">
                <a:solidFill>
                  <a:srgbClr val="FF0000"/>
                </a:solidFill>
                <a:latin typeface="Times New Roman"/>
                <a:cs typeface="Times New Roman"/>
              </a:rPr>
              <a:t>–u username</a:t>
            </a:r>
            <a:endParaRPr sz="1500" dirty="0">
              <a:solidFill>
                <a:schemeClr val="tx1"/>
              </a:solidFill>
              <a:latin typeface="Times New Roman"/>
              <a:cs typeface="Times New Roman"/>
            </a:endParaRPr>
          </a:p>
          <a:p>
            <a:pPr marL="349250" indent="-228600">
              <a:lnSpc>
                <a:spcPct val="100000"/>
              </a:lnSpc>
              <a:spcBef>
                <a:spcPts val="275"/>
              </a:spcBef>
              <a:buFont typeface="Arial" panose="020B0604020202020204" pitchFamily="34" charset="0"/>
              <a:buChar char="•"/>
            </a:pPr>
            <a:endParaRPr sz="1500" dirty="0">
              <a:solidFill>
                <a:schemeClr val="tx1"/>
              </a:solidFill>
              <a:latin typeface="Times New Roman"/>
              <a:cs typeface="Times New Roman"/>
            </a:endParaRPr>
          </a:p>
          <a:p>
            <a:pPr marL="349250" indent="-228600">
              <a:lnSpc>
                <a:spcPct val="100000"/>
              </a:lnSpc>
              <a:buFont typeface="Arial" panose="020B0604020202020204" pitchFamily="34" charset="0"/>
              <a:buChar char="•"/>
            </a:pPr>
            <a:r>
              <a:rPr sz="1450" b="1" spc="-25" dirty="0" smtClean="0">
                <a:solidFill>
                  <a:srgbClr val="FF0000"/>
                </a:solidFill>
                <a:latin typeface="Times New Roman"/>
                <a:cs typeface="Times New Roman"/>
              </a:rPr>
              <a:t>R</a:t>
            </a:r>
            <a:r>
              <a:rPr lang="en-US" sz="1450" b="1" spc="-25" dirty="0" smtClean="0">
                <a:solidFill>
                  <a:srgbClr val="FF0000"/>
                </a:solidFill>
                <a:latin typeface="Times New Roman"/>
                <a:cs typeface="Times New Roman"/>
              </a:rPr>
              <a:t>emoving</a:t>
            </a:r>
            <a:r>
              <a:rPr sz="1450" b="1" spc="100" dirty="0" smtClean="0">
                <a:solidFill>
                  <a:srgbClr val="FF0000"/>
                </a:solidFill>
                <a:latin typeface="Times New Roman"/>
                <a:cs typeface="Times New Roman"/>
              </a:rPr>
              <a:t> </a:t>
            </a:r>
            <a:r>
              <a:rPr lang="en-US" sz="1450" b="1" spc="-35" dirty="0">
                <a:solidFill>
                  <a:srgbClr val="FF0000"/>
                </a:solidFill>
                <a:latin typeface="Times New Roman"/>
                <a:cs typeface="Times New Roman"/>
              </a:rPr>
              <a:t>U</a:t>
            </a:r>
            <a:r>
              <a:rPr sz="1450" b="1" dirty="0" smtClean="0">
                <a:solidFill>
                  <a:srgbClr val="FF0000"/>
                </a:solidFill>
                <a:latin typeface="Times New Roman"/>
                <a:cs typeface="Times New Roman"/>
              </a:rPr>
              <a:t>ser</a:t>
            </a:r>
            <a:r>
              <a:rPr sz="1450" b="1" spc="415" dirty="0" smtClean="0">
                <a:solidFill>
                  <a:srgbClr val="FF0000"/>
                </a:solidFill>
                <a:latin typeface="Times New Roman"/>
                <a:cs typeface="Times New Roman"/>
              </a:rPr>
              <a:t> </a:t>
            </a:r>
            <a:r>
              <a:rPr lang="en-US" sz="1450" b="1" dirty="0" smtClean="0">
                <a:solidFill>
                  <a:srgbClr val="FF0000"/>
                </a:solidFill>
                <a:latin typeface="Times New Roman"/>
                <a:cs typeface="Times New Roman"/>
              </a:rPr>
              <a:t>A</a:t>
            </a:r>
            <a:r>
              <a:rPr sz="1450" b="1" dirty="0" smtClean="0">
                <a:solidFill>
                  <a:srgbClr val="FF0000"/>
                </a:solidFill>
                <a:latin typeface="Times New Roman"/>
                <a:cs typeface="Times New Roman"/>
              </a:rPr>
              <a:t>ccou</a:t>
            </a:r>
            <a:r>
              <a:rPr lang="en-US" sz="1450" b="1" dirty="0">
                <a:solidFill>
                  <a:srgbClr val="FF0000"/>
                </a:solidFill>
                <a:latin typeface="Times New Roman"/>
                <a:cs typeface="Times New Roman"/>
              </a:rPr>
              <a:t>n</a:t>
            </a:r>
            <a:r>
              <a:rPr sz="1450" b="1" dirty="0" smtClean="0">
                <a:solidFill>
                  <a:srgbClr val="FF0000"/>
                </a:solidFill>
                <a:latin typeface="Times New Roman"/>
                <a:cs typeface="Times New Roman"/>
              </a:rPr>
              <a:t>ts</a:t>
            </a:r>
            <a:r>
              <a:rPr sz="1450" dirty="0">
                <a:solidFill>
                  <a:schemeClr val="tx1"/>
                </a:solidFill>
                <a:latin typeface="Times New Roman"/>
                <a:cs typeface="Times New Roman"/>
              </a:rPr>
              <a:t>:</a:t>
            </a:r>
            <a:r>
              <a:rPr sz="1450" spc="120" dirty="0">
                <a:solidFill>
                  <a:schemeClr val="tx1"/>
                </a:solidFill>
                <a:latin typeface="Times New Roman"/>
                <a:cs typeface="Times New Roman"/>
              </a:rPr>
              <a:t> </a:t>
            </a:r>
            <a:r>
              <a:rPr sz="1450" dirty="0">
                <a:solidFill>
                  <a:schemeClr val="tx1"/>
                </a:solidFill>
                <a:latin typeface="Times New Roman"/>
                <a:cs typeface="Times New Roman"/>
              </a:rPr>
              <a:t>you</a:t>
            </a:r>
            <a:r>
              <a:rPr sz="1450" spc="150" dirty="0">
                <a:solidFill>
                  <a:schemeClr val="tx1"/>
                </a:solidFill>
                <a:latin typeface="Times New Roman"/>
                <a:cs typeface="Times New Roman"/>
              </a:rPr>
              <a:t> </a:t>
            </a:r>
            <a:r>
              <a:rPr sz="1450" dirty="0">
                <a:solidFill>
                  <a:schemeClr val="tx1"/>
                </a:solidFill>
                <a:latin typeface="Times New Roman"/>
                <a:cs typeface="Times New Roman"/>
              </a:rPr>
              <a:t>can</a:t>
            </a:r>
            <a:r>
              <a:rPr sz="1450" spc="95" dirty="0">
                <a:solidFill>
                  <a:schemeClr val="tx1"/>
                </a:solidFill>
                <a:latin typeface="Times New Roman"/>
                <a:cs typeface="Times New Roman"/>
              </a:rPr>
              <a:t> </a:t>
            </a:r>
            <a:r>
              <a:rPr sz="1450" spc="-35" dirty="0" smtClean="0">
                <a:solidFill>
                  <a:schemeClr val="tx1"/>
                </a:solidFill>
                <a:latin typeface="Times New Roman"/>
                <a:cs typeface="Times New Roman"/>
              </a:rPr>
              <a:t>us</a:t>
            </a:r>
            <a:r>
              <a:rPr lang="en-US" sz="1450" spc="-35" dirty="0" smtClean="0">
                <a:solidFill>
                  <a:schemeClr val="tx1"/>
                </a:solidFill>
                <a:latin typeface="Times New Roman"/>
                <a:cs typeface="Times New Roman"/>
              </a:rPr>
              <a:t>e </a:t>
            </a:r>
            <a:r>
              <a:rPr sz="1450" dirty="0" smtClean="0">
                <a:solidFill>
                  <a:schemeClr val="tx1"/>
                </a:solidFill>
                <a:latin typeface="Times New Roman"/>
                <a:cs typeface="Times New Roman"/>
              </a:rPr>
              <a:t>the</a:t>
            </a:r>
            <a:r>
              <a:rPr sz="1450" spc="140" dirty="0" smtClean="0">
                <a:solidFill>
                  <a:schemeClr val="tx1"/>
                </a:solidFill>
                <a:latin typeface="Times New Roman"/>
                <a:cs typeface="Times New Roman"/>
              </a:rPr>
              <a:t> </a:t>
            </a:r>
            <a:r>
              <a:rPr sz="1450" b="1" spc="-25" dirty="0" err="1" smtClean="0">
                <a:solidFill>
                  <a:srgbClr val="FF0000"/>
                </a:solidFill>
                <a:latin typeface="Times New Roman"/>
                <a:cs typeface="Times New Roman"/>
              </a:rPr>
              <a:t>user</a:t>
            </a:r>
            <a:r>
              <a:rPr lang="en-US" sz="1450" b="1" spc="-25" dirty="0" err="1" smtClean="0">
                <a:solidFill>
                  <a:srgbClr val="FF0000"/>
                </a:solidFill>
                <a:latin typeface="Times New Roman"/>
                <a:cs typeface="Times New Roman"/>
              </a:rPr>
              <a:t>del</a:t>
            </a:r>
            <a:r>
              <a:rPr sz="1450" b="1" spc="70" dirty="0" smtClean="0">
                <a:solidFill>
                  <a:srgbClr val="FF0000"/>
                </a:solidFill>
                <a:latin typeface="Times New Roman"/>
                <a:cs typeface="Times New Roman"/>
              </a:rPr>
              <a:t> </a:t>
            </a:r>
            <a:r>
              <a:rPr sz="1450" spc="-10" dirty="0" err="1" smtClean="0">
                <a:solidFill>
                  <a:schemeClr val="tx1"/>
                </a:solidFill>
                <a:latin typeface="Times New Roman"/>
                <a:cs typeface="Times New Roman"/>
              </a:rPr>
              <a:t>c</a:t>
            </a:r>
            <a:r>
              <a:rPr lang="en-US" sz="1450" spc="-10" dirty="0" err="1" smtClean="0">
                <a:solidFill>
                  <a:schemeClr val="tx1"/>
                </a:solidFill>
                <a:latin typeface="Times New Roman"/>
                <a:cs typeface="Times New Roman"/>
              </a:rPr>
              <a:t>oo</a:t>
            </a:r>
            <a:r>
              <a:rPr sz="1450" spc="-10" dirty="0" err="1" smtClean="0">
                <a:solidFill>
                  <a:schemeClr val="tx1"/>
                </a:solidFill>
                <a:latin typeface="Times New Roman"/>
                <a:cs typeface="Times New Roman"/>
              </a:rPr>
              <a:t>nmand</a:t>
            </a:r>
            <a:endParaRPr sz="1450" dirty="0">
              <a:solidFill>
                <a:schemeClr val="tx1"/>
              </a:solidFill>
              <a:latin typeface="Times New Roman"/>
              <a:cs typeface="Times New Roman"/>
            </a:endParaRPr>
          </a:p>
          <a:p>
            <a:pPr marL="806450" lvl="1" indent="-228600">
              <a:lnSpc>
                <a:spcPct val="100000"/>
              </a:lnSpc>
              <a:spcBef>
                <a:spcPts val="1110"/>
              </a:spcBef>
              <a:buClr>
                <a:srgbClr val="E12324"/>
              </a:buClr>
              <a:buFont typeface="Arial" panose="020B0604020202020204" pitchFamily="34" charset="0"/>
              <a:buChar char="•"/>
              <a:tabLst>
                <a:tab pos="1536700" algn="l"/>
              </a:tabLst>
            </a:pPr>
            <a:r>
              <a:rPr sz="1450" b="1" dirty="0" err="1" smtClean="0">
                <a:solidFill>
                  <a:srgbClr val="FF0000"/>
                </a:solidFill>
                <a:latin typeface="Times New Roman"/>
                <a:cs typeface="Times New Roman"/>
              </a:rPr>
              <a:t>us</a:t>
            </a:r>
            <a:r>
              <a:rPr lang="en-US" sz="1450" b="1" dirty="0" err="1" smtClean="0">
                <a:solidFill>
                  <a:srgbClr val="FF0000"/>
                </a:solidFill>
                <a:latin typeface="Times New Roman"/>
                <a:cs typeface="Times New Roman"/>
              </a:rPr>
              <a:t>e</a:t>
            </a:r>
            <a:r>
              <a:rPr sz="1450" b="1" dirty="0" err="1" smtClean="0">
                <a:solidFill>
                  <a:srgbClr val="FF0000"/>
                </a:solidFill>
                <a:latin typeface="Times New Roman"/>
                <a:cs typeface="Times New Roman"/>
              </a:rPr>
              <a:t>rdel</a:t>
            </a:r>
            <a:r>
              <a:rPr sz="1450" spc="220" dirty="0" smtClean="0">
                <a:solidFill>
                  <a:schemeClr val="tx1"/>
                </a:solidFill>
                <a:latin typeface="Times New Roman"/>
                <a:cs typeface="Times New Roman"/>
              </a:rPr>
              <a:t> </a:t>
            </a:r>
            <a:r>
              <a:rPr sz="1450" spc="-10" dirty="0" smtClean="0">
                <a:solidFill>
                  <a:srgbClr val="FF0000"/>
                </a:solidFill>
                <a:latin typeface="Times New Roman"/>
                <a:cs typeface="Times New Roman"/>
              </a:rPr>
              <a:t>us</a:t>
            </a:r>
            <a:r>
              <a:rPr lang="en-US" sz="1450" spc="-10" dirty="0" smtClean="0">
                <a:solidFill>
                  <a:srgbClr val="FF0000"/>
                </a:solidFill>
                <a:latin typeface="Times New Roman"/>
                <a:cs typeface="Times New Roman"/>
              </a:rPr>
              <a:t>e</a:t>
            </a:r>
            <a:r>
              <a:rPr sz="1450" spc="-10" dirty="0" smtClean="0">
                <a:solidFill>
                  <a:srgbClr val="FF0000"/>
                </a:solidFill>
                <a:latin typeface="Times New Roman"/>
                <a:cs typeface="Times New Roman"/>
              </a:rPr>
              <a:t>rnam</a:t>
            </a:r>
            <a:r>
              <a:rPr lang="en-US" sz="1450" spc="-10" dirty="0" smtClean="0">
                <a:solidFill>
                  <a:srgbClr val="FF0000"/>
                </a:solidFill>
                <a:latin typeface="Times New Roman"/>
                <a:cs typeface="Times New Roman"/>
              </a:rPr>
              <a:t>e</a:t>
            </a:r>
            <a:endParaRPr sz="1450" dirty="0" smtClean="0">
              <a:solidFill>
                <a:srgbClr val="FF0000"/>
              </a:solidFill>
              <a:latin typeface="Times New Roman"/>
              <a:cs typeface="Times New Roman"/>
            </a:endParaRPr>
          </a:p>
          <a:p>
            <a:pPr marL="806450" indent="-228600">
              <a:lnSpc>
                <a:spcPct val="100000"/>
              </a:lnSpc>
              <a:spcBef>
                <a:spcPts val="1035"/>
              </a:spcBef>
              <a:buClr>
                <a:srgbClr val="000000"/>
              </a:buClr>
              <a:buFont typeface="Arial" panose="020B0604020202020204" pitchFamily="34" charset="0"/>
              <a:buChar char="•"/>
              <a:tabLst>
                <a:tab pos="806450" algn="l"/>
              </a:tabLst>
            </a:pPr>
            <a:r>
              <a:rPr sz="1600" spc="-25" dirty="0" smtClean="0">
                <a:solidFill>
                  <a:schemeClr val="tx1"/>
                </a:solidFill>
                <a:latin typeface="Times New Roman"/>
                <a:cs typeface="Times New Roman"/>
              </a:rPr>
              <a:t>yon</a:t>
            </a:r>
            <a:r>
              <a:rPr sz="1600" spc="-50" dirty="0" smtClean="0">
                <a:solidFill>
                  <a:schemeClr val="tx1"/>
                </a:solidFill>
                <a:latin typeface="Times New Roman"/>
                <a:cs typeface="Times New Roman"/>
              </a:rPr>
              <a:t> </a:t>
            </a:r>
            <a:r>
              <a:rPr sz="1600" dirty="0" smtClean="0">
                <a:solidFill>
                  <a:schemeClr val="tx1"/>
                </a:solidFill>
                <a:latin typeface="Times New Roman"/>
                <a:cs typeface="Times New Roman"/>
              </a:rPr>
              <a:t>can</a:t>
            </a:r>
            <a:r>
              <a:rPr lang="en-US" sz="1600" dirty="0" smtClean="0">
                <a:solidFill>
                  <a:schemeClr val="tx1"/>
                </a:solidFill>
                <a:latin typeface="Times New Roman"/>
                <a:cs typeface="Times New Roman"/>
              </a:rPr>
              <a:t> </a:t>
            </a:r>
            <a:r>
              <a:rPr sz="1600" dirty="0" smtClean="0">
                <a:solidFill>
                  <a:schemeClr val="tx1"/>
                </a:solidFill>
                <a:latin typeface="Times New Roman"/>
                <a:cs typeface="Times New Roman"/>
              </a:rPr>
              <a:t>also</a:t>
            </a:r>
            <a:r>
              <a:rPr lang="en-US" sz="1600" dirty="0" smtClean="0">
                <a:solidFill>
                  <a:schemeClr val="tx1"/>
                </a:solidFill>
                <a:latin typeface="Times New Roman"/>
                <a:cs typeface="Times New Roman"/>
              </a:rPr>
              <a:t> </a:t>
            </a:r>
            <a:r>
              <a:rPr sz="1600" dirty="0" smtClean="0">
                <a:solidFill>
                  <a:schemeClr val="tx1"/>
                </a:solidFill>
                <a:latin typeface="Times New Roman"/>
                <a:cs typeface="Times New Roman"/>
              </a:rPr>
              <a:t>use</a:t>
            </a:r>
            <a:r>
              <a:rPr sz="1600" spc="-25" dirty="0" smtClean="0">
                <a:solidFill>
                  <a:schemeClr val="tx1"/>
                </a:solidFill>
                <a:latin typeface="Times New Roman"/>
                <a:cs typeface="Times New Roman"/>
              </a:rPr>
              <a:t> </a:t>
            </a:r>
            <a:r>
              <a:rPr sz="1600" b="1" spc="-45" dirty="0" smtClean="0">
                <a:solidFill>
                  <a:srgbClr val="FF0000"/>
                </a:solidFill>
                <a:latin typeface="Times New Roman"/>
                <a:cs typeface="Times New Roman"/>
              </a:rPr>
              <a:t>-</a:t>
            </a:r>
            <a:r>
              <a:rPr sz="1600" b="1" dirty="0" smtClean="0">
                <a:solidFill>
                  <a:srgbClr val="FF0000"/>
                </a:solidFill>
                <a:latin typeface="Times New Roman"/>
                <a:cs typeface="Times New Roman"/>
              </a:rPr>
              <a:t>r</a:t>
            </a:r>
            <a:r>
              <a:rPr sz="1600" spc="-60" dirty="0" smtClean="0">
                <a:solidFill>
                  <a:schemeClr val="tx1"/>
                </a:solidFill>
                <a:latin typeface="Times New Roman"/>
                <a:cs typeface="Times New Roman"/>
              </a:rPr>
              <a:t> </a:t>
            </a:r>
            <a:r>
              <a:rPr sz="1600" dirty="0" smtClean="0">
                <a:solidFill>
                  <a:schemeClr val="tx1"/>
                </a:solidFill>
                <a:latin typeface="Times New Roman"/>
                <a:cs typeface="Times New Roman"/>
              </a:rPr>
              <a:t>option</a:t>
            </a:r>
            <a:r>
              <a:rPr sz="1600" spc="-5" dirty="0" smtClean="0">
                <a:solidFill>
                  <a:schemeClr val="tx1"/>
                </a:solidFill>
                <a:latin typeface="Times New Roman"/>
                <a:cs typeface="Times New Roman"/>
              </a:rPr>
              <a:t> </a:t>
            </a:r>
            <a:r>
              <a:rPr sz="1600" dirty="0" smtClean="0">
                <a:solidFill>
                  <a:schemeClr val="tx1"/>
                </a:solidFill>
                <a:latin typeface="Times New Roman"/>
                <a:cs typeface="Times New Roman"/>
              </a:rPr>
              <a:t>to</a:t>
            </a:r>
            <a:r>
              <a:rPr sz="1600" spc="-15" dirty="0" smtClean="0">
                <a:solidFill>
                  <a:schemeClr val="tx1"/>
                </a:solidFill>
                <a:latin typeface="Times New Roman"/>
                <a:cs typeface="Times New Roman"/>
              </a:rPr>
              <a:t> </a:t>
            </a:r>
            <a:r>
              <a:rPr sz="1600" spc="-45" dirty="0" smtClean="0">
                <a:solidFill>
                  <a:srgbClr val="FF0000"/>
                </a:solidFill>
                <a:latin typeface="Times New Roman"/>
                <a:cs typeface="Times New Roman"/>
              </a:rPr>
              <a:t>remove</a:t>
            </a:r>
            <a:r>
              <a:rPr sz="1600" spc="45" dirty="0" smtClean="0">
                <a:solidFill>
                  <a:srgbClr val="FF0000"/>
                </a:solidFill>
                <a:latin typeface="Times New Roman"/>
                <a:cs typeface="Times New Roman"/>
              </a:rPr>
              <a:t> </a:t>
            </a:r>
            <a:r>
              <a:rPr sz="1600" dirty="0" smtClean="0">
                <a:solidFill>
                  <a:srgbClr val="FF0000"/>
                </a:solidFill>
                <a:latin typeface="Times New Roman"/>
                <a:cs typeface="Times New Roman"/>
              </a:rPr>
              <a:t>the</a:t>
            </a:r>
            <a:r>
              <a:rPr sz="1600" spc="-50" dirty="0" smtClean="0">
                <a:solidFill>
                  <a:srgbClr val="FF0000"/>
                </a:solidFill>
                <a:latin typeface="Times New Roman"/>
                <a:cs typeface="Times New Roman"/>
              </a:rPr>
              <a:t> </a:t>
            </a:r>
            <a:r>
              <a:rPr sz="1600" spc="-80" dirty="0" smtClean="0">
                <a:solidFill>
                  <a:srgbClr val="FF0000"/>
                </a:solidFill>
                <a:latin typeface="Times New Roman"/>
                <a:cs typeface="Times New Roman"/>
              </a:rPr>
              <a:t>use</a:t>
            </a:r>
            <a:r>
              <a:rPr lang="en-US" sz="1600" spc="-80" dirty="0" smtClean="0">
                <a:solidFill>
                  <a:srgbClr val="FF0000"/>
                </a:solidFill>
                <a:latin typeface="Times New Roman"/>
                <a:cs typeface="Times New Roman"/>
              </a:rPr>
              <a:t>r’s</a:t>
            </a:r>
            <a:r>
              <a:rPr sz="1600" spc="5" dirty="0" smtClean="0">
                <a:solidFill>
                  <a:srgbClr val="FF0000"/>
                </a:solidFill>
                <a:latin typeface="Times New Roman"/>
                <a:cs typeface="Times New Roman"/>
              </a:rPr>
              <a:t> </a:t>
            </a:r>
            <a:r>
              <a:rPr sz="1600" spc="-20" dirty="0" smtClean="0">
                <a:solidFill>
                  <a:srgbClr val="FF0000"/>
                </a:solidFill>
                <a:latin typeface="Times New Roman"/>
                <a:cs typeface="Times New Roman"/>
              </a:rPr>
              <a:t>home</a:t>
            </a:r>
            <a:r>
              <a:rPr sz="1600" spc="-70" dirty="0" smtClean="0">
                <a:solidFill>
                  <a:srgbClr val="FF0000"/>
                </a:solidFill>
                <a:latin typeface="Times New Roman"/>
                <a:cs typeface="Times New Roman"/>
              </a:rPr>
              <a:t> </a:t>
            </a:r>
            <a:r>
              <a:rPr sz="1600" spc="-25" dirty="0" smtClean="0">
                <a:solidFill>
                  <a:srgbClr val="FF0000"/>
                </a:solidFill>
                <a:latin typeface="Times New Roman"/>
                <a:cs typeface="Times New Roman"/>
              </a:rPr>
              <a:t>director</a:t>
            </a:r>
            <a:r>
              <a:rPr lang="en-US" sz="1600" spc="-25" dirty="0" smtClean="0">
                <a:solidFill>
                  <a:srgbClr val="FF0000"/>
                </a:solidFill>
                <a:latin typeface="Times New Roman"/>
                <a:cs typeface="Times New Roman"/>
              </a:rPr>
              <a:t>y</a:t>
            </a:r>
            <a:r>
              <a:rPr sz="1600" dirty="0" smtClean="0">
                <a:solidFill>
                  <a:srgbClr val="FF0000"/>
                </a:solidFill>
                <a:latin typeface="Times New Roman"/>
                <a:cs typeface="Times New Roman"/>
              </a:rPr>
              <a:t> </a:t>
            </a:r>
            <a:r>
              <a:rPr sz="1600" spc="-25" dirty="0" smtClean="0">
                <a:solidFill>
                  <a:schemeClr val="tx1"/>
                </a:solidFill>
                <a:latin typeface="Times New Roman"/>
                <a:cs typeface="Times New Roman"/>
              </a:rPr>
              <a:t>and</a:t>
            </a:r>
            <a:r>
              <a:rPr lang="en-US" sz="1600" spc="-25" dirty="0" smtClean="0">
                <a:solidFill>
                  <a:schemeClr val="tx1"/>
                </a:solidFill>
                <a:latin typeface="Times New Roman"/>
                <a:cs typeface="Times New Roman"/>
              </a:rPr>
              <a:t> </a:t>
            </a:r>
            <a:r>
              <a:rPr lang="en-US" sz="1600" spc="-25" dirty="0" smtClean="0">
                <a:solidFill>
                  <a:srgbClr val="FF0000"/>
                </a:solidFill>
                <a:latin typeface="Times New Roman"/>
                <a:cs typeface="Times New Roman"/>
              </a:rPr>
              <a:t>mail spool</a:t>
            </a:r>
            <a:endParaRPr sz="1600" dirty="0" smtClean="0">
              <a:solidFill>
                <a:srgbClr val="FF0000"/>
              </a:solidFill>
              <a:latin typeface="Times New Roman"/>
              <a:cs typeface="Times New Roman"/>
            </a:endParaRPr>
          </a:p>
          <a:p>
            <a:pPr marL="120650">
              <a:lnSpc>
                <a:spcPct val="100000"/>
              </a:lnSpc>
              <a:spcBef>
                <a:spcPts val="1430"/>
              </a:spcBef>
              <a:tabLst>
                <a:tab pos="5563235" algn="l"/>
              </a:tabLst>
            </a:pPr>
            <a:endParaRPr sz="1100" dirty="0">
              <a:latin typeface="Times New Roman"/>
              <a:cs typeface="Times New Roman"/>
            </a:endParaRPr>
          </a:p>
        </p:txBody>
      </p:sp>
      <p:sp>
        <p:nvSpPr>
          <p:cNvPr id="5" name="object 7"/>
          <p:cNvSpPr txBox="1">
            <a:spLocks/>
          </p:cNvSpPr>
          <p:nvPr/>
        </p:nvSpPr>
        <p:spPr>
          <a:xfrm>
            <a:off x="238312" y="66675"/>
            <a:ext cx="4766568" cy="382156"/>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12700">
              <a:spcBef>
                <a:spcPts val="100"/>
              </a:spcBef>
            </a:pPr>
            <a:r>
              <a:rPr lang="en-US" sz="2400" b="1" spc="75" dirty="0" smtClean="0">
                <a:solidFill>
                  <a:srgbClr val="FF0000"/>
                </a:solidFill>
                <a:latin typeface="Times New Roman"/>
                <a:cs typeface="Times New Roman"/>
              </a:rPr>
              <a:t>Linux</a:t>
            </a:r>
            <a:r>
              <a:rPr lang="en-US" sz="2400" b="1" spc="190" dirty="0" smtClean="0">
                <a:solidFill>
                  <a:srgbClr val="FF0000"/>
                </a:solidFill>
                <a:latin typeface="Times New Roman"/>
                <a:cs typeface="Times New Roman"/>
              </a:rPr>
              <a:t> </a:t>
            </a:r>
            <a:r>
              <a:rPr lang="en-US" sz="2400" b="1" spc="65" dirty="0" smtClean="0">
                <a:solidFill>
                  <a:srgbClr val="FF0000"/>
                </a:solidFill>
                <a:latin typeface="Times New Roman"/>
                <a:cs typeface="Times New Roman"/>
              </a:rPr>
              <a:t>User</a:t>
            </a:r>
            <a:r>
              <a:rPr lang="en-US" sz="2400" b="1" spc="100" dirty="0" smtClean="0">
                <a:solidFill>
                  <a:srgbClr val="FF0000"/>
                </a:solidFill>
                <a:latin typeface="Times New Roman"/>
                <a:cs typeface="Times New Roman"/>
              </a:rPr>
              <a:t> </a:t>
            </a:r>
            <a:r>
              <a:rPr lang="en-US" sz="2400" b="1" spc="55" dirty="0" smtClean="0">
                <a:solidFill>
                  <a:srgbClr val="FF0000"/>
                </a:solidFill>
                <a:latin typeface="Times New Roman"/>
                <a:cs typeface="Times New Roman"/>
              </a:rPr>
              <a:t>Administration …</a:t>
            </a:r>
            <a:endParaRPr lang="en-US" sz="2400" b="1" dirty="0">
              <a:solidFill>
                <a:srgbClr val="FF0000"/>
              </a:solidFill>
              <a:latin typeface="Times New Roman"/>
              <a:cs typeface="Times New Roman"/>
            </a:endParaRPr>
          </a:p>
        </p:txBody>
      </p:sp>
      <p:sp>
        <p:nvSpPr>
          <p:cNvPr id="16" name="Date Placeholder 15"/>
          <p:cNvSpPr>
            <a:spLocks noGrp="1"/>
          </p:cNvSpPr>
          <p:nvPr>
            <p:ph type="dt" sz="half" idx="6"/>
          </p:nvPr>
        </p:nvSpPr>
        <p:spPr/>
        <p:txBody>
          <a:bodyPr/>
          <a:lstStyle/>
          <a:p>
            <a:fld id="{CCA656DD-438D-4D50-BBB3-2C912B2993DD}"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0" y="528449"/>
            <a:ext cx="6070600" cy="3729226"/>
          </a:xfrm>
          <a:prstGeom prst="rect">
            <a:avLst/>
          </a:prstGeom>
        </p:spPr>
        <p:txBody>
          <a:bodyPr vert="horz" wrap="square" lIns="0" tIns="12700" rIns="0" bIns="0" rtlCol="0">
            <a:spAutoFit/>
          </a:bodyPr>
          <a:lstStyle/>
          <a:p>
            <a:pPr marL="228600" indent="-174625">
              <a:spcBef>
                <a:spcPts val="100"/>
              </a:spcBef>
              <a:buFont typeface="Arial" panose="020B0604020202020204" pitchFamily="34" charset="0"/>
              <a:buChar char="•"/>
            </a:pPr>
            <a:r>
              <a:rPr lang="en-US" sz="1600" b="1" spc="75" dirty="0" smtClean="0">
                <a:solidFill>
                  <a:srgbClr val="FF0000"/>
                </a:solidFill>
                <a:latin typeface="Times New Roman"/>
                <a:cs typeface="Times New Roman"/>
              </a:rPr>
              <a:t>Linux</a:t>
            </a:r>
            <a:r>
              <a:rPr lang="en-US" sz="1600" b="1" spc="190" dirty="0" smtClean="0">
                <a:solidFill>
                  <a:srgbClr val="FF0000"/>
                </a:solidFill>
                <a:latin typeface="Times New Roman"/>
                <a:cs typeface="Times New Roman"/>
              </a:rPr>
              <a:t> </a:t>
            </a:r>
            <a:r>
              <a:rPr lang="en-US" sz="1600" b="1" spc="65" dirty="0" smtClean="0">
                <a:solidFill>
                  <a:srgbClr val="FF0000"/>
                </a:solidFill>
                <a:latin typeface="Times New Roman"/>
                <a:cs typeface="Times New Roman"/>
              </a:rPr>
              <a:t>Server/Service</a:t>
            </a:r>
            <a:r>
              <a:rPr lang="en-US" sz="1600" b="1" spc="100" dirty="0" smtClean="0">
                <a:solidFill>
                  <a:srgbClr val="FF0000"/>
                </a:solidFill>
                <a:latin typeface="Times New Roman"/>
                <a:cs typeface="Times New Roman"/>
              </a:rPr>
              <a:t> </a:t>
            </a:r>
            <a:r>
              <a:rPr lang="en-US" sz="1600" b="1" spc="55" dirty="0" smtClean="0">
                <a:solidFill>
                  <a:srgbClr val="FF0000"/>
                </a:solidFill>
                <a:latin typeface="Times New Roman"/>
                <a:cs typeface="Times New Roman"/>
              </a:rPr>
              <a:t>Administration: </a:t>
            </a:r>
            <a:r>
              <a:rPr lang="en-US" sz="1600" spc="55" dirty="0" smtClean="0">
                <a:solidFill>
                  <a:schemeClr val="tx1"/>
                </a:solidFill>
                <a:latin typeface="Times New Roman"/>
                <a:cs typeface="Times New Roman"/>
              </a:rPr>
              <a:t>I</a:t>
            </a:r>
            <a:r>
              <a:rPr lang="en-US" sz="1600" dirty="0" smtClean="0">
                <a:solidFill>
                  <a:schemeClr val="tx1"/>
                </a:solidFill>
                <a:latin typeface="Times New Roman"/>
                <a:cs typeface="Times New Roman"/>
              </a:rPr>
              <a:t>n</a:t>
            </a:r>
            <a:r>
              <a:rPr lang="en-US" sz="1600" dirty="0" smtClean="0">
                <a:solidFill>
                  <a:srgbClr val="131313"/>
                </a:solidFill>
                <a:latin typeface="Times New Roman"/>
                <a:cs typeface="Times New Roman"/>
              </a:rPr>
              <a:t>volves</a:t>
            </a:r>
            <a:r>
              <a:rPr lang="en-US" sz="1600" spc="90" dirty="0" smtClean="0">
                <a:solidFill>
                  <a:srgbClr val="131313"/>
                </a:solidFill>
                <a:latin typeface="Times New Roman"/>
                <a:cs typeface="Times New Roman"/>
              </a:rPr>
              <a:t> </a:t>
            </a:r>
            <a:r>
              <a:rPr lang="en-US" sz="1600" dirty="0" smtClean="0">
                <a:latin typeface="Times New Roman"/>
                <a:cs typeface="Times New Roman"/>
              </a:rPr>
              <a:t>managing</a:t>
            </a:r>
            <a:r>
              <a:rPr lang="en-US" sz="1600" spc="130" dirty="0" smtClean="0">
                <a:latin typeface="Times New Roman"/>
                <a:cs typeface="Times New Roman"/>
              </a:rPr>
              <a:t> </a:t>
            </a:r>
            <a:r>
              <a:rPr lang="en-US" sz="1600" dirty="0" smtClean="0">
                <a:solidFill>
                  <a:srgbClr val="1F1F1F"/>
                </a:solidFill>
                <a:latin typeface="Times New Roman"/>
                <a:cs typeface="Times New Roman"/>
              </a:rPr>
              <a:t>and</a:t>
            </a:r>
            <a:r>
              <a:rPr lang="en-US" sz="1600" spc="190" dirty="0" smtClean="0">
                <a:solidFill>
                  <a:srgbClr val="1F1F1F"/>
                </a:solidFill>
                <a:latin typeface="Times New Roman"/>
                <a:cs typeface="Times New Roman"/>
              </a:rPr>
              <a:t> </a:t>
            </a:r>
            <a:r>
              <a:rPr lang="en-US" sz="1600" dirty="0" smtClean="0">
                <a:latin typeface="Times New Roman"/>
                <a:cs typeface="Times New Roman"/>
              </a:rPr>
              <a:t>maintaining</a:t>
            </a:r>
            <a:r>
              <a:rPr lang="en-US" sz="1600" spc="85" dirty="0" smtClean="0">
                <a:latin typeface="Times New Roman"/>
                <a:cs typeface="Times New Roman"/>
              </a:rPr>
              <a:t> </a:t>
            </a:r>
            <a:r>
              <a:rPr lang="en-US" sz="1600" dirty="0" smtClean="0">
                <a:latin typeface="Times New Roman"/>
                <a:cs typeface="Times New Roman"/>
              </a:rPr>
              <a:t>various</a:t>
            </a:r>
            <a:r>
              <a:rPr lang="en-US" sz="1600" spc="130" dirty="0" smtClean="0">
                <a:latin typeface="Times New Roman"/>
                <a:cs typeface="Times New Roman"/>
              </a:rPr>
              <a:t> </a:t>
            </a:r>
            <a:r>
              <a:rPr lang="en-US" sz="1600" dirty="0" smtClean="0">
                <a:solidFill>
                  <a:srgbClr val="131313"/>
                </a:solidFill>
                <a:latin typeface="Times New Roman"/>
                <a:cs typeface="Times New Roman"/>
              </a:rPr>
              <a:t>services and servers </a:t>
            </a:r>
            <a:r>
              <a:rPr lang="en-US" sz="1600" spc="-10" dirty="0" smtClean="0">
                <a:solidFill>
                  <a:srgbClr val="282828"/>
                </a:solidFill>
                <a:latin typeface="Times New Roman"/>
                <a:cs typeface="Times New Roman"/>
              </a:rPr>
              <a:t>running on Linux-based operating systems</a:t>
            </a:r>
            <a:endParaRPr lang="en-US" sz="1600" dirty="0" smtClean="0">
              <a:latin typeface="Times New Roman"/>
              <a:cs typeface="Times New Roman"/>
            </a:endParaRPr>
          </a:p>
          <a:p>
            <a:pPr marL="228600" indent="-174625">
              <a:spcBef>
                <a:spcPts val="100"/>
              </a:spcBef>
              <a:buFont typeface="Arial" panose="020B0604020202020204" pitchFamily="34" charset="0"/>
              <a:buChar char="•"/>
            </a:pPr>
            <a:r>
              <a:rPr lang="en-US" sz="1600" b="1" spc="55" dirty="0" smtClean="0">
                <a:solidFill>
                  <a:srgbClr val="FF0000"/>
                </a:solidFill>
                <a:latin typeface="Times New Roman"/>
                <a:cs typeface="Times New Roman"/>
              </a:rPr>
              <a:t> Some of the key areas:</a:t>
            </a:r>
            <a:endParaRPr lang="en-US" sz="1600" b="1" dirty="0" smtClean="0">
              <a:solidFill>
                <a:srgbClr val="FF0000"/>
              </a:solidFill>
              <a:latin typeface="Times New Roman"/>
              <a:cs typeface="Times New Roman"/>
            </a:endParaRPr>
          </a:p>
          <a:p>
            <a:pPr marL="463550">
              <a:lnSpc>
                <a:spcPct val="100000"/>
              </a:lnSpc>
              <a:spcBef>
                <a:spcPts val="100"/>
              </a:spcBef>
            </a:pPr>
            <a:endParaRPr lang="en-US" sz="800" spc="-10" dirty="0">
              <a:solidFill>
                <a:srgbClr val="97564D"/>
              </a:solidFill>
              <a:latin typeface="Times New Roman"/>
              <a:cs typeface="Times New Roman"/>
            </a:endParaRPr>
          </a:p>
          <a:p>
            <a:pPr marL="228600" indent="-174625">
              <a:lnSpc>
                <a:spcPct val="100000"/>
              </a:lnSpc>
              <a:spcBef>
                <a:spcPts val="100"/>
              </a:spcBef>
              <a:buFont typeface="Arial" panose="020B0604020202020204" pitchFamily="34" charset="0"/>
              <a:buChar char="•"/>
            </a:pPr>
            <a:r>
              <a:rPr lang="en-US" sz="1600" b="1" spc="-10" dirty="0" smtClean="0">
                <a:solidFill>
                  <a:srgbClr val="FF0000"/>
                </a:solidFill>
                <a:latin typeface="Times New Roman"/>
                <a:cs typeface="Times New Roman"/>
              </a:rPr>
              <a:t>Sys</a:t>
            </a:r>
            <a:r>
              <a:rPr sz="1600" b="1" spc="-10" dirty="0" smtClean="0">
                <a:solidFill>
                  <a:srgbClr val="FF0000"/>
                </a:solidFill>
                <a:latin typeface="Times New Roman"/>
                <a:cs typeface="Times New Roman"/>
              </a:rPr>
              <a:t>tem</a:t>
            </a:r>
            <a:r>
              <a:rPr sz="1600" b="1" spc="160" dirty="0" smtClean="0">
                <a:solidFill>
                  <a:srgbClr val="FF0000"/>
                </a:solidFill>
                <a:latin typeface="Times New Roman"/>
                <a:cs typeface="Times New Roman"/>
              </a:rPr>
              <a:t> </a:t>
            </a:r>
            <a:r>
              <a:rPr sz="1600" b="1" dirty="0">
                <a:solidFill>
                  <a:srgbClr val="FF0000"/>
                </a:solidFill>
                <a:latin typeface="Times New Roman"/>
                <a:cs typeface="Times New Roman"/>
              </a:rPr>
              <a:t>administration</a:t>
            </a:r>
            <a:r>
              <a:rPr sz="1450" dirty="0">
                <a:solidFill>
                  <a:srgbClr val="A55B54"/>
                </a:solidFill>
                <a:latin typeface="Times New Roman"/>
                <a:cs typeface="Times New Roman"/>
              </a:rPr>
              <a:t>:</a:t>
            </a:r>
            <a:r>
              <a:rPr sz="1450" spc="-130" dirty="0">
                <a:solidFill>
                  <a:srgbClr val="A55B54"/>
                </a:solidFill>
                <a:latin typeface="Times New Roman"/>
                <a:cs typeface="Times New Roman"/>
              </a:rPr>
              <a:t> </a:t>
            </a:r>
            <a:r>
              <a:rPr sz="1450" dirty="0">
                <a:solidFill>
                  <a:srgbClr val="1A1A1A"/>
                </a:solidFill>
                <a:latin typeface="Times New Roman"/>
                <a:cs typeface="Times New Roman"/>
              </a:rPr>
              <a:t>involves</a:t>
            </a:r>
            <a:r>
              <a:rPr sz="1450" spc="155" dirty="0">
                <a:solidFill>
                  <a:srgbClr val="1A1A1A"/>
                </a:solidFill>
                <a:latin typeface="Times New Roman"/>
                <a:cs typeface="Times New Roman"/>
              </a:rPr>
              <a:t> </a:t>
            </a:r>
            <a:r>
              <a:rPr sz="1450" dirty="0">
                <a:latin typeface="Times New Roman"/>
                <a:cs typeface="Times New Roman"/>
              </a:rPr>
              <a:t>the</a:t>
            </a:r>
            <a:r>
              <a:rPr sz="1450" spc="45" dirty="0">
                <a:latin typeface="Times New Roman"/>
                <a:cs typeface="Times New Roman"/>
              </a:rPr>
              <a:t> </a:t>
            </a:r>
            <a:r>
              <a:rPr sz="1450" spc="-20" dirty="0" smtClean="0">
                <a:solidFill>
                  <a:srgbClr val="1C1C1C"/>
                </a:solidFill>
                <a:latin typeface="Times New Roman"/>
                <a:cs typeface="Times New Roman"/>
              </a:rPr>
              <a:t>setup</a:t>
            </a:r>
            <a:r>
              <a:rPr lang="en-US" sz="1450" spc="-20" dirty="0">
                <a:solidFill>
                  <a:srgbClr val="1C1C1C"/>
                </a:solidFill>
                <a:latin typeface="Times New Roman"/>
                <a:cs typeface="Times New Roman"/>
              </a:rPr>
              <a:t> </a:t>
            </a:r>
            <a:r>
              <a:rPr sz="1450" spc="-215" dirty="0" smtClean="0">
                <a:solidFill>
                  <a:srgbClr val="1C1C1C"/>
                </a:solidFill>
                <a:latin typeface="Times New Roman"/>
                <a:cs typeface="Times New Roman"/>
              </a:rPr>
              <a:t> </a:t>
            </a:r>
            <a:r>
              <a:rPr sz="1450" dirty="0" smtClean="0">
                <a:latin typeface="Times New Roman"/>
                <a:cs typeface="Times New Roman"/>
              </a:rPr>
              <a:t>configuration</a:t>
            </a:r>
            <a:r>
              <a:rPr sz="1450" spc="-50" dirty="0" smtClean="0">
                <a:latin typeface="Times New Roman"/>
                <a:cs typeface="Times New Roman"/>
              </a:rPr>
              <a:t> </a:t>
            </a:r>
            <a:r>
              <a:rPr sz="1450" dirty="0">
                <a:solidFill>
                  <a:srgbClr val="111111"/>
                </a:solidFill>
                <a:latin typeface="Times New Roman"/>
                <a:cs typeface="Times New Roman"/>
              </a:rPr>
              <a:t>and</a:t>
            </a:r>
            <a:r>
              <a:rPr sz="1450" spc="165" dirty="0">
                <a:solidFill>
                  <a:srgbClr val="111111"/>
                </a:solidFill>
                <a:latin typeface="Times New Roman"/>
                <a:cs typeface="Times New Roman"/>
              </a:rPr>
              <a:t> </a:t>
            </a:r>
            <a:r>
              <a:rPr sz="1450" spc="-10" dirty="0" smtClean="0">
                <a:latin typeface="Times New Roman"/>
                <a:cs typeface="Times New Roman"/>
              </a:rPr>
              <a:t>maintenance</a:t>
            </a:r>
            <a:r>
              <a:rPr lang="en-US" sz="1450" spc="-10" dirty="0" smtClean="0">
                <a:latin typeface="Times New Roman"/>
                <a:cs typeface="Times New Roman"/>
              </a:rPr>
              <a:t> of </a:t>
            </a:r>
            <a:r>
              <a:rPr sz="1450" spc="-10" dirty="0" smtClean="0">
                <a:solidFill>
                  <a:srgbClr val="0F0F0F"/>
                </a:solidFill>
                <a:latin typeface="Times New Roman"/>
                <a:cs typeface="Times New Roman"/>
              </a:rPr>
              <a:t>Linux-</a:t>
            </a:r>
            <a:r>
              <a:rPr sz="1450" dirty="0" smtClean="0">
                <a:solidFill>
                  <a:srgbClr val="0F0F0F"/>
                </a:solidFill>
                <a:latin typeface="Times New Roman"/>
                <a:cs typeface="Times New Roman"/>
              </a:rPr>
              <a:t>based</a:t>
            </a:r>
            <a:r>
              <a:rPr sz="1450" spc="65" dirty="0" smtClean="0">
                <a:solidFill>
                  <a:srgbClr val="0F0F0F"/>
                </a:solidFill>
                <a:latin typeface="Times New Roman"/>
                <a:cs typeface="Times New Roman"/>
              </a:rPr>
              <a:t> </a:t>
            </a:r>
            <a:r>
              <a:rPr sz="1450" spc="-10" dirty="0" smtClean="0">
                <a:latin typeface="Times New Roman"/>
                <a:cs typeface="Times New Roman"/>
              </a:rPr>
              <a:t>systems</a:t>
            </a:r>
            <a:endParaRPr lang="en-US" sz="1450" dirty="0" smtClean="0">
              <a:latin typeface="Times New Roman"/>
              <a:cs typeface="Times New Roman"/>
            </a:endParaRPr>
          </a:p>
          <a:p>
            <a:pPr marL="285750" indent="-285750">
              <a:lnSpc>
                <a:spcPct val="100000"/>
              </a:lnSpc>
              <a:buFont typeface="Arial" panose="020B0604020202020204" pitchFamily="34" charset="0"/>
              <a:buChar char="•"/>
            </a:pPr>
            <a:endParaRPr lang="en-US" sz="800" dirty="0">
              <a:latin typeface="Times New Roman"/>
              <a:cs typeface="Times New Roman"/>
            </a:endParaRPr>
          </a:p>
          <a:p>
            <a:pPr marL="228600" indent="-228600">
              <a:lnSpc>
                <a:spcPct val="100000"/>
              </a:lnSpc>
              <a:buFont typeface="Arial" panose="020B0604020202020204" pitchFamily="34" charset="0"/>
              <a:buChar char="•"/>
            </a:pPr>
            <a:r>
              <a:rPr lang="en-US" sz="1450" b="1" dirty="0" smtClean="0">
                <a:latin typeface="Times New Roman"/>
                <a:cs typeface="Times New Roman"/>
              </a:rPr>
              <a:t>Responsibilities of Linux System Administrator</a:t>
            </a:r>
            <a:endParaRPr sz="1450" b="1" dirty="0">
              <a:latin typeface="Times New Roman"/>
              <a:cs typeface="Times New Roman"/>
            </a:endParaRPr>
          </a:p>
          <a:p>
            <a:pPr marL="577850" indent="-228600">
              <a:spcBef>
                <a:spcPts val="600"/>
              </a:spcBef>
              <a:spcAft>
                <a:spcPts val="600"/>
              </a:spcAft>
              <a:buFont typeface="Arial" panose="020B0604020202020204" pitchFamily="34" charset="0"/>
              <a:buChar char="•"/>
            </a:pPr>
            <a:r>
              <a:rPr lang="en-US" sz="1500" dirty="0" smtClean="0">
                <a:solidFill>
                  <a:srgbClr val="FF0000"/>
                </a:solidFill>
                <a:latin typeface="Times New Roman"/>
                <a:cs typeface="Times New Roman"/>
              </a:rPr>
              <a:t>In</a:t>
            </a:r>
            <a:r>
              <a:rPr sz="1500" dirty="0" smtClean="0">
                <a:solidFill>
                  <a:srgbClr val="FF0000"/>
                </a:solidFill>
                <a:latin typeface="Times New Roman"/>
                <a:cs typeface="Times New Roman"/>
              </a:rPr>
              <a:t>st</a:t>
            </a:r>
            <a:r>
              <a:rPr lang="en-US" sz="1500" dirty="0" smtClean="0">
                <a:solidFill>
                  <a:srgbClr val="FF0000"/>
                </a:solidFill>
                <a:latin typeface="Times New Roman"/>
                <a:cs typeface="Times New Roman"/>
              </a:rPr>
              <a:t>a</a:t>
            </a:r>
            <a:r>
              <a:rPr sz="1500" dirty="0" smtClean="0">
                <a:solidFill>
                  <a:srgbClr val="FF0000"/>
                </a:solidFill>
                <a:latin typeface="Times New Roman"/>
                <a:cs typeface="Times New Roman"/>
              </a:rPr>
              <a:t>lling</a:t>
            </a:r>
            <a:r>
              <a:rPr sz="1500" spc="105" dirty="0" smtClean="0">
                <a:solidFill>
                  <a:srgbClr val="FF0000"/>
                </a:solidFill>
                <a:latin typeface="Times New Roman"/>
                <a:cs typeface="Times New Roman"/>
              </a:rPr>
              <a:t> </a:t>
            </a:r>
            <a:r>
              <a:rPr sz="1500" dirty="0">
                <a:solidFill>
                  <a:srgbClr val="161616"/>
                </a:solidFill>
                <a:latin typeface="Times New Roman"/>
                <a:cs typeface="Times New Roman"/>
              </a:rPr>
              <a:t>and</a:t>
            </a:r>
            <a:r>
              <a:rPr sz="1500" spc="220" dirty="0">
                <a:solidFill>
                  <a:srgbClr val="161616"/>
                </a:solidFill>
                <a:latin typeface="Times New Roman"/>
                <a:cs typeface="Times New Roman"/>
              </a:rPr>
              <a:t> </a:t>
            </a:r>
            <a:r>
              <a:rPr lang="en-US" sz="1500" dirty="0" smtClean="0">
                <a:solidFill>
                  <a:srgbClr val="FF0000"/>
                </a:solidFill>
                <a:latin typeface="Times New Roman"/>
                <a:cs typeface="Times New Roman"/>
              </a:rPr>
              <a:t>c</a:t>
            </a:r>
            <a:r>
              <a:rPr sz="1500" dirty="0" smtClean="0">
                <a:solidFill>
                  <a:srgbClr val="FF0000"/>
                </a:solidFill>
                <a:latin typeface="Times New Roman"/>
                <a:cs typeface="Times New Roman"/>
              </a:rPr>
              <a:t>onfiguring</a:t>
            </a:r>
            <a:r>
              <a:rPr sz="1500" spc="130" dirty="0" smtClean="0">
                <a:solidFill>
                  <a:srgbClr val="FF0000"/>
                </a:solidFill>
                <a:latin typeface="Times New Roman"/>
                <a:cs typeface="Times New Roman"/>
              </a:rPr>
              <a:t> </a:t>
            </a:r>
            <a:r>
              <a:rPr sz="1500" dirty="0">
                <a:latin typeface="Times New Roman"/>
                <a:cs typeface="Times New Roman"/>
              </a:rPr>
              <a:t>the</a:t>
            </a:r>
            <a:r>
              <a:rPr sz="1500" spc="145" dirty="0">
                <a:latin typeface="Times New Roman"/>
                <a:cs typeface="Times New Roman"/>
              </a:rPr>
              <a:t> </a:t>
            </a:r>
            <a:r>
              <a:rPr sz="1500" dirty="0">
                <a:latin typeface="Times New Roman"/>
                <a:cs typeface="Times New Roman"/>
              </a:rPr>
              <a:t>operating</a:t>
            </a:r>
            <a:r>
              <a:rPr sz="1500" spc="125" dirty="0">
                <a:latin typeface="Times New Roman"/>
                <a:cs typeface="Times New Roman"/>
              </a:rPr>
              <a:t> </a:t>
            </a:r>
            <a:r>
              <a:rPr sz="1500" dirty="0">
                <a:latin typeface="Times New Roman"/>
                <a:cs typeface="Times New Roman"/>
              </a:rPr>
              <a:t>system,</a:t>
            </a:r>
            <a:r>
              <a:rPr sz="1500" spc="235" dirty="0">
                <a:latin typeface="Times New Roman"/>
                <a:cs typeface="Times New Roman"/>
              </a:rPr>
              <a:t> </a:t>
            </a:r>
            <a:r>
              <a:rPr sz="1500" dirty="0">
                <a:solidFill>
                  <a:srgbClr val="080808"/>
                </a:solidFill>
                <a:latin typeface="Times New Roman"/>
                <a:cs typeface="Times New Roman"/>
              </a:rPr>
              <a:t>managing</a:t>
            </a:r>
            <a:r>
              <a:rPr sz="1500" spc="155" dirty="0">
                <a:solidFill>
                  <a:srgbClr val="080808"/>
                </a:solidFill>
                <a:latin typeface="Times New Roman"/>
                <a:cs typeface="Times New Roman"/>
              </a:rPr>
              <a:t> </a:t>
            </a:r>
            <a:r>
              <a:rPr sz="1500" dirty="0">
                <a:solidFill>
                  <a:srgbClr val="080808"/>
                </a:solidFill>
                <a:latin typeface="Times New Roman"/>
                <a:cs typeface="Times New Roman"/>
              </a:rPr>
              <a:t>user</a:t>
            </a:r>
            <a:r>
              <a:rPr sz="1500" spc="135" dirty="0">
                <a:solidFill>
                  <a:srgbClr val="080808"/>
                </a:solidFill>
                <a:latin typeface="Times New Roman"/>
                <a:cs typeface="Times New Roman"/>
              </a:rPr>
              <a:t> </a:t>
            </a:r>
            <a:r>
              <a:rPr sz="1500" spc="-10" dirty="0" smtClean="0">
                <a:latin typeface="Times New Roman"/>
                <a:cs typeface="Times New Roman"/>
              </a:rPr>
              <a:t>accounts</a:t>
            </a:r>
            <a:r>
              <a:rPr lang="en-US" sz="1500" spc="-10" dirty="0" smtClean="0">
                <a:latin typeface="Times New Roman"/>
                <a:cs typeface="Times New Roman"/>
              </a:rPr>
              <a:t>, c</a:t>
            </a:r>
            <a:r>
              <a:rPr sz="1500" spc="-40" dirty="0" smtClean="0">
                <a:solidFill>
                  <a:srgbClr val="151515"/>
                </a:solidFill>
                <a:latin typeface="Times New Roman"/>
                <a:cs typeface="Times New Roman"/>
              </a:rPr>
              <a:t>o</a:t>
            </a:r>
            <a:r>
              <a:rPr lang="en-US" sz="1500" spc="-40" dirty="0" smtClean="0">
                <a:solidFill>
                  <a:srgbClr val="151515"/>
                </a:solidFill>
                <a:latin typeface="Times New Roman"/>
                <a:cs typeface="Times New Roman"/>
              </a:rPr>
              <a:t>n</a:t>
            </a:r>
            <a:r>
              <a:rPr sz="1500" spc="-40" dirty="0" smtClean="0">
                <a:solidFill>
                  <a:srgbClr val="151515"/>
                </a:solidFill>
                <a:latin typeface="Times New Roman"/>
                <a:cs typeface="Times New Roman"/>
              </a:rPr>
              <a:t>figu</a:t>
            </a:r>
            <a:r>
              <a:rPr lang="en-US" sz="1500" spc="-40" dirty="0" smtClean="0">
                <a:solidFill>
                  <a:srgbClr val="151515"/>
                </a:solidFill>
                <a:latin typeface="Times New Roman"/>
                <a:cs typeface="Times New Roman"/>
              </a:rPr>
              <a:t>r</a:t>
            </a:r>
            <a:r>
              <a:rPr sz="1500" spc="-40" dirty="0" smtClean="0">
                <a:solidFill>
                  <a:srgbClr val="151515"/>
                </a:solidFill>
                <a:latin typeface="Times New Roman"/>
                <a:cs typeface="Times New Roman"/>
              </a:rPr>
              <a:t>ing</a:t>
            </a:r>
            <a:r>
              <a:rPr sz="1500" spc="-100" dirty="0" smtClean="0">
                <a:solidFill>
                  <a:srgbClr val="151515"/>
                </a:solidFill>
                <a:latin typeface="Times New Roman"/>
                <a:cs typeface="Times New Roman"/>
              </a:rPr>
              <a:t> </a:t>
            </a:r>
            <a:r>
              <a:rPr sz="1500" dirty="0" smtClean="0">
                <a:solidFill>
                  <a:srgbClr val="131313"/>
                </a:solidFill>
                <a:latin typeface="Times New Roman"/>
                <a:cs typeface="Times New Roman"/>
              </a:rPr>
              <a:t>n</a:t>
            </a:r>
            <a:r>
              <a:rPr lang="en-US" sz="1500" dirty="0" smtClean="0">
                <a:solidFill>
                  <a:srgbClr val="131313"/>
                </a:solidFill>
                <a:latin typeface="Times New Roman"/>
                <a:cs typeface="Times New Roman"/>
              </a:rPr>
              <a:t>e</a:t>
            </a:r>
            <a:r>
              <a:rPr sz="1500" dirty="0" smtClean="0">
                <a:solidFill>
                  <a:srgbClr val="131313"/>
                </a:solidFill>
                <a:latin typeface="Times New Roman"/>
                <a:cs typeface="Times New Roman"/>
              </a:rPr>
              <a:t>two</a:t>
            </a:r>
            <a:r>
              <a:rPr lang="en-US" sz="1500" dirty="0" smtClean="0">
                <a:solidFill>
                  <a:srgbClr val="131313"/>
                </a:solidFill>
                <a:latin typeface="Times New Roman"/>
                <a:cs typeface="Times New Roman"/>
              </a:rPr>
              <a:t>r</a:t>
            </a:r>
            <a:r>
              <a:rPr sz="1500" dirty="0" smtClean="0">
                <a:solidFill>
                  <a:srgbClr val="131313"/>
                </a:solidFill>
                <a:latin typeface="Times New Roman"/>
                <a:cs typeface="Times New Roman"/>
              </a:rPr>
              <a:t>k</a:t>
            </a:r>
            <a:r>
              <a:rPr sz="1500" spc="195" dirty="0" smtClean="0">
                <a:solidFill>
                  <a:srgbClr val="131313"/>
                </a:solidFill>
                <a:latin typeface="Times New Roman"/>
                <a:cs typeface="Times New Roman"/>
              </a:rPr>
              <a:t> </a:t>
            </a:r>
            <a:r>
              <a:rPr sz="1500" spc="-40" dirty="0" smtClean="0">
                <a:latin typeface="Times New Roman"/>
                <a:cs typeface="Times New Roman"/>
              </a:rPr>
              <a:t>interfaces</a:t>
            </a:r>
            <a:r>
              <a:rPr lang="en-US" sz="1500" spc="-40" dirty="0" smtClean="0">
                <a:latin typeface="Times New Roman"/>
                <a:cs typeface="Times New Roman"/>
              </a:rPr>
              <a:t>,</a:t>
            </a:r>
            <a:r>
              <a:rPr sz="1500" spc="-60" dirty="0" smtClean="0">
                <a:latin typeface="Times New Roman"/>
                <a:cs typeface="Times New Roman"/>
              </a:rPr>
              <a:t> </a:t>
            </a:r>
            <a:r>
              <a:rPr lang="en-US" sz="1500" dirty="0" smtClean="0">
                <a:latin typeface="Times New Roman"/>
                <a:cs typeface="Times New Roman"/>
              </a:rPr>
              <a:t>a</a:t>
            </a:r>
            <a:r>
              <a:rPr sz="1500" dirty="0" smtClean="0">
                <a:latin typeface="Times New Roman"/>
                <a:cs typeface="Times New Roman"/>
              </a:rPr>
              <a:t>nd</a:t>
            </a:r>
            <a:r>
              <a:rPr sz="1500" spc="80" dirty="0" smtClean="0">
                <a:latin typeface="Times New Roman"/>
                <a:cs typeface="Times New Roman"/>
              </a:rPr>
              <a:t> </a:t>
            </a:r>
            <a:r>
              <a:rPr sz="1500" dirty="0" smtClean="0">
                <a:latin typeface="Times New Roman"/>
                <a:cs typeface="Times New Roman"/>
              </a:rPr>
              <a:t>m</a:t>
            </a:r>
            <a:r>
              <a:rPr lang="en-US" sz="1500" dirty="0" smtClean="0">
                <a:latin typeface="Times New Roman"/>
                <a:cs typeface="Times New Roman"/>
              </a:rPr>
              <a:t>a</a:t>
            </a:r>
            <a:r>
              <a:rPr sz="1500" dirty="0" smtClean="0">
                <a:latin typeface="Times New Roman"/>
                <a:cs typeface="Times New Roman"/>
              </a:rPr>
              <a:t>naging</a:t>
            </a:r>
            <a:r>
              <a:rPr sz="1500" spc="95" dirty="0" smtClean="0">
                <a:latin typeface="Times New Roman"/>
                <a:cs typeface="Times New Roman"/>
              </a:rPr>
              <a:t> </a:t>
            </a:r>
            <a:r>
              <a:rPr sz="1500" spc="-30" dirty="0" smtClean="0">
                <a:latin typeface="Times New Roman"/>
                <a:cs typeface="Times New Roman"/>
              </a:rPr>
              <a:t>system</a:t>
            </a:r>
            <a:r>
              <a:rPr sz="1500" spc="-70" dirty="0" smtClean="0">
                <a:latin typeface="Times New Roman"/>
                <a:cs typeface="Times New Roman"/>
              </a:rPr>
              <a:t> </a:t>
            </a:r>
            <a:r>
              <a:rPr sz="1500" spc="-10" dirty="0" smtClean="0">
                <a:latin typeface="Times New Roman"/>
                <a:cs typeface="Times New Roman"/>
              </a:rPr>
              <a:t>resou</a:t>
            </a:r>
            <a:r>
              <a:rPr lang="en-US" sz="1500" spc="-10" dirty="0" smtClean="0">
                <a:latin typeface="Times New Roman"/>
                <a:cs typeface="Times New Roman"/>
              </a:rPr>
              <a:t>rces</a:t>
            </a:r>
            <a:endParaRPr sz="1500" dirty="0" smtClean="0">
              <a:latin typeface="Times New Roman"/>
              <a:cs typeface="Times New Roman"/>
            </a:endParaRPr>
          </a:p>
          <a:p>
            <a:pPr marL="577850" marR="5080" indent="-228600">
              <a:spcBef>
                <a:spcPts val="600"/>
              </a:spcBef>
              <a:spcAft>
                <a:spcPts val="600"/>
              </a:spcAft>
              <a:buFont typeface="Arial" panose="020B0604020202020204" pitchFamily="34" charset="0"/>
              <a:buChar char="•"/>
            </a:pPr>
            <a:r>
              <a:rPr sz="1450" b="1" dirty="0" smtClean="0">
                <a:solidFill>
                  <a:srgbClr val="FF0000"/>
                </a:solidFill>
                <a:latin typeface="Times New Roman"/>
                <a:cs typeface="Times New Roman"/>
              </a:rPr>
              <a:t>File</a:t>
            </a:r>
            <a:r>
              <a:rPr sz="1450" b="1" spc="65" dirty="0" smtClean="0">
                <a:solidFill>
                  <a:srgbClr val="FF0000"/>
                </a:solidFill>
                <a:latin typeface="Times New Roman"/>
                <a:cs typeface="Times New Roman"/>
              </a:rPr>
              <a:t> </a:t>
            </a:r>
            <a:r>
              <a:rPr lang="en-US" sz="1450" b="1" dirty="0" smtClean="0">
                <a:solidFill>
                  <a:srgbClr val="FF0000"/>
                </a:solidFill>
                <a:latin typeface="Times New Roman"/>
                <a:cs typeface="Times New Roman"/>
              </a:rPr>
              <a:t>a</a:t>
            </a:r>
            <a:r>
              <a:rPr sz="1450" b="1" dirty="0" smtClean="0">
                <a:solidFill>
                  <a:srgbClr val="FF0000"/>
                </a:solidFill>
                <a:latin typeface="Times New Roman"/>
                <a:cs typeface="Times New Roman"/>
              </a:rPr>
              <a:t>nd</a:t>
            </a:r>
            <a:r>
              <a:rPr sz="1450" b="1" spc="120" dirty="0" smtClean="0">
                <a:solidFill>
                  <a:srgbClr val="FF0000"/>
                </a:solidFill>
                <a:latin typeface="Times New Roman"/>
                <a:cs typeface="Times New Roman"/>
              </a:rPr>
              <a:t> </a:t>
            </a:r>
            <a:r>
              <a:rPr sz="1450" b="1" dirty="0" smtClean="0">
                <a:solidFill>
                  <a:srgbClr val="FF0000"/>
                </a:solidFill>
                <a:latin typeface="Times New Roman"/>
                <a:cs typeface="Times New Roman"/>
              </a:rPr>
              <a:t>P</a:t>
            </a:r>
            <a:r>
              <a:rPr lang="en-US" sz="1450" b="1" dirty="0" smtClean="0">
                <a:solidFill>
                  <a:srgbClr val="FF0000"/>
                </a:solidFill>
                <a:latin typeface="Times New Roman"/>
                <a:cs typeface="Times New Roman"/>
              </a:rPr>
              <a:t>r</a:t>
            </a:r>
            <a:r>
              <a:rPr sz="1450" b="1" dirty="0" smtClean="0">
                <a:solidFill>
                  <a:srgbClr val="FF0000"/>
                </a:solidFill>
                <a:latin typeface="Times New Roman"/>
                <a:cs typeface="Times New Roman"/>
              </a:rPr>
              <a:t>int</a:t>
            </a:r>
            <a:r>
              <a:rPr sz="1450" b="1" spc="-10" dirty="0" smtClean="0">
                <a:solidFill>
                  <a:srgbClr val="FF0000"/>
                </a:solidFill>
                <a:latin typeface="Times New Roman"/>
                <a:cs typeface="Times New Roman"/>
              </a:rPr>
              <a:t> </a:t>
            </a:r>
            <a:r>
              <a:rPr sz="1450" b="1" spc="-10" dirty="0">
                <a:solidFill>
                  <a:srgbClr val="FF0000"/>
                </a:solidFill>
                <a:latin typeface="Times New Roman"/>
                <a:cs typeface="Times New Roman"/>
              </a:rPr>
              <a:t>Services</a:t>
            </a:r>
            <a:r>
              <a:rPr sz="1450" b="1" spc="5" dirty="0">
                <a:solidFill>
                  <a:srgbClr val="FF0000"/>
                </a:solidFill>
                <a:latin typeface="Times New Roman"/>
                <a:cs typeface="Times New Roman"/>
              </a:rPr>
              <a:t> </a:t>
            </a:r>
            <a:r>
              <a:rPr sz="1450" dirty="0">
                <a:solidFill>
                  <a:srgbClr val="67674F"/>
                </a:solidFill>
                <a:latin typeface="Times New Roman"/>
                <a:cs typeface="Times New Roman"/>
              </a:rPr>
              <a:t>:</a:t>
            </a:r>
            <a:r>
              <a:rPr sz="1450" spc="-65" dirty="0">
                <a:solidFill>
                  <a:srgbClr val="67674F"/>
                </a:solidFill>
                <a:latin typeface="Times New Roman"/>
                <a:cs typeface="Times New Roman"/>
              </a:rPr>
              <a:t> </a:t>
            </a:r>
            <a:r>
              <a:rPr sz="1450" dirty="0">
                <a:latin typeface="Times New Roman"/>
                <a:cs typeface="Times New Roman"/>
              </a:rPr>
              <a:t>involve</a:t>
            </a:r>
            <a:r>
              <a:rPr sz="1450" spc="90" dirty="0">
                <a:latin typeface="Times New Roman"/>
                <a:cs typeface="Times New Roman"/>
              </a:rPr>
              <a:t> </a:t>
            </a:r>
            <a:r>
              <a:rPr sz="1450" dirty="0" smtClean="0">
                <a:latin typeface="Times New Roman"/>
                <a:cs typeface="Times New Roman"/>
              </a:rPr>
              <a:t>sha</a:t>
            </a:r>
            <a:r>
              <a:rPr lang="en-US" sz="1450" dirty="0" smtClean="0">
                <a:latin typeface="Times New Roman"/>
                <a:cs typeface="Times New Roman"/>
              </a:rPr>
              <a:t>r</a:t>
            </a:r>
            <a:r>
              <a:rPr sz="1450" dirty="0" smtClean="0">
                <a:latin typeface="Times New Roman"/>
                <a:cs typeface="Times New Roman"/>
              </a:rPr>
              <a:t>ing</a:t>
            </a:r>
            <a:r>
              <a:rPr sz="1450" spc="90" dirty="0" smtClean="0">
                <a:latin typeface="Times New Roman"/>
                <a:cs typeface="Times New Roman"/>
              </a:rPr>
              <a:t> </a:t>
            </a:r>
            <a:r>
              <a:rPr lang="en-US" sz="1450" spc="90" dirty="0" smtClean="0">
                <a:latin typeface="Times New Roman"/>
                <a:cs typeface="Times New Roman"/>
              </a:rPr>
              <a:t>of </a:t>
            </a:r>
            <a:r>
              <a:rPr sz="1450" spc="-25" dirty="0" smtClean="0">
                <a:solidFill>
                  <a:srgbClr val="212121"/>
                </a:solidFill>
                <a:latin typeface="Times New Roman"/>
                <a:cs typeface="Times New Roman"/>
              </a:rPr>
              <a:t>files</a:t>
            </a:r>
            <a:r>
              <a:rPr sz="1450" spc="65" dirty="0" smtClean="0">
                <a:solidFill>
                  <a:srgbClr val="212121"/>
                </a:solidFill>
                <a:latin typeface="Times New Roman"/>
                <a:cs typeface="Times New Roman"/>
              </a:rPr>
              <a:t> </a:t>
            </a:r>
            <a:r>
              <a:rPr sz="1450" dirty="0">
                <a:latin typeface="Times New Roman"/>
                <a:cs typeface="Times New Roman"/>
              </a:rPr>
              <a:t>and</a:t>
            </a:r>
            <a:r>
              <a:rPr sz="1450" spc="85" dirty="0">
                <a:latin typeface="Times New Roman"/>
                <a:cs typeface="Times New Roman"/>
              </a:rPr>
              <a:t> </a:t>
            </a:r>
            <a:r>
              <a:rPr sz="1450" dirty="0" smtClean="0">
                <a:solidFill>
                  <a:srgbClr val="181818"/>
                </a:solidFill>
                <a:latin typeface="Times New Roman"/>
                <a:cs typeface="Times New Roman"/>
              </a:rPr>
              <a:t>p</a:t>
            </a:r>
            <a:r>
              <a:rPr lang="en-US" sz="1450" dirty="0" smtClean="0">
                <a:solidFill>
                  <a:srgbClr val="181818"/>
                </a:solidFill>
                <a:latin typeface="Times New Roman"/>
                <a:cs typeface="Times New Roman"/>
              </a:rPr>
              <a:t>ri</a:t>
            </a:r>
            <a:r>
              <a:rPr sz="1450" dirty="0" smtClean="0">
                <a:solidFill>
                  <a:srgbClr val="181818"/>
                </a:solidFill>
                <a:latin typeface="Times New Roman"/>
                <a:cs typeface="Times New Roman"/>
              </a:rPr>
              <a:t>nters</a:t>
            </a:r>
            <a:r>
              <a:rPr sz="1450" spc="75" dirty="0" smtClean="0">
                <a:solidFill>
                  <a:srgbClr val="181818"/>
                </a:solidFill>
                <a:latin typeface="Times New Roman"/>
                <a:cs typeface="Times New Roman"/>
              </a:rPr>
              <a:t> </a:t>
            </a:r>
            <a:r>
              <a:rPr sz="1450" dirty="0">
                <a:latin typeface="Times New Roman"/>
                <a:cs typeface="Times New Roman"/>
              </a:rPr>
              <a:t>across</a:t>
            </a:r>
            <a:r>
              <a:rPr sz="1450" spc="85" dirty="0">
                <a:latin typeface="Times New Roman"/>
                <a:cs typeface="Times New Roman"/>
              </a:rPr>
              <a:t> </a:t>
            </a:r>
            <a:r>
              <a:rPr sz="1450" dirty="0">
                <a:solidFill>
                  <a:srgbClr val="1A1803"/>
                </a:solidFill>
                <a:latin typeface="Times New Roman"/>
                <a:cs typeface="Times New Roman"/>
              </a:rPr>
              <a:t>a</a:t>
            </a:r>
            <a:r>
              <a:rPr sz="1450" spc="105" dirty="0">
                <a:solidFill>
                  <a:srgbClr val="1A1803"/>
                </a:solidFill>
                <a:latin typeface="Times New Roman"/>
                <a:cs typeface="Times New Roman"/>
              </a:rPr>
              <a:t> </a:t>
            </a:r>
            <a:r>
              <a:rPr sz="1450" dirty="0" smtClean="0">
                <a:latin typeface="Times New Roman"/>
                <a:cs typeface="Times New Roman"/>
              </a:rPr>
              <a:t>net</a:t>
            </a:r>
            <a:r>
              <a:rPr lang="en-US" sz="1450" spc="-60" dirty="0" smtClean="0">
                <a:latin typeface="Times New Roman"/>
                <a:cs typeface="Times New Roman"/>
              </a:rPr>
              <a:t>work </a:t>
            </a:r>
          </a:p>
          <a:p>
            <a:pPr marL="577850" marR="5080" indent="-228600">
              <a:spcBef>
                <a:spcPts val="600"/>
              </a:spcBef>
              <a:spcAft>
                <a:spcPts val="600"/>
              </a:spcAft>
              <a:buFont typeface="Arial" panose="020B0604020202020204" pitchFamily="34" charset="0"/>
              <a:buChar char="•"/>
            </a:pPr>
            <a:r>
              <a:rPr lang="en-US" sz="1450" dirty="0" smtClean="0">
                <a:solidFill>
                  <a:schemeClr val="tx1"/>
                </a:solidFill>
                <a:latin typeface="Times New Roman"/>
                <a:cs typeface="Times New Roman"/>
              </a:rPr>
              <a:t>P</a:t>
            </a:r>
            <a:r>
              <a:rPr sz="1450" dirty="0" smtClean="0">
                <a:solidFill>
                  <a:schemeClr val="tx1"/>
                </a:solidFill>
                <a:latin typeface="Times New Roman"/>
                <a:cs typeface="Times New Roman"/>
              </a:rPr>
              <a:t>r</a:t>
            </a:r>
            <a:r>
              <a:rPr lang="en-US" sz="1450" dirty="0" smtClean="0">
                <a:solidFill>
                  <a:schemeClr val="tx1"/>
                </a:solidFill>
                <a:latin typeface="Times New Roman"/>
                <a:cs typeface="Times New Roman"/>
              </a:rPr>
              <a:t>ovide</a:t>
            </a:r>
            <a:r>
              <a:rPr lang="en-US" sz="1450" spc="125" dirty="0">
                <a:solidFill>
                  <a:schemeClr val="tx1"/>
                </a:solidFill>
                <a:latin typeface="Times New Roman"/>
                <a:cs typeface="Times New Roman"/>
              </a:rPr>
              <a:t> </a:t>
            </a:r>
            <a:r>
              <a:rPr lang="en-US" sz="1450" spc="125" dirty="0" smtClean="0">
                <a:solidFill>
                  <a:schemeClr val="tx1"/>
                </a:solidFill>
                <a:latin typeface="Times New Roman"/>
                <a:cs typeface="Times New Roman"/>
              </a:rPr>
              <a:t>file </a:t>
            </a:r>
            <a:r>
              <a:rPr sz="1450" dirty="0" smtClean="0">
                <a:solidFill>
                  <a:schemeClr val="tx1"/>
                </a:solidFill>
                <a:latin typeface="Times New Roman"/>
                <a:cs typeface="Times New Roman"/>
              </a:rPr>
              <a:t>and</a:t>
            </a:r>
            <a:r>
              <a:rPr sz="1450" spc="145" dirty="0" smtClean="0">
                <a:solidFill>
                  <a:schemeClr val="tx1"/>
                </a:solidFill>
                <a:latin typeface="Times New Roman"/>
                <a:cs typeface="Times New Roman"/>
              </a:rPr>
              <a:t> </a:t>
            </a:r>
            <a:r>
              <a:rPr sz="1450" dirty="0">
                <a:solidFill>
                  <a:schemeClr val="tx1"/>
                </a:solidFill>
                <a:latin typeface="Times New Roman"/>
                <a:cs typeface="Times New Roman"/>
              </a:rPr>
              <a:t>print</a:t>
            </a:r>
            <a:r>
              <a:rPr sz="1450" spc="75" dirty="0">
                <a:solidFill>
                  <a:schemeClr val="tx1"/>
                </a:solidFill>
                <a:latin typeface="Times New Roman"/>
                <a:cs typeface="Times New Roman"/>
              </a:rPr>
              <a:t> </a:t>
            </a:r>
            <a:r>
              <a:rPr sz="1450" dirty="0">
                <a:solidFill>
                  <a:schemeClr val="tx1"/>
                </a:solidFill>
                <a:latin typeface="Times New Roman"/>
                <a:cs typeface="Times New Roman"/>
              </a:rPr>
              <a:t>services</a:t>
            </a:r>
            <a:r>
              <a:rPr sz="1450" spc="105" dirty="0">
                <a:solidFill>
                  <a:schemeClr val="tx1"/>
                </a:solidFill>
                <a:latin typeface="Times New Roman"/>
                <a:cs typeface="Times New Roman"/>
              </a:rPr>
              <a:t> </a:t>
            </a:r>
            <a:r>
              <a:rPr lang="en-US" sz="1450" dirty="0" smtClean="0">
                <a:solidFill>
                  <a:schemeClr val="tx1"/>
                </a:solidFill>
                <a:latin typeface="Times New Roman"/>
                <a:cs typeface="Times New Roman"/>
              </a:rPr>
              <a:t>us</a:t>
            </a:r>
            <a:r>
              <a:rPr sz="1450" dirty="0" smtClean="0">
                <a:solidFill>
                  <a:schemeClr val="tx1"/>
                </a:solidFill>
                <a:latin typeface="Times New Roman"/>
                <a:cs typeface="Times New Roman"/>
              </a:rPr>
              <a:t>ing</a:t>
            </a:r>
            <a:r>
              <a:rPr sz="1450" spc="-30" dirty="0" smtClean="0">
                <a:solidFill>
                  <a:schemeClr val="tx1"/>
                </a:solidFill>
                <a:latin typeface="Times New Roman"/>
                <a:cs typeface="Times New Roman"/>
              </a:rPr>
              <a:t> </a:t>
            </a:r>
            <a:r>
              <a:rPr sz="1450" dirty="0" smtClean="0">
                <a:solidFill>
                  <a:schemeClr val="tx1"/>
                </a:solidFill>
                <a:latin typeface="Times New Roman"/>
                <a:cs typeface="Times New Roman"/>
              </a:rPr>
              <a:t>v</a:t>
            </a:r>
            <a:r>
              <a:rPr lang="en-US" sz="1450" dirty="0" smtClean="0">
                <a:solidFill>
                  <a:schemeClr val="tx1"/>
                </a:solidFill>
                <a:latin typeface="Times New Roman"/>
                <a:cs typeface="Times New Roman"/>
              </a:rPr>
              <a:t>arious</a:t>
            </a:r>
            <a:r>
              <a:rPr sz="1450" spc="130" dirty="0" smtClean="0">
                <a:solidFill>
                  <a:schemeClr val="tx1"/>
                </a:solidFill>
                <a:latin typeface="Times New Roman"/>
                <a:cs typeface="Times New Roman"/>
              </a:rPr>
              <a:t> </a:t>
            </a:r>
            <a:r>
              <a:rPr sz="1450" spc="-10" dirty="0" smtClean="0">
                <a:solidFill>
                  <a:schemeClr val="tx1"/>
                </a:solidFill>
                <a:latin typeface="Times New Roman"/>
                <a:cs typeface="Times New Roman"/>
              </a:rPr>
              <a:t>p</a:t>
            </a:r>
            <a:r>
              <a:rPr lang="en-US" sz="1450" spc="-10" dirty="0" smtClean="0">
                <a:solidFill>
                  <a:schemeClr val="tx1"/>
                </a:solidFill>
                <a:latin typeface="Times New Roman"/>
                <a:cs typeface="Times New Roman"/>
              </a:rPr>
              <a:t>rot</a:t>
            </a:r>
            <a:r>
              <a:rPr sz="1450" spc="-10" dirty="0" smtClean="0">
                <a:solidFill>
                  <a:schemeClr val="tx1"/>
                </a:solidFill>
                <a:latin typeface="Times New Roman"/>
                <a:cs typeface="Times New Roman"/>
              </a:rPr>
              <a:t>o</a:t>
            </a:r>
            <a:r>
              <a:rPr lang="en-US" sz="1450" spc="-10" dirty="0" smtClean="0">
                <a:solidFill>
                  <a:schemeClr val="tx1"/>
                </a:solidFill>
                <a:latin typeface="Times New Roman"/>
                <a:cs typeface="Times New Roman"/>
              </a:rPr>
              <a:t>co</a:t>
            </a:r>
            <a:r>
              <a:rPr sz="1450" spc="-10" dirty="0" smtClean="0">
                <a:solidFill>
                  <a:schemeClr val="tx1"/>
                </a:solidFill>
                <a:latin typeface="Times New Roman"/>
                <a:cs typeface="Times New Roman"/>
              </a:rPr>
              <a:t>ls</a:t>
            </a:r>
            <a:r>
              <a:rPr lang="en-US" sz="1450" spc="-10" dirty="0" smtClean="0">
                <a:solidFill>
                  <a:schemeClr val="tx1"/>
                </a:solidFill>
                <a:latin typeface="Times New Roman"/>
                <a:cs typeface="Times New Roman"/>
              </a:rPr>
              <a:t>, </a:t>
            </a:r>
            <a:r>
              <a:rPr sz="1450" spc="-10" dirty="0" smtClean="0">
                <a:solidFill>
                  <a:schemeClr val="tx1"/>
                </a:solidFill>
                <a:latin typeface="Times New Roman"/>
                <a:cs typeface="Times New Roman"/>
              </a:rPr>
              <a:t>such</a:t>
            </a:r>
            <a:r>
              <a:rPr sz="1450" spc="-55" dirty="0" smtClean="0">
                <a:solidFill>
                  <a:schemeClr val="tx1"/>
                </a:solidFill>
                <a:latin typeface="Times New Roman"/>
                <a:cs typeface="Times New Roman"/>
              </a:rPr>
              <a:t> </a:t>
            </a:r>
            <a:r>
              <a:rPr lang="en-US" sz="1450" dirty="0" smtClean="0">
                <a:solidFill>
                  <a:schemeClr val="tx1"/>
                </a:solidFill>
                <a:latin typeface="Times New Roman"/>
                <a:cs typeface="Times New Roman"/>
              </a:rPr>
              <a:t>a</a:t>
            </a:r>
            <a:r>
              <a:rPr sz="1450" dirty="0" smtClean="0">
                <a:solidFill>
                  <a:schemeClr val="tx1"/>
                </a:solidFill>
                <a:latin typeface="Times New Roman"/>
                <a:cs typeface="Times New Roman"/>
              </a:rPr>
              <a:t>s</a:t>
            </a:r>
            <a:r>
              <a:rPr lang="en-US" sz="1450" spc="80" dirty="0">
                <a:solidFill>
                  <a:schemeClr val="tx1"/>
                </a:solidFill>
                <a:latin typeface="Times New Roman"/>
                <a:cs typeface="Times New Roman"/>
              </a:rPr>
              <a:t> </a:t>
            </a:r>
            <a:r>
              <a:rPr sz="1450" b="1" spc="-10" dirty="0" smtClean="0">
                <a:solidFill>
                  <a:schemeClr val="tx1"/>
                </a:solidFill>
                <a:latin typeface="Times New Roman"/>
                <a:cs typeface="Times New Roman"/>
              </a:rPr>
              <a:t>NFS</a:t>
            </a:r>
            <a:r>
              <a:rPr lang="en-US" sz="1450" spc="-10" dirty="0" smtClean="0">
                <a:solidFill>
                  <a:schemeClr val="tx1"/>
                </a:solidFill>
                <a:latin typeface="Times New Roman"/>
                <a:cs typeface="Times New Roman"/>
              </a:rPr>
              <a:t> </a:t>
            </a:r>
            <a:r>
              <a:rPr sz="1550" spc="-20" dirty="0" smtClean="0">
                <a:solidFill>
                  <a:schemeClr val="tx1"/>
                </a:solidFill>
                <a:latin typeface="Times New Roman"/>
                <a:cs typeface="Times New Roman"/>
              </a:rPr>
              <a:t>and</a:t>
            </a:r>
            <a:r>
              <a:rPr sz="1550" spc="-60" dirty="0" smtClean="0">
                <a:solidFill>
                  <a:schemeClr val="tx1"/>
                </a:solidFill>
                <a:latin typeface="Times New Roman"/>
                <a:cs typeface="Times New Roman"/>
              </a:rPr>
              <a:t> </a:t>
            </a:r>
            <a:r>
              <a:rPr sz="1550" b="1" spc="-20" dirty="0">
                <a:solidFill>
                  <a:schemeClr val="tx1"/>
                </a:solidFill>
                <a:latin typeface="Times New Roman"/>
                <a:cs typeface="Times New Roman"/>
              </a:rPr>
              <a:t>Samba</a:t>
            </a:r>
            <a:r>
              <a:rPr sz="1550" dirty="0">
                <a:solidFill>
                  <a:srgbClr val="131313"/>
                </a:solidFill>
                <a:latin typeface="Times New Roman"/>
                <a:cs typeface="Times New Roman"/>
              </a:rPr>
              <a:t>	</a:t>
            </a:r>
            <a:endParaRPr sz="1550" dirty="0">
              <a:latin typeface="Times New Roman"/>
              <a:cs typeface="Times New Roman"/>
            </a:endParaRPr>
          </a:p>
        </p:txBody>
      </p:sp>
      <p:sp>
        <p:nvSpPr>
          <p:cNvPr id="9" name="object 7"/>
          <p:cNvSpPr txBox="1">
            <a:spLocks/>
          </p:cNvSpPr>
          <p:nvPr/>
        </p:nvSpPr>
        <p:spPr>
          <a:xfrm>
            <a:off x="139700" y="65519"/>
            <a:ext cx="5711679" cy="382156"/>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12700">
              <a:spcBef>
                <a:spcPts val="100"/>
              </a:spcBef>
            </a:pPr>
            <a:r>
              <a:rPr lang="en-US" sz="2400" b="1" spc="75" dirty="0" smtClean="0">
                <a:solidFill>
                  <a:srgbClr val="FF0000"/>
                </a:solidFill>
                <a:latin typeface="Times New Roman"/>
                <a:cs typeface="Times New Roman"/>
              </a:rPr>
              <a:t>Linux</a:t>
            </a:r>
            <a:r>
              <a:rPr lang="en-US" sz="2400" b="1" spc="190" dirty="0" smtClean="0">
                <a:solidFill>
                  <a:srgbClr val="FF0000"/>
                </a:solidFill>
                <a:latin typeface="Times New Roman"/>
                <a:cs typeface="Times New Roman"/>
              </a:rPr>
              <a:t> </a:t>
            </a:r>
            <a:r>
              <a:rPr lang="en-US" sz="2400" b="1" spc="65" dirty="0" smtClean="0">
                <a:solidFill>
                  <a:srgbClr val="FF0000"/>
                </a:solidFill>
                <a:latin typeface="Times New Roman"/>
                <a:cs typeface="Times New Roman"/>
              </a:rPr>
              <a:t>Service/Server </a:t>
            </a:r>
            <a:r>
              <a:rPr lang="en-US" sz="2400" b="1" spc="55" dirty="0" smtClean="0">
                <a:solidFill>
                  <a:srgbClr val="FF0000"/>
                </a:solidFill>
                <a:latin typeface="Times New Roman"/>
                <a:cs typeface="Times New Roman"/>
              </a:rPr>
              <a:t>Administration </a:t>
            </a:r>
            <a:endParaRPr lang="en-US" sz="2400" b="1" dirty="0">
              <a:solidFill>
                <a:srgbClr val="FF0000"/>
              </a:solidFill>
              <a:latin typeface="Times New Roman"/>
              <a:cs typeface="Times New Roman"/>
            </a:endParaRPr>
          </a:p>
        </p:txBody>
      </p:sp>
      <p:sp>
        <p:nvSpPr>
          <p:cNvPr id="16" name="Date Placeholder 15"/>
          <p:cNvSpPr>
            <a:spLocks noGrp="1"/>
          </p:cNvSpPr>
          <p:nvPr>
            <p:ph type="dt" sz="half" idx="6"/>
          </p:nvPr>
        </p:nvSpPr>
        <p:spPr/>
        <p:txBody>
          <a:bodyPr/>
          <a:lstStyle/>
          <a:p>
            <a:fld id="{8FBA8A3D-536C-4D39-8F83-E6ADF7C65383}"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22860" y="449787"/>
            <a:ext cx="5984240" cy="3655488"/>
          </a:xfrm>
          <a:prstGeom prst="rect">
            <a:avLst/>
          </a:prstGeom>
        </p:spPr>
        <p:txBody>
          <a:bodyPr vert="horz" wrap="square" lIns="0" tIns="130175" rIns="0" bIns="0" rtlCol="0">
            <a:spAutoFit/>
          </a:bodyPr>
          <a:lstStyle/>
          <a:p>
            <a:pPr marL="228600" indent="-217488">
              <a:lnSpc>
                <a:spcPct val="100000"/>
              </a:lnSpc>
              <a:spcBef>
                <a:spcPts val="100"/>
              </a:spcBef>
              <a:buFont typeface="Arial" panose="020B0604020202020204" pitchFamily="34" charset="0"/>
              <a:buChar char="•"/>
            </a:pPr>
            <a:r>
              <a:rPr lang="en-US" sz="1600" b="1" dirty="0">
                <a:solidFill>
                  <a:srgbClr val="FF0000"/>
                </a:solidFill>
                <a:latin typeface="Times New Roman"/>
                <a:cs typeface="Times New Roman"/>
              </a:rPr>
              <a:t>W</a:t>
            </a:r>
            <a:r>
              <a:rPr lang="en-US" sz="1600" b="1" dirty="0" smtClean="0">
                <a:solidFill>
                  <a:srgbClr val="FF0000"/>
                </a:solidFill>
                <a:latin typeface="Times New Roman"/>
                <a:cs typeface="Times New Roman"/>
              </a:rPr>
              <a:t>eb</a:t>
            </a:r>
            <a:r>
              <a:rPr lang="en-US" sz="1600" b="1" spc="105" dirty="0" smtClean="0">
                <a:solidFill>
                  <a:srgbClr val="FF0000"/>
                </a:solidFill>
                <a:latin typeface="Times New Roman"/>
                <a:cs typeface="Times New Roman"/>
              </a:rPr>
              <a:t> </a:t>
            </a:r>
            <a:r>
              <a:rPr lang="en-US" sz="1600" b="1" dirty="0">
                <a:solidFill>
                  <a:srgbClr val="FF0000"/>
                </a:solidFill>
                <a:latin typeface="Times New Roman"/>
                <a:cs typeface="Times New Roman"/>
              </a:rPr>
              <a:t>S</a:t>
            </a:r>
            <a:r>
              <a:rPr lang="en-US" sz="1600" b="1" dirty="0" smtClean="0">
                <a:solidFill>
                  <a:srgbClr val="FF0000"/>
                </a:solidFill>
                <a:latin typeface="Times New Roman"/>
                <a:cs typeface="Times New Roman"/>
              </a:rPr>
              <a:t>ervices:</a:t>
            </a:r>
            <a:r>
              <a:rPr lang="en-US" sz="1600" b="1" spc="125" dirty="0" smtClean="0">
                <a:solidFill>
                  <a:srgbClr val="FF0000"/>
                </a:solidFill>
                <a:latin typeface="Times New Roman"/>
                <a:cs typeface="Times New Roman"/>
              </a:rPr>
              <a:t> </a:t>
            </a:r>
            <a:r>
              <a:rPr lang="en-US" sz="1600" spc="-25" dirty="0" smtClean="0">
                <a:solidFill>
                  <a:schemeClr val="tx1"/>
                </a:solidFill>
                <a:latin typeface="Times New Roman"/>
                <a:cs typeface="Times New Roman"/>
              </a:rPr>
              <a:t>involve</a:t>
            </a:r>
            <a:r>
              <a:rPr lang="en-US" sz="1600" spc="90" dirty="0" smtClean="0">
                <a:solidFill>
                  <a:schemeClr val="tx1"/>
                </a:solidFill>
                <a:latin typeface="Times New Roman"/>
                <a:cs typeface="Times New Roman"/>
              </a:rPr>
              <a:t> </a:t>
            </a:r>
            <a:r>
              <a:rPr lang="en-US" sz="1600" dirty="0" smtClean="0">
                <a:solidFill>
                  <a:srgbClr val="FF0000"/>
                </a:solidFill>
                <a:latin typeface="Times New Roman"/>
                <a:cs typeface="Times New Roman"/>
              </a:rPr>
              <a:t>hosting</a:t>
            </a:r>
            <a:r>
              <a:rPr lang="en-US" sz="1600" spc="40" dirty="0" smtClean="0">
                <a:solidFill>
                  <a:schemeClr val="tx1"/>
                </a:solidFill>
                <a:latin typeface="Times New Roman"/>
                <a:cs typeface="Times New Roman"/>
              </a:rPr>
              <a:t> </a:t>
            </a:r>
            <a:r>
              <a:rPr lang="en-US" sz="1600" dirty="0" smtClean="0">
                <a:solidFill>
                  <a:schemeClr val="tx1"/>
                </a:solidFill>
                <a:latin typeface="Times New Roman"/>
                <a:cs typeface="Times New Roman"/>
              </a:rPr>
              <a:t>and</a:t>
            </a:r>
            <a:r>
              <a:rPr lang="en-US" sz="1600" spc="30" dirty="0" smtClean="0">
                <a:solidFill>
                  <a:schemeClr val="tx1"/>
                </a:solidFill>
                <a:latin typeface="Times New Roman"/>
                <a:cs typeface="Times New Roman"/>
              </a:rPr>
              <a:t> </a:t>
            </a:r>
            <a:r>
              <a:rPr lang="en-US" sz="1600" dirty="0" smtClean="0">
                <a:solidFill>
                  <a:srgbClr val="FF0000"/>
                </a:solidFill>
                <a:latin typeface="Times New Roman"/>
                <a:cs typeface="Times New Roman"/>
              </a:rPr>
              <a:t>serving</a:t>
            </a:r>
            <a:r>
              <a:rPr lang="en-US" sz="1600" spc="120" dirty="0" smtClean="0">
                <a:solidFill>
                  <a:srgbClr val="FF0000"/>
                </a:solidFill>
                <a:latin typeface="Times New Roman"/>
                <a:cs typeface="Times New Roman"/>
              </a:rPr>
              <a:t> </a:t>
            </a:r>
            <a:r>
              <a:rPr lang="en-US" sz="1600" spc="-100" dirty="0" smtClean="0">
                <a:solidFill>
                  <a:srgbClr val="FF0000"/>
                </a:solidFill>
                <a:latin typeface="Times New Roman"/>
                <a:cs typeface="Times New Roman"/>
              </a:rPr>
              <a:t>web</a:t>
            </a:r>
            <a:r>
              <a:rPr lang="en-US" sz="1600" spc="40" dirty="0" smtClean="0">
                <a:solidFill>
                  <a:srgbClr val="FF0000"/>
                </a:solidFill>
                <a:latin typeface="Times New Roman"/>
                <a:cs typeface="Times New Roman"/>
              </a:rPr>
              <a:t> </a:t>
            </a:r>
            <a:r>
              <a:rPr lang="en-US" sz="1600" dirty="0" smtClean="0">
                <a:solidFill>
                  <a:srgbClr val="FF0000"/>
                </a:solidFill>
                <a:latin typeface="Times New Roman"/>
                <a:cs typeface="Times New Roman"/>
              </a:rPr>
              <a:t>content</a:t>
            </a:r>
            <a:r>
              <a:rPr lang="en-US" sz="1600" dirty="0" smtClean="0">
                <a:solidFill>
                  <a:schemeClr val="tx1"/>
                </a:solidFill>
                <a:latin typeface="Times New Roman"/>
                <a:cs typeface="Times New Roman"/>
              </a:rPr>
              <a:t>,</a:t>
            </a:r>
            <a:r>
              <a:rPr lang="en-US" sz="1600" spc="150" dirty="0" smtClean="0">
                <a:solidFill>
                  <a:schemeClr val="tx1"/>
                </a:solidFill>
                <a:latin typeface="Times New Roman"/>
                <a:cs typeface="Times New Roman"/>
              </a:rPr>
              <a:t> </a:t>
            </a:r>
            <a:r>
              <a:rPr lang="en-US" sz="1600" dirty="0" smtClean="0">
                <a:solidFill>
                  <a:schemeClr val="tx1"/>
                </a:solidFill>
                <a:latin typeface="Times New Roman"/>
                <a:cs typeface="Times New Roman"/>
              </a:rPr>
              <a:t>such as</a:t>
            </a:r>
            <a:r>
              <a:rPr lang="en-US" sz="1600" spc="125" dirty="0" smtClean="0">
                <a:solidFill>
                  <a:schemeClr val="tx1"/>
                </a:solidFill>
                <a:latin typeface="Times New Roman"/>
                <a:cs typeface="Times New Roman"/>
              </a:rPr>
              <a:t> </a:t>
            </a:r>
            <a:r>
              <a:rPr lang="en-US" sz="1600" dirty="0" smtClean="0">
                <a:solidFill>
                  <a:srgbClr val="FF0000"/>
                </a:solidFill>
                <a:latin typeface="Times New Roman"/>
                <a:cs typeface="Times New Roman"/>
              </a:rPr>
              <a:t>web</a:t>
            </a:r>
            <a:r>
              <a:rPr lang="en-US" sz="1600" spc="70" dirty="0" smtClean="0">
                <a:solidFill>
                  <a:srgbClr val="FF0000"/>
                </a:solidFill>
                <a:latin typeface="Times New Roman"/>
                <a:cs typeface="Times New Roman"/>
              </a:rPr>
              <a:t> </a:t>
            </a:r>
            <a:r>
              <a:rPr lang="en-US" sz="1600" spc="-10" dirty="0" smtClean="0">
                <a:solidFill>
                  <a:srgbClr val="FF0000"/>
                </a:solidFill>
                <a:latin typeface="Times New Roman"/>
                <a:cs typeface="Times New Roman"/>
              </a:rPr>
              <a:t>pages,</a:t>
            </a:r>
            <a:r>
              <a:rPr lang="en-US" sz="1600" spc="-10" dirty="0" smtClean="0">
                <a:solidFill>
                  <a:schemeClr val="tx1"/>
                </a:solidFill>
                <a:latin typeface="Times New Roman"/>
                <a:cs typeface="Times New Roman"/>
              </a:rPr>
              <a:t> </a:t>
            </a:r>
            <a:r>
              <a:rPr lang="en-US" sz="1600" dirty="0" smtClean="0">
                <a:solidFill>
                  <a:srgbClr val="FF0000"/>
                </a:solidFill>
                <a:latin typeface="Times New Roman"/>
                <a:cs typeface="Times New Roman"/>
              </a:rPr>
              <a:t>web</a:t>
            </a:r>
            <a:r>
              <a:rPr lang="en-US" sz="1600" spc="80" dirty="0" smtClean="0">
                <a:solidFill>
                  <a:srgbClr val="FF0000"/>
                </a:solidFill>
                <a:latin typeface="Times New Roman"/>
                <a:cs typeface="Times New Roman"/>
              </a:rPr>
              <a:t> </a:t>
            </a:r>
            <a:r>
              <a:rPr lang="en-US" sz="1600" spc="-25" dirty="0" smtClean="0">
                <a:solidFill>
                  <a:srgbClr val="FF0000"/>
                </a:solidFill>
                <a:latin typeface="Times New Roman"/>
                <a:cs typeface="Times New Roman"/>
              </a:rPr>
              <a:t>applications</a:t>
            </a:r>
            <a:r>
              <a:rPr lang="en-US" sz="1600" spc="170" dirty="0" smtClean="0">
                <a:solidFill>
                  <a:srgbClr val="FF0000"/>
                </a:solidFill>
                <a:latin typeface="Times New Roman"/>
                <a:cs typeface="Times New Roman"/>
              </a:rPr>
              <a:t> </a:t>
            </a:r>
            <a:r>
              <a:rPr lang="en-US" sz="1600" dirty="0" smtClean="0">
                <a:solidFill>
                  <a:schemeClr val="tx1"/>
                </a:solidFill>
                <a:latin typeface="Times New Roman"/>
                <a:cs typeface="Times New Roman"/>
              </a:rPr>
              <a:t>using</a:t>
            </a:r>
            <a:r>
              <a:rPr lang="en-US" sz="1600" spc="-30" dirty="0" smtClean="0">
                <a:solidFill>
                  <a:schemeClr val="tx1"/>
                </a:solidFill>
                <a:latin typeface="Times New Roman"/>
                <a:cs typeface="Times New Roman"/>
              </a:rPr>
              <a:t> </a:t>
            </a:r>
            <a:r>
              <a:rPr lang="en-US" sz="1600" dirty="0" smtClean="0">
                <a:solidFill>
                  <a:schemeClr val="tx1"/>
                </a:solidFill>
                <a:latin typeface="Times New Roman"/>
                <a:cs typeface="Times New Roman"/>
              </a:rPr>
              <a:t>various</a:t>
            </a:r>
            <a:r>
              <a:rPr lang="en-US" sz="1600" spc="20" dirty="0" smtClean="0">
                <a:solidFill>
                  <a:schemeClr val="tx1"/>
                </a:solidFill>
                <a:latin typeface="Times New Roman"/>
                <a:cs typeface="Times New Roman"/>
              </a:rPr>
              <a:t> </a:t>
            </a:r>
            <a:r>
              <a:rPr lang="en-US" sz="1600" dirty="0" smtClean="0">
                <a:solidFill>
                  <a:schemeClr val="tx1"/>
                </a:solidFill>
                <a:latin typeface="Times New Roman"/>
                <a:cs typeface="Times New Roman"/>
              </a:rPr>
              <a:t>web</a:t>
            </a:r>
            <a:r>
              <a:rPr lang="en-US" sz="1600" spc="15" dirty="0" smtClean="0">
                <a:solidFill>
                  <a:schemeClr val="tx1"/>
                </a:solidFill>
                <a:latin typeface="Times New Roman"/>
                <a:cs typeface="Times New Roman"/>
              </a:rPr>
              <a:t> </a:t>
            </a:r>
            <a:r>
              <a:rPr lang="en-US" sz="1600" dirty="0" smtClean="0">
                <a:solidFill>
                  <a:schemeClr val="tx1"/>
                </a:solidFill>
                <a:latin typeface="Times New Roman"/>
                <a:cs typeface="Times New Roman"/>
              </a:rPr>
              <a:t>servers</a:t>
            </a:r>
            <a:r>
              <a:rPr lang="en-US" sz="1600" spc="45" dirty="0" smtClean="0">
                <a:solidFill>
                  <a:schemeClr val="tx1"/>
                </a:solidFill>
                <a:latin typeface="Times New Roman"/>
                <a:cs typeface="Times New Roman"/>
              </a:rPr>
              <a:t> </a:t>
            </a:r>
            <a:r>
              <a:rPr lang="en-US" sz="1600" dirty="0" smtClean="0">
                <a:solidFill>
                  <a:schemeClr val="tx1"/>
                </a:solidFill>
                <a:latin typeface="Times New Roman"/>
                <a:cs typeface="Times New Roman"/>
              </a:rPr>
              <a:t>e.g.</a:t>
            </a:r>
            <a:r>
              <a:rPr lang="en-US" sz="1600" spc="80" dirty="0" smtClean="0">
                <a:solidFill>
                  <a:schemeClr val="tx1"/>
                </a:solidFill>
                <a:latin typeface="Times New Roman"/>
                <a:cs typeface="Times New Roman"/>
              </a:rPr>
              <a:t> </a:t>
            </a:r>
            <a:r>
              <a:rPr lang="en-US" sz="1600" b="1" spc="-20" dirty="0" smtClean="0">
                <a:solidFill>
                  <a:schemeClr val="tx1"/>
                </a:solidFill>
                <a:latin typeface="Times New Roman"/>
                <a:cs typeface="Times New Roman"/>
              </a:rPr>
              <a:t>Apache server</a:t>
            </a:r>
          </a:p>
          <a:p>
            <a:pPr marL="228600" indent="-217488">
              <a:lnSpc>
                <a:spcPct val="100000"/>
              </a:lnSpc>
              <a:spcBef>
                <a:spcPts val="1025"/>
              </a:spcBef>
              <a:buFont typeface="Arial" panose="020B0604020202020204" pitchFamily="34" charset="0"/>
              <a:buChar char="•"/>
            </a:pPr>
            <a:r>
              <a:rPr lang="en-US" sz="1600" b="1" spc="45" dirty="0" smtClean="0">
                <a:solidFill>
                  <a:srgbClr val="FF0000"/>
                </a:solidFill>
                <a:latin typeface="Times New Roman"/>
                <a:cs typeface="Times New Roman"/>
              </a:rPr>
              <a:t>D</a:t>
            </a:r>
            <a:r>
              <a:rPr sz="1600" b="1" spc="45" dirty="0" smtClean="0">
                <a:solidFill>
                  <a:srgbClr val="FF0000"/>
                </a:solidFill>
                <a:latin typeface="Times New Roman"/>
                <a:cs typeface="Times New Roman"/>
              </a:rPr>
              <a:t>at</a:t>
            </a:r>
            <a:r>
              <a:rPr lang="en-US" sz="1600" b="1" spc="45" dirty="0" smtClean="0">
                <a:solidFill>
                  <a:srgbClr val="FF0000"/>
                </a:solidFill>
                <a:latin typeface="Times New Roman"/>
                <a:cs typeface="Times New Roman"/>
              </a:rPr>
              <a:t>a</a:t>
            </a:r>
            <a:r>
              <a:rPr sz="1600" b="1" spc="45" dirty="0" smtClean="0">
                <a:solidFill>
                  <a:srgbClr val="FF0000"/>
                </a:solidFill>
                <a:latin typeface="Times New Roman"/>
                <a:cs typeface="Times New Roman"/>
              </a:rPr>
              <a:t>b</a:t>
            </a:r>
            <a:r>
              <a:rPr lang="en-US" sz="1600" b="1" spc="45" dirty="0" smtClean="0">
                <a:solidFill>
                  <a:srgbClr val="FF0000"/>
                </a:solidFill>
                <a:latin typeface="Times New Roman"/>
                <a:cs typeface="Times New Roman"/>
              </a:rPr>
              <a:t>a</a:t>
            </a:r>
            <a:r>
              <a:rPr sz="1600" b="1" spc="45" dirty="0" smtClean="0">
                <a:solidFill>
                  <a:srgbClr val="FF0000"/>
                </a:solidFill>
                <a:latin typeface="Times New Roman"/>
                <a:cs typeface="Times New Roman"/>
              </a:rPr>
              <a:t>se</a:t>
            </a:r>
            <a:r>
              <a:rPr sz="1600" b="1" spc="114" dirty="0" smtClean="0">
                <a:solidFill>
                  <a:srgbClr val="FF0000"/>
                </a:solidFill>
                <a:latin typeface="Times New Roman"/>
                <a:cs typeface="Times New Roman"/>
              </a:rPr>
              <a:t> </a:t>
            </a:r>
            <a:r>
              <a:rPr lang="en-US" sz="1600" b="1" spc="10" dirty="0" smtClean="0">
                <a:solidFill>
                  <a:srgbClr val="FF0000"/>
                </a:solidFill>
                <a:latin typeface="Times New Roman"/>
                <a:cs typeface="Times New Roman"/>
              </a:rPr>
              <a:t>S</a:t>
            </a:r>
            <a:r>
              <a:rPr sz="1600" b="1" spc="10" dirty="0" smtClean="0">
                <a:solidFill>
                  <a:srgbClr val="FF0000"/>
                </a:solidFill>
                <a:latin typeface="Times New Roman"/>
                <a:cs typeface="Times New Roman"/>
              </a:rPr>
              <a:t>ervices</a:t>
            </a:r>
            <a:r>
              <a:rPr lang="en-US" sz="1600" spc="10" dirty="0" smtClean="0">
                <a:solidFill>
                  <a:schemeClr val="tx1"/>
                </a:solidFill>
                <a:latin typeface="Times New Roman"/>
                <a:cs typeface="Times New Roman"/>
              </a:rPr>
              <a:t>: </a:t>
            </a:r>
            <a:r>
              <a:rPr sz="1600" spc="10" dirty="0" smtClean="0">
                <a:solidFill>
                  <a:srgbClr val="FF0000"/>
                </a:solidFill>
                <a:latin typeface="Times New Roman"/>
                <a:cs typeface="Times New Roman"/>
              </a:rPr>
              <a:t>st</a:t>
            </a:r>
            <a:r>
              <a:rPr lang="en-US" sz="1600" spc="10" dirty="0" smtClean="0">
                <a:solidFill>
                  <a:srgbClr val="FF0000"/>
                </a:solidFill>
                <a:latin typeface="Times New Roman"/>
                <a:cs typeface="Times New Roman"/>
              </a:rPr>
              <a:t>ori</a:t>
            </a:r>
            <a:r>
              <a:rPr sz="1600" spc="10" dirty="0" smtClean="0">
                <a:solidFill>
                  <a:srgbClr val="FF0000"/>
                </a:solidFill>
                <a:latin typeface="Times New Roman"/>
                <a:cs typeface="Times New Roman"/>
              </a:rPr>
              <a:t>ng</a:t>
            </a:r>
            <a:r>
              <a:rPr sz="1600" spc="55" dirty="0" smtClean="0">
                <a:solidFill>
                  <a:schemeClr val="tx1"/>
                </a:solidFill>
                <a:latin typeface="Times New Roman"/>
                <a:cs typeface="Times New Roman"/>
              </a:rPr>
              <a:t> </a:t>
            </a:r>
            <a:r>
              <a:rPr sz="1600" spc="10" dirty="0">
                <a:solidFill>
                  <a:schemeClr val="tx1"/>
                </a:solidFill>
                <a:latin typeface="Times New Roman"/>
                <a:cs typeface="Times New Roman"/>
              </a:rPr>
              <a:t>and</a:t>
            </a:r>
            <a:r>
              <a:rPr sz="1600" spc="185" dirty="0">
                <a:solidFill>
                  <a:schemeClr val="tx1"/>
                </a:solidFill>
                <a:latin typeface="Times New Roman"/>
                <a:cs typeface="Times New Roman"/>
              </a:rPr>
              <a:t> </a:t>
            </a:r>
            <a:r>
              <a:rPr sz="1600" dirty="0">
                <a:solidFill>
                  <a:srgbClr val="FF0000"/>
                </a:solidFill>
                <a:latin typeface="Times New Roman"/>
                <a:cs typeface="Times New Roman"/>
              </a:rPr>
              <a:t>managing</a:t>
            </a:r>
            <a:r>
              <a:rPr sz="1600" spc="-45" dirty="0">
                <a:solidFill>
                  <a:srgbClr val="FF0000"/>
                </a:solidFill>
                <a:latin typeface="Times New Roman"/>
                <a:cs typeface="Times New Roman"/>
              </a:rPr>
              <a:t> </a:t>
            </a:r>
            <a:r>
              <a:rPr lang="en-US" sz="1600" dirty="0" smtClean="0">
                <a:solidFill>
                  <a:schemeClr val="tx1"/>
                </a:solidFill>
                <a:latin typeface="Times New Roman"/>
                <a:cs typeface="Times New Roman"/>
              </a:rPr>
              <a:t>da</a:t>
            </a:r>
            <a:r>
              <a:rPr sz="1600" dirty="0" smtClean="0">
                <a:solidFill>
                  <a:schemeClr val="tx1"/>
                </a:solidFill>
                <a:latin typeface="Times New Roman"/>
                <a:cs typeface="Times New Roman"/>
              </a:rPr>
              <a:t>ta</a:t>
            </a:r>
            <a:r>
              <a:rPr sz="1600" spc="125" dirty="0" smtClean="0">
                <a:solidFill>
                  <a:schemeClr val="tx1"/>
                </a:solidFill>
                <a:latin typeface="Times New Roman"/>
                <a:cs typeface="Times New Roman"/>
              </a:rPr>
              <a:t> </a:t>
            </a:r>
            <a:r>
              <a:rPr sz="1600" spc="50" dirty="0" smtClean="0">
                <a:solidFill>
                  <a:schemeClr val="tx1"/>
                </a:solidFill>
                <a:latin typeface="Times New Roman"/>
                <a:cs typeface="Times New Roman"/>
              </a:rPr>
              <a:t>u</a:t>
            </a:r>
            <a:r>
              <a:rPr lang="en-US" sz="1600" spc="50" dirty="0" smtClean="0">
                <a:solidFill>
                  <a:schemeClr val="tx1"/>
                </a:solidFill>
                <a:latin typeface="Times New Roman"/>
                <a:cs typeface="Times New Roman"/>
              </a:rPr>
              <a:t>si</a:t>
            </a:r>
            <a:r>
              <a:rPr sz="1600" spc="50" dirty="0" smtClean="0">
                <a:solidFill>
                  <a:schemeClr val="tx1"/>
                </a:solidFill>
                <a:latin typeface="Times New Roman"/>
                <a:cs typeface="Times New Roman"/>
              </a:rPr>
              <a:t>ng</a:t>
            </a:r>
            <a:r>
              <a:rPr sz="1600" spc="20" dirty="0" smtClean="0">
                <a:solidFill>
                  <a:schemeClr val="tx1"/>
                </a:solidFill>
                <a:latin typeface="Times New Roman"/>
                <a:cs typeface="Times New Roman"/>
              </a:rPr>
              <a:t> </a:t>
            </a:r>
            <a:r>
              <a:rPr sz="1600" spc="-10" dirty="0" smtClean="0">
                <a:solidFill>
                  <a:schemeClr val="tx1"/>
                </a:solidFill>
                <a:latin typeface="Times New Roman"/>
                <a:cs typeface="Times New Roman"/>
              </a:rPr>
              <a:t>a</a:t>
            </a:r>
            <a:r>
              <a:rPr lang="en-US" sz="1600" spc="-10" dirty="0" smtClean="0">
                <a:solidFill>
                  <a:schemeClr val="tx1"/>
                </a:solidFill>
                <a:latin typeface="Times New Roman"/>
                <a:cs typeface="Times New Roman"/>
              </a:rPr>
              <a:t> </a:t>
            </a:r>
            <a:r>
              <a:rPr sz="1600" spc="-10" dirty="0" smtClean="0">
                <a:solidFill>
                  <a:schemeClr val="tx1"/>
                </a:solidFill>
                <a:latin typeface="Times New Roman"/>
                <a:cs typeface="Times New Roman"/>
              </a:rPr>
              <a:t>data</a:t>
            </a:r>
            <a:r>
              <a:rPr lang="en-US" sz="1600" spc="-10" dirty="0" smtClean="0">
                <a:solidFill>
                  <a:schemeClr val="tx1"/>
                </a:solidFill>
                <a:latin typeface="Times New Roman"/>
                <a:cs typeface="Times New Roman"/>
              </a:rPr>
              <a:t>b</a:t>
            </a:r>
            <a:r>
              <a:rPr sz="1600" spc="-10" dirty="0" smtClean="0">
                <a:solidFill>
                  <a:schemeClr val="tx1"/>
                </a:solidFill>
                <a:latin typeface="Times New Roman"/>
                <a:cs typeface="Times New Roman"/>
              </a:rPr>
              <a:t>ase</a:t>
            </a:r>
            <a:r>
              <a:rPr lang="en-US" sz="1600" spc="-10" dirty="0" smtClean="0">
                <a:solidFill>
                  <a:schemeClr val="tx1"/>
                </a:solidFill>
                <a:latin typeface="Times New Roman"/>
                <a:cs typeface="Times New Roman"/>
              </a:rPr>
              <a:t> m</a:t>
            </a:r>
            <a:r>
              <a:rPr sz="1600" spc="-10" dirty="0" smtClean="0">
                <a:solidFill>
                  <a:schemeClr val="tx1"/>
                </a:solidFill>
                <a:latin typeface="Times New Roman"/>
                <a:cs typeface="Times New Roman"/>
              </a:rPr>
              <a:t>anagement</a:t>
            </a:r>
            <a:r>
              <a:rPr sz="1600" dirty="0" smtClean="0">
                <a:solidFill>
                  <a:schemeClr val="tx1"/>
                </a:solidFill>
                <a:latin typeface="Times New Roman"/>
                <a:cs typeface="Times New Roman"/>
              </a:rPr>
              <a:t> </a:t>
            </a:r>
            <a:r>
              <a:rPr sz="1600" spc="-25" dirty="0">
                <a:solidFill>
                  <a:schemeClr val="tx1"/>
                </a:solidFill>
                <a:latin typeface="Times New Roman"/>
                <a:cs typeface="Times New Roman"/>
              </a:rPr>
              <a:t>system</a:t>
            </a:r>
            <a:r>
              <a:rPr sz="1600" spc="65" dirty="0">
                <a:solidFill>
                  <a:schemeClr val="tx1"/>
                </a:solidFill>
                <a:latin typeface="Times New Roman"/>
                <a:cs typeface="Times New Roman"/>
              </a:rPr>
              <a:t> </a:t>
            </a:r>
            <a:r>
              <a:rPr sz="1600" spc="-50" dirty="0">
                <a:solidFill>
                  <a:schemeClr val="tx1"/>
                </a:solidFill>
                <a:latin typeface="Times New Roman"/>
                <a:cs typeface="Times New Roman"/>
              </a:rPr>
              <a:t>(DBMS)</a:t>
            </a:r>
            <a:r>
              <a:rPr sz="1600" spc="25" dirty="0">
                <a:solidFill>
                  <a:schemeClr val="tx1"/>
                </a:solidFill>
                <a:latin typeface="Times New Roman"/>
                <a:cs typeface="Times New Roman"/>
              </a:rPr>
              <a:t> </a:t>
            </a:r>
            <a:r>
              <a:rPr sz="1600" dirty="0" err="1">
                <a:solidFill>
                  <a:schemeClr val="tx1"/>
                </a:solidFill>
                <a:latin typeface="Times New Roman"/>
                <a:cs typeface="Times New Roman"/>
              </a:rPr>
              <a:t>e.g</a:t>
            </a:r>
            <a:r>
              <a:rPr sz="1600" spc="-40" dirty="0">
                <a:solidFill>
                  <a:schemeClr val="tx1"/>
                </a:solidFill>
                <a:latin typeface="Times New Roman"/>
                <a:cs typeface="Times New Roman"/>
              </a:rPr>
              <a:t> </a:t>
            </a:r>
            <a:r>
              <a:rPr lang="en-US" sz="1600" b="1" spc="-40" dirty="0" smtClean="0">
                <a:solidFill>
                  <a:schemeClr val="tx1"/>
                </a:solidFill>
                <a:latin typeface="Times New Roman"/>
                <a:cs typeface="Times New Roman"/>
              </a:rPr>
              <a:t>M</a:t>
            </a:r>
            <a:r>
              <a:rPr sz="1600" b="1" spc="-40" dirty="0" smtClean="0">
                <a:solidFill>
                  <a:schemeClr val="tx1"/>
                </a:solidFill>
                <a:latin typeface="Times New Roman"/>
                <a:cs typeface="Times New Roman"/>
              </a:rPr>
              <a:t>ySQ</a:t>
            </a:r>
            <a:r>
              <a:rPr lang="en-US" sz="1600" b="1" spc="-40" dirty="0" smtClean="0">
                <a:solidFill>
                  <a:schemeClr val="tx1"/>
                </a:solidFill>
                <a:latin typeface="Times New Roman"/>
                <a:cs typeface="Times New Roman"/>
              </a:rPr>
              <a:t>L</a:t>
            </a:r>
            <a:r>
              <a:rPr sz="1600" b="1" spc="-55" dirty="0" smtClean="0">
                <a:solidFill>
                  <a:schemeClr val="tx1"/>
                </a:solidFill>
                <a:latin typeface="Times New Roman"/>
                <a:cs typeface="Times New Roman"/>
              </a:rPr>
              <a:t> </a:t>
            </a:r>
            <a:r>
              <a:rPr sz="1600" dirty="0">
                <a:solidFill>
                  <a:schemeClr val="tx1"/>
                </a:solidFill>
                <a:latin typeface="Times New Roman"/>
                <a:cs typeface="Times New Roman"/>
              </a:rPr>
              <a:t>and</a:t>
            </a:r>
            <a:r>
              <a:rPr sz="1600" spc="45" dirty="0">
                <a:solidFill>
                  <a:schemeClr val="tx1"/>
                </a:solidFill>
                <a:latin typeface="Times New Roman"/>
                <a:cs typeface="Times New Roman"/>
              </a:rPr>
              <a:t> </a:t>
            </a:r>
            <a:r>
              <a:rPr sz="1600" b="1" spc="-10" dirty="0" smtClean="0">
                <a:solidFill>
                  <a:schemeClr val="tx1"/>
                </a:solidFill>
                <a:latin typeface="Times New Roman"/>
                <a:cs typeface="Times New Roman"/>
              </a:rPr>
              <a:t>P</a:t>
            </a:r>
            <a:r>
              <a:rPr lang="en-US" sz="1600" b="1" spc="-10" dirty="0">
                <a:solidFill>
                  <a:schemeClr val="tx1"/>
                </a:solidFill>
                <a:latin typeface="Times New Roman"/>
                <a:cs typeface="Times New Roman"/>
              </a:rPr>
              <a:t>o</a:t>
            </a:r>
            <a:r>
              <a:rPr sz="1600" b="1" spc="-10" dirty="0" smtClean="0">
                <a:solidFill>
                  <a:schemeClr val="tx1"/>
                </a:solidFill>
                <a:latin typeface="Times New Roman"/>
                <a:cs typeface="Times New Roman"/>
              </a:rPr>
              <a:t>stgreSQ</a:t>
            </a:r>
            <a:r>
              <a:rPr lang="en-US" sz="1600" b="1" spc="-10" dirty="0">
                <a:solidFill>
                  <a:schemeClr val="tx1"/>
                </a:solidFill>
                <a:latin typeface="Times New Roman"/>
                <a:cs typeface="Times New Roman"/>
              </a:rPr>
              <a:t>L</a:t>
            </a:r>
            <a:r>
              <a:rPr sz="1600" spc="-10" dirty="0" smtClean="0">
                <a:solidFill>
                  <a:schemeClr val="tx1"/>
                </a:solidFill>
                <a:latin typeface="Times New Roman"/>
                <a:cs typeface="Times New Roman"/>
              </a:rPr>
              <a:t>.</a:t>
            </a:r>
            <a:endParaRPr lang="en-US" sz="1600" spc="-10" dirty="0" smtClean="0">
              <a:solidFill>
                <a:schemeClr val="tx1"/>
              </a:solidFill>
              <a:latin typeface="Times New Roman"/>
              <a:cs typeface="Times New Roman"/>
            </a:endParaRPr>
          </a:p>
          <a:p>
            <a:pPr marL="228600" indent="-217488">
              <a:lnSpc>
                <a:spcPct val="100000"/>
              </a:lnSpc>
              <a:spcBef>
                <a:spcPts val="1040"/>
              </a:spcBef>
              <a:buFont typeface="Arial" panose="020B0604020202020204" pitchFamily="34" charset="0"/>
              <a:buChar char="•"/>
            </a:pPr>
            <a:r>
              <a:rPr lang="en-US" sz="1600" b="1" dirty="0" smtClean="0">
                <a:solidFill>
                  <a:srgbClr val="FF0000"/>
                </a:solidFill>
                <a:latin typeface="Times New Roman"/>
                <a:cs typeface="Times New Roman"/>
              </a:rPr>
              <a:t>Mail S</a:t>
            </a:r>
            <a:r>
              <a:rPr sz="1600" b="1" dirty="0" smtClean="0">
                <a:solidFill>
                  <a:srgbClr val="FF0000"/>
                </a:solidFill>
                <a:latin typeface="Times New Roman"/>
                <a:cs typeface="Times New Roman"/>
              </a:rPr>
              <a:t>ervices</a:t>
            </a:r>
            <a:r>
              <a:rPr sz="1600" b="1" dirty="0">
                <a:solidFill>
                  <a:srgbClr val="FF0000"/>
                </a:solidFill>
                <a:latin typeface="Times New Roman"/>
                <a:cs typeface="Times New Roman"/>
              </a:rPr>
              <a:t>:</a:t>
            </a:r>
            <a:r>
              <a:rPr sz="1600" b="1" spc="50" dirty="0">
                <a:solidFill>
                  <a:srgbClr val="FF0000"/>
                </a:solidFill>
                <a:latin typeface="Times New Roman"/>
                <a:cs typeface="Times New Roman"/>
              </a:rPr>
              <a:t> </a:t>
            </a:r>
            <a:r>
              <a:rPr sz="1600" b="1" dirty="0" smtClean="0">
                <a:solidFill>
                  <a:schemeClr val="tx1"/>
                </a:solidFill>
                <a:latin typeface="Times New Roman"/>
                <a:cs typeface="Times New Roman"/>
              </a:rPr>
              <a:t>sending</a:t>
            </a:r>
            <a:r>
              <a:rPr sz="1600" spc="-40" dirty="0" smtClean="0">
                <a:solidFill>
                  <a:schemeClr val="tx1"/>
                </a:solidFill>
                <a:latin typeface="Times New Roman"/>
                <a:cs typeface="Times New Roman"/>
              </a:rPr>
              <a:t> </a:t>
            </a:r>
            <a:r>
              <a:rPr sz="1600" dirty="0" smtClean="0">
                <a:solidFill>
                  <a:schemeClr val="tx1"/>
                </a:solidFill>
                <a:latin typeface="Times New Roman"/>
                <a:cs typeface="Times New Roman"/>
              </a:rPr>
              <a:t>and</a:t>
            </a:r>
            <a:r>
              <a:rPr sz="1600" spc="190" dirty="0" smtClean="0">
                <a:solidFill>
                  <a:schemeClr val="tx1"/>
                </a:solidFill>
                <a:latin typeface="Times New Roman"/>
                <a:cs typeface="Times New Roman"/>
              </a:rPr>
              <a:t> </a:t>
            </a:r>
            <a:r>
              <a:rPr sz="1600" b="1" dirty="0" smtClean="0">
                <a:solidFill>
                  <a:schemeClr val="tx1"/>
                </a:solidFill>
                <a:latin typeface="Times New Roman"/>
                <a:cs typeface="Times New Roman"/>
              </a:rPr>
              <a:t>receiving</a:t>
            </a:r>
            <a:r>
              <a:rPr sz="1600" b="1" spc="10" dirty="0" smtClean="0">
                <a:solidFill>
                  <a:schemeClr val="tx1"/>
                </a:solidFill>
                <a:latin typeface="Times New Roman"/>
                <a:cs typeface="Times New Roman"/>
              </a:rPr>
              <a:t> </a:t>
            </a:r>
            <a:r>
              <a:rPr sz="1600" b="1" dirty="0" smtClean="0">
                <a:solidFill>
                  <a:schemeClr val="tx1"/>
                </a:solidFill>
                <a:latin typeface="Times New Roman"/>
                <a:cs typeface="Times New Roman"/>
              </a:rPr>
              <a:t>email</a:t>
            </a:r>
            <a:r>
              <a:rPr sz="1600" b="1" spc="100" dirty="0" smtClean="0">
                <a:solidFill>
                  <a:schemeClr val="tx1"/>
                </a:solidFill>
                <a:latin typeface="Times New Roman"/>
                <a:cs typeface="Times New Roman"/>
              </a:rPr>
              <a:t> </a:t>
            </a:r>
            <a:r>
              <a:rPr sz="1600" b="1" dirty="0" smtClean="0">
                <a:solidFill>
                  <a:schemeClr val="tx1"/>
                </a:solidFill>
                <a:latin typeface="Times New Roman"/>
                <a:cs typeface="Times New Roman"/>
              </a:rPr>
              <a:t>messages</a:t>
            </a:r>
            <a:r>
              <a:rPr sz="1600" b="1" spc="155" dirty="0" smtClean="0">
                <a:solidFill>
                  <a:schemeClr val="tx1"/>
                </a:solidFill>
                <a:latin typeface="Times New Roman"/>
                <a:cs typeface="Times New Roman"/>
              </a:rPr>
              <a:t> </a:t>
            </a:r>
            <a:r>
              <a:rPr sz="1600" spc="-10" dirty="0" smtClean="0">
                <a:solidFill>
                  <a:schemeClr val="tx1"/>
                </a:solidFill>
                <a:latin typeface="Times New Roman"/>
                <a:cs typeface="Times New Roman"/>
              </a:rPr>
              <a:t>us</a:t>
            </a:r>
            <a:r>
              <a:rPr lang="en-US" sz="1600" spc="-10" dirty="0" smtClean="0">
                <a:solidFill>
                  <a:schemeClr val="tx1"/>
                </a:solidFill>
                <a:latin typeface="Times New Roman"/>
                <a:cs typeface="Times New Roman"/>
              </a:rPr>
              <a:t>in</a:t>
            </a:r>
            <a:r>
              <a:rPr sz="1600" spc="-10" dirty="0" smtClean="0">
                <a:solidFill>
                  <a:schemeClr val="tx1"/>
                </a:solidFill>
                <a:latin typeface="Times New Roman"/>
                <a:cs typeface="Times New Roman"/>
              </a:rPr>
              <a:t>g</a:t>
            </a:r>
            <a:r>
              <a:rPr sz="1600" spc="90" dirty="0" smtClean="0">
                <a:solidFill>
                  <a:schemeClr val="tx1"/>
                </a:solidFill>
                <a:latin typeface="Times New Roman"/>
                <a:cs typeface="Times New Roman"/>
              </a:rPr>
              <a:t> </a:t>
            </a:r>
            <a:r>
              <a:rPr sz="1600" dirty="0" smtClean="0">
                <a:solidFill>
                  <a:schemeClr val="tx1"/>
                </a:solidFill>
                <a:latin typeface="Times New Roman"/>
                <a:cs typeface="Times New Roman"/>
              </a:rPr>
              <a:t>mail</a:t>
            </a:r>
            <a:r>
              <a:rPr sz="1600" spc="45" dirty="0" smtClean="0">
                <a:solidFill>
                  <a:schemeClr val="tx1"/>
                </a:solidFill>
                <a:latin typeface="Times New Roman"/>
                <a:cs typeface="Times New Roman"/>
              </a:rPr>
              <a:t> </a:t>
            </a:r>
            <a:r>
              <a:rPr sz="1600" spc="-10" dirty="0" smtClean="0">
                <a:solidFill>
                  <a:schemeClr val="tx1"/>
                </a:solidFill>
                <a:latin typeface="Times New Roman"/>
                <a:cs typeface="Times New Roman"/>
              </a:rPr>
              <a:t>servers,</a:t>
            </a:r>
            <a:r>
              <a:rPr lang="en-US" sz="1600" spc="-10" dirty="0" smtClean="0">
                <a:solidFill>
                  <a:schemeClr val="tx1"/>
                </a:solidFill>
                <a:latin typeface="Times New Roman"/>
                <a:cs typeface="Times New Roman"/>
              </a:rPr>
              <a:t> such as </a:t>
            </a:r>
            <a:r>
              <a:rPr lang="en-US" sz="1600" b="1" spc="-10" dirty="0" smtClean="0">
                <a:solidFill>
                  <a:schemeClr val="tx1"/>
                </a:solidFill>
                <a:latin typeface="Times New Roman"/>
                <a:cs typeface="Times New Roman"/>
              </a:rPr>
              <a:t>Postfix</a:t>
            </a:r>
            <a:r>
              <a:rPr lang="en-US" sz="1600" spc="-10" dirty="0" smtClean="0">
                <a:solidFill>
                  <a:schemeClr val="tx1"/>
                </a:solidFill>
                <a:latin typeface="Times New Roman"/>
                <a:cs typeface="Times New Roman"/>
              </a:rPr>
              <a:t> and </a:t>
            </a:r>
            <a:r>
              <a:rPr lang="en-US" sz="1600" b="1" spc="-10" dirty="0" smtClean="0">
                <a:solidFill>
                  <a:schemeClr val="tx1"/>
                </a:solidFill>
                <a:latin typeface="Times New Roman"/>
                <a:cs typeface="Times New Roman"/>
              </a:rPr>
              <a:t>Exim</a:t>
            </a:r>
          </a:p>
          <a:p>
            <a:pPr marL="228600" indent="-217488">
              <a:lnSpc>
                <a:spcPct val="100000"/>
              </a:lnSpc>
              <a:spcBef>
                <a:spcPts val="1040"/>
              </a:spcBef>
              <a:buFont typeface="Arial" panose="020B0604020202020204" pitchFamily="34" charset="0"/>
              <a:buChar char="•"/>
            </a:pPr>
            <a:endParaRPr sz="200" b="1" dirty="0" smtClean="0">
              <a:solidFill>
                <a:schemeClr val="tx1"/>
              </a:solidFill>
              <a:latin typeface="Times New Roman"/>
              <a:cs typeface="Times New Roman"/>
            </a:endParaRPr>
          </a:p>
          <a:p>
            <a:pPr marL="228600" indent="-217488">
              <a:lnSpc>
                <a:spcPct val="100000"/>
              </a:lnSpc>
              <a:buFont typeface="Arial" panose="020B0604020202020204" pitchFamily="34" charset="0"/>
              <a:buChar char="•"/>
            </a:pPr>
            <a:r>
              <a:rPr lang="en-US" sz="1600" b="1" dirty="0" smtClean="0">
                <a:solidFill>
                  <a:srgbClr val="FF0000"/>
                </a:solidFill>
                <a:latin typeface="Times New Roman"/>
                <a:cs typeface="Times New Roman"/>
              </a:rPr>
              <a:t>V</a:t>
            </a:r>
            <a:r>
              <a:rPr sz="1600" b="1" dirty="0" smtClean="0">
                <a:solidFill>
                  <a:srgbClr val="FF0000"/>
                </a:solidFill>
                <a:latin typeface="Times New Roman"/>
                <a:cs typeface="Times New Roman"/>
              </a:rPr>
              <a:t>irtualization</a:t>
            </a:r>
            <a:r>
              <a:rPr sz="1600" dirty="0" smtClean="0">
                <a:solidFill>
                  <a:schemeClr val="tx1"/>
                </a:solidFill>
                <a:latin typeface="Times New Roman"/>
                <a:cs typeface="Times New Roman"/>
              </a:rPr>
              <a:t>:</a:t>
            </a:r>
            <a:r>
              <a:rPr sz="1600" spc="-45" dirty="0" smtClean="0">
                <a:solidFill>
                  <a:schemeClr val="tx1"/>
                </a:solidFill>
                <a:latin typeface="Times New Roman"/>
                <a:cs typeface="Times New Roman"/>
              </a:rPr>
              <a:t> </a:t>
            </a:r>
            <a:r>
              <a:rPr sz="1600" dirty="0" smtClean="0">
                <a:solidFill>
                  <a:schemeClr val="tx1"/>
                </a:solidFill>
                <a:latin typeface="Times New Roman"/>
                <a:cs typeface="Times New Roman"/>
              </a:rPr>
              <a:t>running multiple</a:t>
            </a:r>
            <a:r>
              <a:rPr sz="1600" spc="-10" dirty="0" smtClean="0">
                <a:solidFill>
                  <a:schemeClr val="tx1"/>
                </a:solidFill>
                <a:latin typeface="Times New Roman"/>
                <a:cs typeface="Times New Roman"/>
              </a:rPr>
              <a:t> </a:t>
            </a:r>
            <a:r>
              <a:rPr sz="1600" dirty="0" smtClean="0">
                <a:solidFill>
                  <a:schemeClr val="tx1"/>
                </a:solidFill>
                <a:latin typeface="Times New Roman"/>
                <a:cs typeface="Times New Roman"/>
              </a:rPr>
              <a:t>virtual</a:t>
            </a:r>
            <a:r>
              <a:rPr sz="1600" spc="70" dirty="0" smtClean="0">
                <a:solidFill>
                  <a:schemeClr val="tx1"/>
                </a:solidFill>
                <a:latin typeface="Times New Roman"/>
                <a:cs typeface="Times New Roman"/>
              </a:rPr>
              <a:t> </a:t>
            </a:r>
            <a:r>
              <a:rPr sz="1600" dirty="0" smtClean="0">
                <a:solidFill>
                  <a:schemeClr val="tx1"/>
                </a:solidFill>
                <a:latin typeface="Times New Roman"/>
                <a:cs typeface="Times New Roman"/>
              </a:rPr>
              <a:t>machines</a:t>
            </a:r>
            <a:r>
              <a:rPr sz="1600" spc="95" dirty="0" smtClean="0">
                <a:solidFill>
                  <a:schemeClr val="tx1"/>
                </a:solidFill>
                <a:latin typeface="Times New Roman"/>
                <a:cs typeface="Times New Roman"/>
              </a:rPr>
              <a:t> </a:t>
            </a:r>
            <a:r>
              <a:rPr sz="1600" dirty="0" smtClean="0">
                <a:solidFill>
                  <a:schemeClr val="tx1"/>
                </a:solidFill>
                <a:latin typeface="Times New Roman"/>
                <a:cs typeface="Times New Roman"/>
              </a:rPr>
              <a:t>on</a:t>
            </a:r>
            <a:r>
              <a:rPr sz="1600" spc="-5" dirty="0" smtClean="0">
                <a:solidFill>
                  <a:schemeClr val="tx1"/>
                </a:solidFill>
                <a:latin typeface="Times New Roman"/>
                <a:cs typeface="Times New Roman"/>
              </a:rPr>
              <a:t> </a:t>
            </a:r>
            <a:r>
              <a:rPr sz="1600" dirty="0" smtClean="0">
                <a:solidFill>
                  <a:schemeClr val="tx1"/>
                </a:solidFill>
                <a:latin typeface="Times New Roman"/>
                <a:cs typeface="Times New Roman"/>
              </a:rPr>
              <a:t>a</a:t>
            </a:r>
            <a:r>
              <a:rPr sz="1600" spc="-15" dirty="0" smtClean="0">
                <a:solidFill>
                  <a:schemeClr val="tx1"/>
                </a:solidFill>
                <a:latin typeface="Times New Roman"/>
                <a:cs typeface="Times New Roman"/>
              </a:rPr>
              <a:t> </a:t>
            </a:r>
            <a:r>
              <a:rPr sz="1600" spc="-10" dirty="0" smtClean="0">
                <a:solidFill>
                  <a:schemeClr val="tx1"/>
                </a:solidFill>
                <a:latin typeface="Times New Roman"/>
                <a:cs typeface="Times New Roman"/>
              </a:rPr>
              <a:t>single</a:t>
            </a:r>
            <a:r>
              <a:rPr sz="1600" spc="-20" dirty="0" smtClean="0">
                <a:solidFill>
                  <a:schemeClr val="tx1"/>
                </a:solidFill>
                <a:latin typeface="Times New Roman"/>
                <a:cs typeface="Times New Roman"/>
              </a:rPr>
              <a:t> </a:t>
            </a:r>
            <a:r>
              <a:rPr sz="1600" spc="-10" dirty="0" smtClean="0">
                <a:solidFill>
                  <a:schemeClr val="tx1"/>
                </a:solidFill>
                <a:latin typeface="Times New Roman"/>
                <a:cs typeface="Times New Roman"/>
              </a:rPr>
              <a:t>physical</a:t>
            </a:r>
            <a:r>
              <a:rPr lang="en-US" sz="1600" spc="-10" dirty="0" smtClean="0">
                <a:solidFill>
                  <a:schemeClr val="tx1"/>
                </a:solidFill>
                <a:latin typeface="Times New Roman"/>
                <a:cs typeface="Times New Roman"/>
              </a:rPr>
              <a:t> m</a:t>
            </a:r>
            <a:r>
              <a:rPr sz="1600" spc="-10" dirty="0" smtClean="0">
                <a:solidFill>
                  <a:schemeClr val="tx1"/>
                </a:solidFill>
                <a:latin typeface="Times New Roman"/>
                <a:cs typeface="Times New Roman"/>
              </a:rPr>
              <a:t>achine</a:t>
            </a:r>
            <a:r>
              <a:rPr sz="1600" spc="-70" dirty="0" smtClean="0">
                <a:solidFill>
                  <a:schemeClr val="tx1"/>
                </a:solidFill>
                <a:latin typeface="Times New Roman"/>
                <a:cs typeface="Times New Roman"/>
              </a:rPr>
              <a:t> </a:t>
            </a:r>
            <a:r>
              <a:rPr sz="1600" dirty="0" smtClean="0">
                <a:solidFill>
                  <a:schemeClr val="tx1"/>
                </a:solidFill>
                <a:latin typeface="Times New Roman"/>
                <a:cs typeface="Times New Roman"/>
              </a:rPr>
              <a:t>e.g.</a:t>
            </a:r>
            <a:r>
              <a:rPr sz="1600" spc="295" dirty="0" smtClean="0">
                <a:solidFill>
                  <a:schemeClr val="tx1"/>
                </a:solidFill>
                <a:latin typeface="Times New Roman"/>
                <a:cs typeface="Times New Roman"/>
              </a:rPr>
              <a:t> </a:t>
            </a:r>
            <a:r>
              <a:rPr lang="en-US" sz="1600" b="1" dirty="0" smtClean="0">
                <a:solidFill>
                  <a:schemeClr val="tx1"/>
                </a:solidFill>
                <a:latin typeface="Times New Roman"/>
                <a:cs typeface="Times New Roman"/>
              </a:rPr>
              <a:t>KVM</a:t>
            </a:r>
            <a:r>
              <a:rPr lang="en-US" sz="1600" dirty="0" smtClean="0">
                <a:solidFill>
                  <a:schemeClr val="tx1"/>
                </a:solidFill>
                <a:latin typeface="Times New Roman"/>
                <a:cs typeface="Times New Roman"/>
              </a:rPr>
              <a:t> and </a:t>
            </a:r>
            <a:r>
              <a:rPr lang="en-US" sz="1600" b="1" dirty="0" err="1" smtClean="0">
                <a:solidFill>
                  <a:schemeClr val="tx1"/>
                </a:solidFill>
                <a:latin typeface="Times New Roman"/>
                <a:cs typeface="Times New Roman"/>
              </a:rPr>
              <a:t>Xen</a:t>
            </a:r>
            <a:r>
              <a:rPr sz="1600" spc="-20" dirty="0" smtClean="0">
                <a:solidFill>
                  <a:schemeClr val="tx1"/>
                </a:solidFill>
                <a:latin typeface="Times New Roman"/>
                <a:cs typeface="Times New Roman"/>
              </a:rPr>
              <a:t>.</a:t>
            </a:r>
            <a:endParaRPr lang="en-US" sz="1600" spc="-20" dirty="0" smtClean="0">
              <a:solidFill>
                <a:schemeClr val="tx1"/>
              </a:solidFill>
              <a:latin typeface="Times New Roman"/>
              <a:cs typeface="Times New Roman"/>
            </a:endParaRPr>
          </a:p>
          <a:p>
            <a:pPr marL="228600" indent="-217488">
              <a:lnSpc>
                <a:spcPct val="100000"/>
              </a:lnSpc>
              <a:buFont typeface="Arial" panose="020B0604020202020204" pitchFamily="34" charset="0"/>
              <a:buChar char="•"/>
            </a:pPr>
            <a:endParaRPr sz="400" dirty="0" smtClean="0">
              <a:solidFill>
                <a:schemeClr val="tx1"/>
              </a:solidFill>
              <a:latin typeface="Times New Roman"/>
              <a:cs typeface="Times New Roman"/>
            </a:endParaRPr>
          </a:p>
          <a:p>
            <a:pPr marL="228600" marR="5080" indent="-217488" algn="just">
              <a:lnSpc>
                <a:spcPts val="2780"/>
              </a:lnSpc>
              <a:buFont typeface="Arial" panose="020B0604020202020204" pitchFamily="34" charset="0"/>
              <a:buChar char="•"/>
              <a:tabLst>
                <a:tab pos="5424805" algn="l"/>
              </a:tabLst>
            </a:pPr>
            <a:r>
              <a:rPr lang="en-US" sz="1600" b="1" dirty="0" smtClean="0">
                <a:solidFill>
                  <a:srgbClr val="FF0000"/>
                </a:solidFill>
                <a:latin typeface="Times New Roman"/>
                <a:cs typeface="Times New Roman"/>
              </a:rPr>
              <a:t>Se</a:t>
            </a:r>
            <a:r>
              <a:rPr sz="1600" b="1" dirty="0" smtClean="0">
                <a:solidFill>
                  <a:srgbClr val="FF0000"/>
                </a:solidFill>
                <a:latin typeface="Times New Roman"/>
                <a:cs typeface="Times New Roman"/>
              </a:rPr>
              <a:t>curity</a:t>
            </a:r>
            <a:r>
              <a:rPr sz="1600" b="1" spc="50" dirty="0" smtClean="0">
                <a:solidFill>
                  <a:srgbClr val="FF0000"/>
                </a:solidFill>
                <a:latin typeface="Times New Roman"/>
                <a:cs typeface="Times New Roman"/>
              </a:rPr>
              <a:t> </a:t>
            </a:r>
            <a:r>
              <a:rPr sz="1600" b="1" dirty="0">
                <a:solidFill>
                  <a:srgbClr val="FF0000"/>
                </a:solidFill>
                <a:latin typeface="Times New Roman"/>
                <a:cs typeface="Times New Roman"/>
              </a:rPr>
              <a:t>and</a:t>
            </a:r>
            <a:r>
              <a:rPr sz="1600" b="1" spc="160" dirty="0">
                <a:solidFill>
                  <a:srgbClr val="FF0000"/>
                </a:solidFill>
                <a:latin typeface="Times New Roman"/>
                <a:cs typeface="Times New Roman"/>
              </a:rPr>
              <a:t> </a:t>
            </a:r>
            <a:r>
              <a:rPr lang="en-US" sz="1600" b="1" spc="160" dirty="0" smtClean="0">
                <a:solidFill>
                  <a:srgbClr val="FF0000"/>
                </a:solidFill>
                <a:latin typeface="Times New Roman"/>
                <a:cs typeface="Times New Roman"/>
              </a:rPr>
              <a:t>m</a:t>
            </a:r>
            <a:r>
              <a:rPr sz="1600" b="1" dirty="0" smtClean="0">
                <a:solidFill>
                  <a:srgbClr val="FF0000"/>
                </a:solidFill>
                <a:latin typeface="Times New Roman"/>
                <a:cs typeface="Times New Roman"/>
              </a:rPr>
              <a:t>onit</a:t>
            </a:r>
            <a:r>
              <a:rPr lang="en-US" sz="1600" b="1" dirty="0" smtClean="0">
                <a:solidFill>
                  <a:srgbClr val="FF0000"/>
                </a:solidFill>
                <a:latin typeface="Times New Roman"/>
                <a:cs typeface="Times New Roman"/>
              </a:rPr>
              <a:t>o</a:t>
            </a:r>
            <a:r>
              <a:rPr sz="1600" b="1" dirty="0" smtClean="0">
                <a:solidFill>
                  <a:srgbClr val="FF0000"/>
                </a:solidFill>
                <a:latin typeface="Times New Roman"/>
                <a:cs typeface="Times New Roman"/>
              </a:rPr>
              <a:t>ring</a:t>
            </a:r>
            <a:r>
              <a:rPr lang="en-US" sz="1600" dirty="0" smtClean="0">
                <a:solidFill>
                  <a:schemeClr val="tx1"/>
                </a:solidFill>
                <a:latin typeface="Times New Roman"/>
                <a:cs typeface="Times New Roman"/>
              </a:rPr>
              <a:t>:</a:t>
            </a:r>
            <a:r>
              <a:rPr sz="1600" spc="195" dirty="0" smtClean="0">
                <a:solidFill>
                  <a:schemeClr val="tx1"/>
                </a:solidFill>
                <a:latin typeface="Times New Roman"/>
                <a:cs typeface="Times New Roman"/>
              </a:rPr>
              <a:t> </a:t>
            </a:r>
            <a:r>
              <a:rPr sz="1600" dirty="0" smtClean="0">
                <a:solidFill>
                  <a:schemeClr val="tx1"/>
                </a:solidFill>
                <a:latin typeface="Times New Roman"/>
                <a:cs typeface="Times New Roman"/>
              </a:rPr>
              <a:t>protecti</a:t>
            </a:r>
            <a:r>
              <a:rPr lang="en-US" sz="1600" dirty="0" smtClean="0">
                <a:solidFill>
                  <a:schemeClr val="tx1"/>
                </a:solidFill>
                <a:latin typeface="Times New Roman"/>
                <a:cs typeface="Times New Roman"/>
              </a:rPr>
              <a:t>n</a:t>
            </a:r>
            <a:r>
              <a:rPr sz="1600" dirty="0" smtClean="0">
                <a:solidFill>
                  <a:schemeClr val="tx1"/>
                </a:solidFill>
                <a:latin typeface="Times New Roman"/>
                <a:cs typeface="Times New Roman"/>
              </a:rPr>
              <a:t>g</a:t>
            </a:r>
            <a:r>
              <a:rPr sz="1600" spc="60" dirty="0" smtClean="0">
                <a:solidFill>
                  <a:schemeClr val="tx1"/>
                </a:solidFill>
                <a:latin typeface="Times New Roman"/>
                <a:cs typeface="Times New Roman"/>
              </a:rPr>
              <a:t> </a:t>
            </a:r>
            <a:r>
              <a:rPr sz="1600" dirty="0">
                <a:solidFill>
                  <a:schemeClr val="tx1"/>
                </a:solidFill>
                <a:latin typeface="Times New Roman"/>
                <a:cs typeface="Times New Roman"/>
              </a:rPr>
              <a:t>systems</a:t>
            </a:r>
            <a:r>
              <a:rPr sz="1600" spc="70" dirty="0">
                <a:solidFill>
                  <a:schemeClr val="tx1"/>
                </a:solidFill>
                <a:latin typeface="Times New Roman"/>
                <a:cs typeface="Times New Roman"/>
              </a:rPr>
              <a:t> </a:t>
            </a:r>
            <a:r>
              <a:rPr sz="1600" dirty="0">
                <a:solidFill>
                  <a:schemeClr val="tx1"/>
                </a:solidFill>
                <a:latin typeface="Times New Roman"/>
                <a:cs typeface="Times New Roman"/>
              </a:rPr>
              <a:t>and</a:t>
            </a:r>
            <a:r>
              <a:rPr sz="1600" spc="85" dirty="0">
                <a:solidFill>
                  <a:schemeClr val="tx1"/>
                </a:solidFill>
                <a:latin typeface="Times New Roman"/>
                <a:cs typeface="Times New Roman"/>
              </a:rPr>
              <a:t> </a:t>
            </a:r>
            <a:r>
              <a:rPr sz="1600" dirty="0" smtClean="0">
                <a:solidFill>
                  <a:schemeClr val="tx1"/>
                </a:solidFill>
                <a:latin typeface="Times New Roman"/>
                <a:cs typeface="Times New Roman"/>
              </a:rPr>
              <a:t>d</a:t>
            </a:r>
            <a:r>
              <a:rPr lang="en-US" sz="1600" dirty="0" smtClean="0">
                <a:solidFill>
                  <a:schemeClr val="tx1"/>
                </a:solidFill>
                <a:latin typeface="Times New Roman"/>
                <a:cs typeface="Times New Roman"/>
              </a:rPr>
              <a:t>a</a:t>
            </a:r>
            <a:r>
              <a:rPr sz="1600" dirty="0" smtClean="0">
                <a:solidFill>
                  <a:schemeClr val="tx1"/>
                </a:solidFill>
                <a:latin typeface="Times New Roman"/>
                <a:cs typeface="Times New Roman"/>
              </a:rPr>
              <a:t>ta</a:t>
            </a:r>
            <a:r>
              <a:rPr sz="1600" spc="15" dirty="0" smtClean="0">
                <a:solidFill>
                  <a:schemeClr val="tx1"/>
                </a:solidFill>
                <a:latin typeface="Times New Roman"/>
                <a:cs typeface="Times New Roman"/>
              </a:rPr>
              <a:t> </a:t>
            </a:r>
            <a:r>
              <a:rPr sz="1600" dirty="0">
                <a:solidFill>
                  <a:schemeClr val="tx1"/>
                </a:solidFill>
                <a:latin typeface="Times New Roman"/>
                <a:cs typeface="Times New Roman"/>
              </a:rPr>
              <a:t>from</a:t>
            </a:r>
            <a:r>
              <a:rPr sz="1600" spc="145" dirty="0">
                <a:solidFill>
                  <a:schemeClr val="tx1"/>
                </a:solidFill>
                <a:latin typeface="Times New Roman"/>
                <a:cs typeface="Times New Roman"/>
              </a:rPr>
              <a:t> </a:t>
            </a:r>
            <a:r>
              <a:rPr sz="1600" spc="-10" dirty="0">
                <a:solidFill>
                  <a:schemeClr val="tx1"/>
                </a:solidFill>
                <a:latin typeface="Times New Roman"/>
                <a:cs typeface="Times New Roman"/>
              </a:rPr>
              <a:t>unauthorized </a:t>
            </a:r>
            <a:r>
              <a:rPr lang="en-US" sz="1600" dirty="0" smtClean="0">
                <a:solidFill>
                  <a:schemeClr val="tx1"/>
                </a:solidFill>
                <a:latin typeface="Calibri"/>
                <a:cs typeface="Calibri"/>
              </a:rPr>
              <a:t>a</a:t>
            </a:r>
            <a:r>
              <a:rPr sz="1600" dirty="0" smtClean="0">
                <a:solidFill>
                  <a:schemeClr val="tx1"/>
                </a:solidFill>
                <a:latin typeface="Calibri"/>
                <a:cs typeface="Calibri"/>
              </a:rPr>
              <a:t>ccess</a:t>
            </a:r>
            <a:r>
              <a:rPr sz="1600" spc="-85" dirty="0" smtClean="0">
                <a:solidFill>
                  <a:schemeClr val="tx1"/>
                </a:solidFill>
                <a:latin typeface="Calibri"/>
                <a:cs typeface="Calibri"/>
              </a:rPr>
              <a:t> </a:t>
            </a:r>
            <a:r>
              <a:rPr lang="en-US" sz="1600" spc="-10" dirty="0" smtClean="0">
                <a:solidFill>
                  <a:schemeClr val="tx1"/>
                </a:solidFill>
                <a:latin typeface="Calibri"/>
                <a:cs typeface="Calibri"/>
              </a:rPr>
              <a:t>a</a:t>
            </a:r>
            <a:r>
              <a:rPr sz="1600" spc="-10" dirty="0" smtClean="0">
                <a:solidFill>
                  <a:schemeClr val="tx1"/>
                </a:solidFill>
                <a:latin typeface="Calibri"/>
                <a:cs typeface="Calibri"/>
              </a:rPr>
              <a:t>nd</a:t>
            </a:r>
            <a:r>
              <a:rPr sz="1600" spc="-70" dirty="0" smtClean="0">
                <a:solidFill>
                  <a:schemeClr val="tx1"/>
                </a:solidFill>
                <a:latin typeface="Calibri"/>
                <a:cs typeface="Calibri"/>
              </a:rPr>
              <a:t> </a:t>
            </a:r>
            <a:r>
              <a:rPr sz="1600" dirty="0">
                <a:solidFill>
                  <a:schemeClr val="tx1"/>
                </a:solidFill>
                <a:latin typeface="Calibri"/>
                <a:cs typeface="Calibri"/>
              </a:rPr>
              <a:t>monitoring</a:t>
            </a:r>
            <a:r>
              <a:rPr sz="1600" spc="30" dirty="0">
                <a:solidFill>
                  <a:schemeClr val="tx1"/>
                </a:solidFill>
                <a:latin typeface="Calibri"/>
                <a:cs typeface="Calibri"/>
              </a:rPr>
              <a:t> </a:t>
            </a:r>
            <a:r>
              <a:rPr sz="1600" spc="-35" dirty="0">
                <a:solidFill>
                  <a:schemeClr val="tx1"/>
                </a:solidFill>
                <a:latin typeface="Calibri"/>
                <a:cs typeface="Calibri"/>
              </a:rPr>
              <a:t>system</a:t>
            </a:r>
            <a:r>
              <a:rPr sz="1600" spc="-45" dirty="0">
                <a:solidFill>
                  <a:schemeClr val="tx1"/>
                </a:solidFill>
                <a:latin typeface="Calibri"/>
                <a:cs typeface="Calibri"/>
              </a:rPr>
              <a:t> </a:t>
            </a:r>
            <a:r>
              <a:rPr sz="1600" spc="-60" dirty="0" smtClean="0">
                <a:solidFill>
                  <a:schemeClr val="tx1"/>
                </a:solidFill>
                <a:latin typeface="Calibri"/>
                <a:cs typeface="Calibri"/>
              </a:rPr>
              <a:t>pe</a:t>
            </a:r>
            <a:r>
              <a:rPr lang="en-US" sz="1600" spc="-60" dirty="0" smtClean="0">
                <a:solidFill>
                  <a:schemeClr val="tx1"/>
                </a:solidFill>
                <a:latin typeface="Calibri"/>
                <a:cs typeface="Calibri"/>
              </a:rPr>
              <a:t>r</a:t>
            </a:r>
            <a:r>
              <a:rPr sz="1600" spc="-60" dirty="0" smtClean="0">
                <a:solidFill>
                  <a:schemeClr val="tx1"/>
                </a:solidFill>
                <a:latin typeface="Calibri"/>
                <a:cs typeface="Calibri"/>
              </a:rPr>
              <a:t>fo</a:t>
            </a:r>
            <a:r>
              <a:rPr lang="en-US" sz="1600" spc="-60" dirty="0" smtClean="0">
                <a:solidFill>
                  <a:schemeClr val="tx1"/>
                </a:solidFill>
                <a:latin typeface="Calibri"/>
                <a:cs typeface="Calibri"/>
              </a:rPr>
              <a:t>rmance and</a:t>
            </a:r>
            <a:r>
              <a:rPr sz="1600" spc="-15" dirty="0" smtClean="0">
                <a:solidFill>
                  <a:schemeClr val="tx1"/>
                </a:solidFill>
                <a:latin typeface="Calibri"/>
                <a:cs typeface="Calibri"/>
              </a:rPr>
              <a:t> </a:t>
            </a:r>
            <a:r>
              <a:rPr sz="1600" dirty="0" smtClean="0">
                <a:solidFill>
                  <a:schemeClr val="tx1"/>
                </a:solidFill>
                <a:latin typeface="Calibri"/>
                <a:cs typeface="Calibri"/>
              </a:rPr>
              <a:t>he</a:t>
            </a:r>
            <a:r>
              <a:rPr lang="en-US" sz="1600" dirty="0" smtClean="0">
                <a:solidFill>
                  <a:schemeClr val="tx1"/>
                </a:solidFill>
                <a:latin typeface="Calibri"/>
                <a:cs typeface="Calibri"/>
              </a:rPr>
              <a:t>al</a:t>
            </a:r>
            <a:r>
              <a:rPr sz="1600" dirty="0" smtClean="0">
                <a:solidFill>
                  <a:schemeClr val="tx1"/>
                </a:solidFill>
                <a:latin typeface="Calibri"/>
                <a:cs typeface="Calibri"/>
              </a:rPr>
              <a:t>th</a:t>
            </a:r>
            <a:r>
              <a:rPr sz="1600" spc="5" dirty="0" smtClean="0">
                <a:solidFill>
                  <a:schemeClr val="tx1"/>
                </a:solidFill>
                <a:latin typeface="Calibri"/>
                <a:cs typeface="Calibri"/>
              </a:rPr>
              <a:t> </a:t>
            </a:r>
            <a:r>
              <a:rPr sz="1600" spc="-40" dirty="0">
                <a:solidFill>
                  <a:schemeClr val="tx1"/>
                </a:solidFill>
                <a:latin typeface="Calibri"/>
                <a:cs typeface="Calibri"/>
              </a:rPr>
              <a:t>e.g.</a:t>
            </a:r>
            <a:r>
              <a:rPr sz="1600" spc="35" dirty="0">
                <a:solidFill>
                  <a:schemeClr val="tx1"/>
                </a:solidFill>
                <a:latin typeface="Calibri"/>
                <a:cs typeface="Calibri"/>
              </a:rPr>
              <a:t> </a:t>
            </a:r>
            <a:r>
              <a:rPr lang="en-US" sz="1600" b="1" spc="-20" dirty="0" smtClean="0">
                <a:solidFill>
                  <a:schemeClr val="tx1"/>
                </a:solidFill>
                <a:latin typeface="Calibri"/>
                <a:cs typeface="Calibri"/>
              </a:rPr>
              <a:t>fi</a:t>
            </a:r>
            <a:r>
              <a:rPr sz="1600" b="1" spc="-20" dirty="0" smtClean="0">
                <a:solidFill>
                  <a:schemeClr val="tx1"/>
                </a:solidFill>
                <a:latin typeface="Calibri"/>
                <a:cs typeface="Calibri"/>
              </a:rPr>
              <a:t>rewalls</a:t>
            </a:r>
            <a:r>
              <a:rPr sz="1600" b="1" spc="40" dirty="0" smtClean="0">
                <a:solidFill>
                  <a:schemeClr val="tx1"/>
                </a:solidFill>
                <a:latin typeface="Calibri"/>
                <a:cs typeface="Calibri"/>
              </a:rPr>
              <a:t> </a:t>
            </a:r>
            <a:r>
              <a:rPr sz="1600" spc="-25" dirty="0" smtClean="0">
                <a:solidFill>
                  <a:schemeClr val="tx1"/>
                </a:solidFill>
                <a:latin typeface="Calibri"/>
                <a:cs typeface="Calibri"/>
              </a:rPr>
              <a:t>an</a:t>
            </a:r>
            <a:r>
              <a:rPr lang="en-US" sz="1600" spc="-25" dirty="0" smtClean="0">
                <a:solidFill>
                  <a:schemeClr val="tx1"/>
                </a:solidFill>
                <a:latin typeface="Calibri"/>
                <a:cs typeface="Calibri"/>
              </a:rPr>
              <a:t>d</a:t>
            </a:r>
            <a:r>
              <a:rPr sz="1600" spc="-25" dirty="0" smtClean="0">
                <a:solidFill>
                  <a:schemeClr val="tx1"/>
                </a:solidFill>
                <a:latin typeface="Calibri"/>
                <a:cs typeface="Calibri"/>
              </a:rPr>
              <a:t> </a:t>
            </a:r>
            <a:r>
              <a:rPr lang="en-US" sz="1600" b="1" dirty="0" smtClean="0">
                <a:solidFill>
                  <a:schemeClr val="tx1"/>
                </a:solidFill>
                <a:latin typeface="Times New Roman"/>
                <a:cs typeface="Times New Roman"/>
              </a:rPr>
              <a:t>intrusion</a:t>
            </a:r>
            <a:r>
              <a:rPr sz="1600" b="1" spc="229" dirty="0" smtClean="0">
                <a:solidFill>
                  <a:schemeClr val="tx1"/>
                </a:solidFill>
                <a:latin typeface="Times New Roman"/>
                <a:cs typeface="Times New Roman"/>
              </a:rPr>
              <a:t> </a:t>
            </a:r>
            <a:r>
              <a:rPr sz="1600" b="1" dirty="0" smtClean="0">
                <a:solidFill>
                  <a:schemeClr val="tx1"/>
                </a:solidFill>
                <a:latin typeface="Times New Roman"/>
                <a:cs typeface="Times New Roman"/>
              </a:rPr>
              <a:t>d</a:t>
            </a:r>
            <a:r>
              <a:rPr lang="en-US" sz="1600" b="1" dirty="0" smtClean="0">
                <a:solidFill>
                  <a:schemeClr val="tx1"/>
                </a:solidFill>
                <a:latin typeface="Times New Roman"/>
                <a:cs typeface="Times New Roman"/>
              </a:rPr>
              <a:t>e</a:t>
            </a:r>
            <a:r>
              <a:rPr sz="1600" b="1" dirty="0" smtClean="0">
                <a:solidFill>
                  <a:schemeClr val="tx1"/>
                </a:solidFill>
                <a:latin typeface="Times New Roman"/>
                <a:cs typeface="Times New Roman"/>
              </a:rPr>
              <a:t>te</a:t>
            </a:r>
            <a:r>
              <a:rPr lang="en-US" sz="1600" b="1" dirty="0" smtClean="0">
                <a:solidFill>
                  <a:schemeClr val="tx1"/>
                </a:solidFill>
                <a:latin typeface="Times New Roman"/>
                <a:cs typeface="Times New Roman"/>
              </a:rPr>
              <a:t>c</a:t>
            </a:r>
            <a:r>
              <a:rPr sz="1600" b="1" dirty="0" smtClean="0">
                <a:solidFill>
                  <a:schemeClr val="tx1"/>
                </a:solidFill>
                <a:latin typeface="Times New Roman"/>
                <a:cs typeface="Times New Roman"/>
              </a:rPr>
              <a:t>tion</a:t>
            </a:r>
            <a:r>
              <a:rPr sz="1600" b="1" spc="250" dirty="0" smtClean="0">
                <a:solidFill>
                  <a:schemeClr val="tx1"/>
                </a:solidFill>
                <a:latin typeface="Times New Roman"/>
                <a:cs typeface="Times New Roman"/>
              </a:rPr>
              <a:t> </a:t>
            </a:r>
            <a:r>
              <a:rPr sz="1600" b="1" dirty="0">
                <a:solidFill>
                  <a:schemeClr val="tx1"/>
                </a:solidFill>
                <a:latin typeface="Times New Roman"/>
                <a:cs typeface="Times New Roman"/>
              </a:rPr>
              <a:t>systems</a:t>
            </a:r>
            <a:r>
              <a:rPr sz="1600" b="1" spc="270" dirty="0">
                <a:solidFill>
                  <a:schemeClr val="tx1"/>
                </a:solidFill>
                <a:latin typeface="Times New Roman"/>
                <a:cs typeface="Times New Roman"/>
              </a:rPr>
              <a:t> </a:t>
            </a:r>
            <a:r>
              <a:rPr sz="1600" b="1" spc="-10" dirty="0">
                <a:solidFill>
                  <a:schemeClr val="tx1"/>
                </a:solidFill>
                <a:latin typeface="Times New Roman"/>
                <a:cs typeface="Times New Roman"/>
              </a:rPr>
              <a:t>(IDS)</a:t>
            </a:r>
            <a:r>
              <a:rPr sz="1600" spc="-10" dirty="0">
                <a:solidFill>
                  <a:schemeClr val="tx1"/>
                </a:solidFill>
                <a:latin typeface="Times New Roman"/>
                <a:cs typeface="Times New Roman"/>
              </a:rPr>
              <a:t>.</a:t>
            </a:r>
            <a:r>
              <a:rPr sz="1400" dirty="0">
                <a:latin typeface="Times New Roman"/>
                <a:cs typeface="Times New Roman"/>
              </a:rPr>
              <a:t>	</a:t>
            </a:r>
          </a:p>
        </p:txBody>
      </p:sp>
      <p:sp>
        <p:nvSpPr>
          <p:cNvPr id="7" name="object 7"/>
          <p:cNvSpPr txBox="1">
            <a:spLocks/>
          </p:cNvSpPr>
          <p:nvPr/>
        </p:nvSpPr>
        <p:spPr>
          <a:xfrm>
            <a:off x="139700" y="65519"/>
            <a:ext cx="5711679" cy="382156"/>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12700">
              <a:spcBef>
                <a:spcPts val="100"/>
              </a:spcBef>
            </a:pPr>
            <a:r>
              <a:rPr lang="en-US" sz="2400" b="1" spc="75" dirty="0" smtClean="0">
                <a:solidFill>
                  <a:srgbClr val="FF0000"/>
                </a:solidFill>
                <a:latin typeface="Times New Roman"/>
                <a:cs typeface="Times New Roman"/>
              </a:rPr>
              <a:t>Linux</a:t>
            </a:r>
            <a:r>
              <a:rPr lang="en-US" sz="2400" b="1" spc="190" dirty="0" smtClean="0">
                <a:solidFill>
                  <a:srgbClr val="FF0000"/>
                </a:solidFill>
                <a:latin typeface="Times New Roman"/>
                <a:cs typeface="Times New Roman"/>
              </a:rPr>
              <a:t> </a:t>
            </a:r>
            <a:r>
              <a:rPr lang="en-US" sz="2400" b="1" spc="65" dirty="0" smtClean="0">
                <a:solidFill>
                  <a:srgbClr val="FF0000"/>
                </a:solidFill>
                <a:latin typeface="Times New Roman"/>
                <a:cs typeface="Times New Roman"/>
              </a:rPr>
              <a:t>Service/Server </a:t>
            </a:r>
            <a:r>
              <a:rPr lang="en-US" sz="2400" b="1" spc="55" dirty="0" smtClean="0">
                <a:solidFill>
                  <a:srgbClr val="FF0000"/>
                </a:solidFill>
                <a:latin typeface="Times New Roman"/>
                <a:cs typeface="Times New Roman"/>
              </a:rPr>
              <a:t>Administration … </a:t>
            </a:r>
            <a:endParaRPr lang="en-US" sz="2400" b="1" dirty="0">
              <a:solidFill>
                <a:srgbClr val="FF0000"/>
              </a:solidFill>
              <a:latin typeface="Times New Roman"/>
              <a:cs typeface="Times New Roman"/>
            </a:endParaRPr>
          </a:p>
        </p:txBody>
      </p:sp>
      <p:sp>
        <p:nvSpPr>
          <p:cNvPr id="16" name="Date Placeholder 15"/>
          <p:cNvSpPr>
            <a:spLocks noGrp="1"/>
          </p:cNvSpPr>
          <p:nvPr>
            <p:ph type="dt" sz="half" idx="6"/>
          </p:nvPr>
        </p:nvSpPr>
        <p:spPr/>
        <p:txBody>
          <a:bodyPr/>
          <a:lstStyle/>
          <a:p>
            <a:fld id="{B0F593BE-A20B-4C0C-A7D1-63860ABB7EE5}"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39700" y="66675"/>
            <a:ext cx="5733355" cy="320601"/>
          </a:xfrm>
          <a:prstGeom prst="rect">
            <a:avLst/>
          </a:prstGeom>
        </p:spPr>
        <p:txBody>
          <a:bodyPr vert="horz" wrap="square" lIns="0" tIns="12700" rIns="0" bIns="0" rtlCol="0">
            <a:spAutoFit/>
          </a:bodyPr>
          <a:lstStyle/>
          <a:p>
            <a:pPr marL="127000">
              <a:lnSpc>
                <a:spcPct val="100000"/>
              </a:lnSpc>
              <a:spcBef>
                <a:spcPts val="100"/>
              </a:spcBef>
            </a:pPr>
            <a:r>
              <a:rPr sz="2000" b="1" spc="-45" dirty="0">
                <a:solidFill>
                  <a:srgbClr val="FF0000"/>
                </a:solidFill>
              </a:rPr>
              <a:t>Supporting</a:t>
            </a:r>
            <a:r>
              <a:rPr sz="2000" b="1" spc="20" dirty="0">
                <a:solidFill>
                  <a:srgbClr val="FF0000"/>
                </a:solidFill>
              </a:rPr>
              <a:t> </a:t>
            </a:r>
            <a:r>
              <a:rPr sz="2000" b="1" dirty="0">
                <a:solidFill>
                  <a:srgbClr val="FF0000"/>
                </a:solidFill>
              </a:rPr>
              <a:t>a</a:t>
            </a:r>
            <a:r>
              <a:rPr sz="2000" b="1" spc="-50" dirty="0">
                <a:solidFill>
                  <a:srgbClr val="FF0000"/>
                </a:solidFill>
              </a:rPr>
              <a:t> </a:t>
            </a:r>
            <a:r>
              <a:rPr sz="2000" b="1" spc="-80" dirty="0">
                <a:solidFill>
                  <a:srgbClr val="FF0000"/>
                </a:solidFill>
              </a:rPr>
              <a:t>Windows</a:t>
            </a:r>
            <a:r>
              <a:rPr sz="2000" b="1" spc="70" dirty="0">
                <a:solidFill>
                  <a:srgbClr val="FF0000"/>
                </a:solidFill>
              </a:rPr>
              <a:t> </a:t>
            </a:r>
            <a:r>
              <a:rPr sz="2000" b="1" spc="-75" dirty="0">
                <a:solidFill>
                  <a:srgbClr val="FF0000"/>
                </a:solidFill>
              </a:rPr>
              <a:t>Network</a:t>
            </a:r>
            <a:r>
              <a:rPr sz="2000" b="1" spc="85" dirty="0">
                <a:solidFill>
                  <a:srgbClr val="FF0000"/>
                </a:solidFill>
              </a:rPr>
              <a:t> </a:t>
            </a:r>
            <a:r>
              <a:rPr sz="2000" b="1" dirty="0">
                <a:solidFill>
                  <a:srgbClr val="FF0000"/>
                </a:solidFill>
              </a:rPr>
              <a:t>-</a:t>
            </a:r>
            <a:r>
              <a:rPr sz="2000" b="1" spc="-20" dirty="0">
                <a:solidFill>
                  <a:srgbClr val="FF0000"/>
                </a:solidFill>
              </a:rPr>
              <a:t> </a:t>
            </a:r>
            <a:r>
              <a:rPr sz="2000" b="1" spc="-55" dirty="0">
                <a:solidFill>
                  <a:srgbClr val="FF0000"/>
                </a:solidFill>
              </a:rPr>
              <a:t>through</a:t>
            </a:r>
            <a:r>
              <a:rPr sz="2000" b="1" spc="25" dirty="0">
                <a:solidFill>
                  <a:srgbClr val="FF0000"/>
                </a:solidFill>
              </a:rPr>
              <a:t> </a:t>
            </a:r>
            <a:r>
              <a:rPr sz="2000" b="1" spc="-10" dirty="0">
                <a:solidFill>
                  <a:srgbClr val="FF0000"/>
                </a:solidFill>
              </a:rPr>
              <a:t>SAMBA</a:t>
            </a:r>
          </a:p>
        </p:txBody>
      </p:sp>
      <p:sp>
        <p:nvSpPr>
          <p:cNvPr id="7" name="object 7"/>
          <p:cNvSpPr txBox="1"/>
          <p:nvPr/>
        </p:nvSpPr>
        <p:spPr>
          <a:xfrm>
            <a:off x="139700" y="523875"/>
            <a:ext cx="5944387" cy="2606355"/>
          </a:xfrm>
          <a:prstGeom prst="rect">
            <a:avLst/>
          </a:prstGeom>
        </p:spPr>
        <p:txBody>
          <a:bodyPr vert="horz" wrap="square" lIns="0" tIns="12700" rIns="0" bIns="0" rtlCol="0">
            <a:spAutoFit/>
          </a:bodyPr>
          <a:lstStyle/>
          <a:p>
            <a:pPr marL="228600" indent="-228600">
              <a:lnSpc>
                <a:spcPct val="100000"/>
              </a:lnSpc>
              <a:spcBef>
                <a:spcPts val="100"/>
              </a:spcBef>
              <a:buFont typeface="Arial" panose="020B0604020202020204" pitchFamily="34" charset="0"/>
              <a:buChar char="•"/>
            </a:pPr>
            <a:r>
              <a:rPr b="1" spc="-10" dirty="0">
                <a:solidFill>
                  <a:srgbClr val="FF0000"/>
                </a:solidFill>
                <a:latin typeface="Cambria"/>
                <a:cs typeface="Cambria"/>
              </a:rPr>
              <a:t>Samba</a:t>
            </a:r>
            <a:r>
              <a:rPr sz="1450" spc="25" dirty="0">
                <a:solidFill>
                  <a:srgbClr val="AA977E"/>
                </a:solidFill>
                <a:latin typeface="Cambria"/>
                <a:cs typeface="Cambria"/>
              </a:rPr>
              <a:t> </a:t>
            </a:r>
            <a:r>
              <a:rPr sz="1450" dirty="0">
                <a:solidFill>
                  <a:srgbClr val="2D2D2D"/>
                </a:solidFill>
                <a:latin typeface="Cambria"/>
                <a:cs typeface="Cambria"/>
              </a:rPr>
              <a:t>is</a:t>
            </a:r>
            <a:r>
              <a:rPr sz="1450" spc="25" dirty="0">
                <a:solidFill>
                  <a:srgbClr val="2D2D2D"/>
                </a:solidFill>
                <a:latin typeface="Cambria"/>
                <a:cs typeface="Cambria"/>
              </a:rPr>
              <a:t> </a:t>
            </a:r>
            <a:r>
              <a:rPr lang="en-US" sz="1450" spc="-140" dirty="0">
                <a:solidFill>
                  <a:srgbClr val="080808"/>
                </a:solidFill>
                <a:latin typeface="Cambria"/>
                <a:cs typeface="Cambria"/>
              </a:rPr>
              <a:t>a</a:t>
            </a:r>
            <a:r>
              <a:rPr sz="1450" spc="50" dirty="0" smtClean="0">
                <a:solidFill>
                  <a:srgbClr val="080808"/>
                </a:solidFill>
                <a:latin typeface="Cambria"/>
                <a:cs typeface="Cambria"/>
              </a:rPr>
              <a:t> </a:t>
            </a:r>
            <a:r>
              <a:rPr sz="1450" dirty="0">
                <a:solidFill>
                  <a:schemeClr val="tx1"/>
                </a:solidFill>
                <a:latin typeface="Cambria"/>
                <a:cs typeface="Cambria"/>
              </a:rPr>
              <a:t>free</a:t>
            </a:r>
            <a:r>
              <a:rPr sz="1450" spc="-20" dirty="0">
                <a:solidFill>
                  <a:schemeClr val="tx1"/>
                </a:solidFill>
                <a:latin typeface="Cambria"/>
                <a:cs typeface="Cambria"/>
              </a:rPr>
              <a:t> </a:t>
            </a:r>
            <a:r>
              <a:rPr sz="1450" dirty="0">
                <a:solidFill>
                  <a:schemeClr val="tx1"/>
                </a:solidFill>
                <a:latin typeface="Cambria"/>
                <a:cs typeface="Cambria"/>
              </a:rPr>
              <a:t>and</a:t>
            </a:r>
            <a:r>
              <a:rPr sz="1450" spc="-10" dirty="0">
                <a:solidFill>
                  <a:schemeClr val="tx1"/>
                </a:solidFill>
                <a:latin typeface="Cambria"/>
                <a:cs typeface="Cambria"/>
              </a:rPr>
              <a:t> </a:t>
            </a:r>
            <a:r>
              <a:rPr sz="1450" spc="-35" dirty="0">
                <a:solidFill>
                  <a:schemeClr val="tx1"/>
                </a:solidFill>
                <a:latin typeface="Cambria"/>
                <a:cs typeface="Cambria"/>
              </a:rPr>
              <a:t>open-</a:t>
            </a:r>
            <a:r>
              <a:rPr sz="1450" dirty="0">
                <a:solidFill>
                  <a:schemeClr val="tx1"/>
                </a:solidFill>
                <a:latin typeface="Cambria"/>
                <a:cs typeface="Cambria"/>
              </a:rPr>
              <a:t>source</a:t>
            </a:r>
            <a:r>
              <a:rPr sz="1450" spc="140" dirty="0">
                <a:solidFill>
                  <a:schemeClr val="tx1"/>
                </a:solidFill>
                <a:latin typeface="Cambria"/>
                <a:cs typeface="Cambria"/>
              </a:rPr>
              <a:t> </a:t>
            </a:r>
            <a:r>
              <a:rPr sz="1450" spc="-35" dirty="0" smtClean="0">
                <a:solidFill>
                  <a:schemeClr val="tx1"/>
                </a:solidFill>
                <a:latin typeface="Cambria"/>
                <a:cs typeface="Cambria"/>
              </a:rPr>
              <a:t>sof</a:t>
            </a:r>
            <a:r>
              <a:rPr lang="en-US" sz="1450" spc="-35" dirty="0" smtClean="0">
                <a:solidFill>
                  <a:schemeClr val="tx1"/>
                </a:solidFill>
                <a:latin typeface="Cambria"/>
                <a:cs typeface="Cambria"/>
              </a:rPr>
              <a:t>twa</a:t>
            </a:r>
            <a:r>
              <a:rPr sz="1450" spc="-35" dirty="0" smtClean="0">
                <a:solidFill>
                  <a:schemeClr val="tx1"/>
                </a:solidFill>
                <a:latin typeface="Cambria"/>
                <a:cs typeface="Cambria"/>
              </a:rPr>
              <a:t>re</a:t>
            </a:r>
            <a:r>
              <a:rPr sz="1450" spc="25" dirty="0" smtClean="0">
                <a:solidFill>
                  <a:schemeClr val="tx1"/>
                </a:solidFill>
                <a:latin typeface="Cambria"/>
                <a:cs typeface="Cambria"/>
              </a:rPr>
              <a:t> </a:t>
            </a:r>
            <a:r>
              <a:rPr sz="1450" spc="-30" dirty="0">
                <a:latin typeface="Cambria"/>
                <a:cs typeface="Cambria"/>
              </a:rPr>
              <a:t>allows</a:t>
            </a:r>
            <a:r>
              <a:rPr sz="1450" spc="-25" dirty="0">
                <a:latin typeface="Cambria"/>
                <a:cs typeface="Cambria"/>
              </a:rPr>
              <a:t> </a:t>
            </a:r>
            <a:r>
              <a:rPr sz="1450" dirty="0">
                <a:solidFill>
                  <a:srgbClr val="1C1C1C"/>
                </a:solidFill>
                <a:latin typeface="Cambria"/>
                <a:cs typeface="Cambria"/>
              </a:rPr>
              <a:t>Linux</a:t>
            </a:r>
            <a:r>
              <a:rPr sz="1450" spc="45" dirty="0">
                <a:solidFill>
                  <a:srgbClr val="1C1C1C"/>
                </a:solidFill>
                <a:latin typeface="Cambria"/>
                <a:cs typeface="Cambria"/>
              </a:rPr>
              <a:t> </a:t>
            </a:r>
            <a:r>
              <a:rPr sz="1450" dirty="0">
                <a:solidFill>
                  <a:srgbClr val="282828"/>
                </a:solidFill>
                <a:latin typeface="Cambria"/>
                <a:cs typeface="Cambria"/>
              </a:rPr>
              <a:t>and</a:t>
            </a:r>
            <a:r>
              <a:rPr sz="1450" spc="55" dirty="0">
                <a:solidFill>
                  <a:srgbClr val="282828"/>
                </a:solidFill>
                <a:latin typeface="Cambria"/>
                <a:cs typeface="Cambria"/>
              </a:rPr>
              <a:t> </a:t>
            </a:r>
            <a:r>
              <a:rPr lang="en-US" sz="1450" spc="40" dirty="0" smtClean="0">
                <a:solidFill>
                  <a:srgbClr val="080808"/>
                </a:solidFill>
                <a:latin typeface="Cambria"/>
                <a:cs typeface="Cambria"/>
              </a:rPr>
              <a:t>Unix</a:t>
            </a:r>
            <a:endParaRPr sz="1450" dirty="0">
              <a:latin typeface="Cambria"/>
              <a:cs typeface="Cambria"/>
            </a:endParaRPr>
          </a:p>
          <a:p>
            <a:pPr marL="33655" marR="5080" indent="220979">
              <a:lnSpc>
                <a:spcPct val="158300"/>
              </a:lnSpc>
              <a:spcBef>
                <a:spcPts val="85"/>
              </a:spcBef>
              <a:tabLst>
                <a:tab pos="4641850" algn="l"/>
                <a:tab pos="4855845" algn="l"/>
              </a:tabLst>
            </a:pPr>
            <a:r>
              <a:rPr sz="1500" spc="-55" dirty="0">
                <a:latin typeface="Cambria"/>
                <a:cs typeface="Cambria"/>
              </a:rPr>
              <a:t>systems</a:t>
            </a:r>
            <a:r>
              <a:rPr sz="1500" spc="10" dirty="0">
                <a:latin typeface="Cambria"/>
                <a:cs typeface="Cambria"/>
              </a:rPr>
              <a:t> </a:t>
            </a:r>
            <a:r>
              <a:rPr sz="1500" dirty="0">
                <a:solidFill>
                  <a:srgbClr val="3F3F3F"/>
                </a:solidFill>
                <a:latin typeface="Cambria"/>
                <a:cs typeface="Cambria"/>
              </a:rPr>
              <a:t>to</a:t>
            </a:r>
            <a:r>
              <a:rPr sz="1500" spc="-20" dirty="0">
                <a:solidFill>
                  <a:srgbClr val="3F3F3F"/>
                </a:solidFill>
                <a:latin typeface="Cambria"/>
                <a:cs typeface="Cambria"/>
              </a:rPr>
              <a:t> </a:t>
            </a:r>
            <a:r>
              <a:rPr sz="1500" spc="-55" dirty="0">
                <a:solidFill>
                  <a:srgbClr val="FF0000"/>
                </a:solidFill>
                <a:latin typeface="Cambria"/>
                <a:cs typeface="Cambria"/>
              </a:rPr>
              <a:t>share</a:t>
            </a:r>
            <a:r>
              <a:rPr sz="1500" spc="35" dirty="0">
                <a:solidFill>
                  <a:srgbClr val="FF0000"/>
                </a:solidFill>
                <a:latin typeface="Cambria"/>
                <a:cs typeface="Cambria"/>
              </a:rPr>
              <a:t> </a:t>
            </a:r>
            <a:r>
              <a:rPr sz="1500" spc="-40" dirty="0">
                <a:solidFill>
                  <a:srgbClr val="FF0000"/>
                </a:solidFill>
                <a:latin typeface="Cambria"/>
                <a:cs typeface="Cambria"/>
              </a:rPr>
              <a:t>files</a:t>
            </a:r>
            <a:r>
              <a:rPr sz="1500" spc="20" dirty="0">
                <a:solidFill>
                  <a:srgbClr val="FF0000"/>
                </a:solidFill>
                <a:latin typeface="Cambria"/>
                <a:cs typeface="Cambria"/>
              </a:rPr>
              <a:t> </a:t>
            </a:r>
            <a:r>
              <a:rPr sz="1500" spc="-45" dirty="0">
                <a:solidFill>
                  <a:srgbClr val="FF0000"/>
                </a:solidFill>
                <a:latin typeface="Cambria"/>
                <a:cs typeface="Cambria"/>
              </a:rPr>
              <a:t>and</a:t>
            </a:r>
            <a:r>
              <a:rPr sz="1500" spc="25" dirty="0">
                <a:solidFill>
                  <a:srgbClr val="FF0000"/>
                </a:solidFill>
                <a:latin typeface="Cambria"/>
                <a:cs typeface="Cambria"/>
              </a:rPr>
              <a:t> </a:t>
            </a:r>
            <a:r>
              <a:rPr sz="1500" spc="-60" dirty="0">
                <a:solidFill>
                  <a:srgbClr val="FF0000"/>
                </a:solidFill>
                <a:latin typeface="Cambria"/>
                <a:cs typeface="Cambria"/>
              </a:rPr>
              <a:t>printers</a:t>
            </a:r>
            <a:r>
              <a:rPr sz="1500" spc="60" dirty="0">
                <a:solidFill>
                  <a:srgbClr val="FF0000"/>
                </a:solidFill>
                <a:latin typeface="Cambria"/>
                <a:cs typeface="Cambria"/>
              </a:rPr>
              <a:t> </a:t>
            </a:r>
            <a:r>
              <a:rPr sz="1500" spc="-40" dirty="0">
                <a:latin typeface="Cambria"/>
                <a:cs typeface="Cambria"/>
              </a:rPr>
              <a:t>with</a:t>
            </a:r>
            <a:r>
              <a:rPr sz="1500" spc="-10" dirty="0">
                <a:latin typeface="Cambria"/>
                <a:cs typeface="Cambria"/>
              </a:rPr>
              <a:t> </a:t>
            </a:r>
            <a:r>
              <a:rPr sz="1500" spc="-65" dirty="0">
                <a:solidFill>
                  <a:srgbClr val="1A1A1A"/>
                </a:solidFill>
                <a:latin typeface="Cambria"/>
                <a:cs typeface="Cambria"/>
              </a:rPr>
              <a:t>windows</a:t>
            </a:r>
            <a:r>
              <a:rPr sz="1500" spc="45" dirty="0">
                <a:solidFill>
                  <a:srgbClr val="1A1A1A"/>
                </a:solidFill>
                <a:latin typeface="Cambria"/>
                <a:cs typeface="Cambria"/>
              </a:rPr>
              <a:t> </a:t>
            </a:r>
            <a:r>
              <a:rPr lang="en-US" sz="1500" spc="-10" dirty="0" smtClean="0">
                <a:latin typeface="Cambria"/>
                <a:cs typeface="Cambria"/>
              </a:rPr>
              <a:t>computers </a:t>
            </a:r>
            <a:r>
              <a:rPr sz="1500" spc="-20" dirty="0" smtClean="0">
                <a:latin typeface="Cambria"/>
                <a:cs typeface="Cambria"/>
              </a:rPr>
              <a:t>.</a:t>
            </a:r>
            <a:endParaRPr lang="en-US" sz="1500" spc="-20" dirty="0" smtClean="0">
              <a:latin typeface="Cambria"/>
              <a:cs typeface="Cambria"/>
            </a:endParaRPr>
          </a:p>
          <a:p>
            <a:pPr marL="228600" marR="5080" indent="-195263">
              <a:spcBef>
                <a:spcPts val="85"/>
              </a:spcBef>
              <a:buFont typeface="Arial" panose="020B0604020202020204" pitchFamily="34" charset="0"/>
              <a:buChar char="•"/>
              <a:tabLst>
                <a:tab pos="4641850" algn="l"/>
                <a:tab pos="4855845" algn="l"/>
              </a:tabLst>
            </a:pPr>
            <a:r>
              <a:rPr sz="1500" spc="-20" dirty="0" smtClean="0">
                <a:latin typeface="Cambria"/>
                <a:cs typeface="Cambria"/>
              </a:rPr>
              <a:t>Provides</a:t>
            </a:r>
            <a:r>
              <a:rPr sz="1500" spc="70" dirty="0" smtClean="0">
                <a:latin typeface="Cambria"/>
                <a:cs typeface="Cambria"/>
              </a:rPr>
              <a:t> </a:t>
            </a:r>
            <a:r>
              <a:rPr sz="1500" spc="-20" dirty="0">
                <a:solidFill>
                  <a:srgbClr val="1A1A1A"/>
                </a:solidFill>
                <a:latin typeface="Cambria"/>
                <a:cs typeface="Cambria"/>
              </a:rPr>
              <a:t>file</a:t>
            </a:r>
            <a:r>
              <a:rPr sz="1500" spc="-25" dirty="0">
                <a:solidFill>
                  <a:srgbClr val="1A1A1A"/>
                </a:solidFill>
                <a:latin typeface="Cambria"/>
                <a:cs typeface="Cambria"/>
              </a:rPr>
              <a:t> </a:t>
            </a:r>
            <a:r>
              <a:rPr sz="1500" spc="-90" dirty="0" smtClean="0">
                <a:solidFill>
                  <a:srgbClr val="232323"/>
                </a:solidFill>
                <a:latin typeface="Cambria"/>
                <a:cs typeface="Cambria"/>
              </a:rPr>
              <a:t>a</a:t>
            </a:r>
            <a:r>
              <a:rPr lang="en-US" sz="1500" spc="-90" dirty="0" smtClean="0">
                <a:solidFill>
                  <a:srgbClr val="232323"/>
                </a:solidFill>
                <a:latin typeface="Cambria"/>
                <a:cs typeface="Cambria"/>
              </a:rPr>
              <a:t>n</a:t>
            </a:r>
            <a:r>
              <a:rPr sz="1500" spc="-90" dirty="0" smtClean="0">
                <a:solidFill>
                  <a:srgbClr val="232323"/>
                </a:solidFill>
                <a:latin typeface="Cambria"/>
                <a:cs typeface="Cambria"/>
              </a:rPr>
              <a:t>d</a:t>
            </a:r>
            <a:r>
              <a:rPr sz="1500" spc="5" dirty="0" smtClean="0">
                <a:solidFill>
                  <a:srgbClr val="232323"/>
                </a:solidFill>
                <a:latin typeface="Cambria"/>
                <a:cs typeface="Cambria"/>
              </a:rPr>
              <a:t> </a:t>
            </a:r>
            <a:r>
              <a:rPr sz="1500" spc="-10" dirty="0" smtClean="0">
                <a:solidFill>
                  <a:srgbClr val="363636"/>
                </a:solidFill>
                <a:latin typeface="Cambria"/>
                <a:cs typeface="Cambria"/>
              </a:rPr>
              <a:t>p</a:t>
            </a:r>
            <a:r>
              <a:rPr lang="en-US" sz="1500" spc="-10" dirty="0" smtClean="0">
                <a:solidFill>
                  <a:srgbClr val="363636"/>
                </a:solidFill>
                <a:latin typeface="Cambria"/>
                <a:cs typeface="Cambria"/>
              </a:rPr>
              <a:t>r</a:t>
            </a:r>
            <a:r>
              <a:rPr sz="1500" spc="-10" dirty="0" smtClean="0">
                <a:solidFill>
                  <a:srgbClr val="363636"/>
                </a:solidFill>
                <a:latin typeface="Cambria"/>
                <a:cs typeface="Cambria"/>
              </a:rPr>
              <a:t>int</a:t>
            </a:r>
            <a:r>
              <a:rPr sz="1500" spc="35" dirty="0" smtClean="0">
                <a:solidFill>
                  <a:srgbClr val="363636"/>
                </a:solidFill>
                <a:latin typeface="Cambria"/>
                <a:cs typeface="Cambria"/>
              </a:rPr>
              <a:t> </a:t>
            </a:r>
            <a:r>
              <a:rPr sz="1500" spc="-55" dirty="0">
                <a:latin typeface="Cambria"/>
                <a:cs typeface="Cambria"/>
              </a:rPr>
              <a:t>services</a:t>
            </a:r>
            <a:r>
              <a:rPr sz="1500" spc="105" dirty="0">
                <a:latin typeface="Cambria"/>
                <a:cs typeface="Cambria"/>
              </a:rPr>
              <a:t> </a:t>
            </a:r>
            <a:r>
              <a:rPr sz="1500" dirty="0">
                <a:solidFill>
                  <a:schemeClr val="tx1"/>
                </a:solidFill>
                <a:latin typeface="Cambria"/>
                <a:cs typeface="Cambria"/>
              </a:rPr>
              <a:t>to</a:t>
            </a:r>
            <a:r>
              <a:rPr sz="1500" spc="-30" dirty="0">
                <a:solidFill>
                  <a:srgbClr val="ACAC95"/>
                </a:solidFill>
                <a:latin typeface="Cambria"/>
                <a:cs typeface="Cambria"/>
              </a:rPr>
              <a:t> </a:t>
            </a:r>
            <a:r>
              <a:rPr sz="1500" spc="-65" dirty="0">
                <a:solidFill>
                  <a:srgbClr val="1D1D1D"/>
                </a:solidFill>
                <a:latin typeface="Cambria"/>
                <a:cs typeface="Cambria"/>
              </a:rPr>
              <a:t>windows</a:t>
            </a:r>
            <a:r>
              <a:rPr sz="1500" spc="60" dirty="0">
                <a:solidFill>
                  <a:srgbClr val="1D1D1D"/>
                </a:solidFill>
                <a:latin typeface="Cambria"/>
                <a:cs typeface="Cambria"/>
              </a:rPr>
              <a:t> </a:t>
            </a:r>
            <a:r>
              <a:rPr sz="1500" spc="-40" dirty="0">
                <a:latin typeface="Cambria"/>
                <a:cs typeface="Cambria"/>
              </a:rPr>
              <a:t>clients</a:t>
            </a:r>
            <a:r>
              <a:rPr sz="1500" spc="70" dirty="0">
                <a:latin typeface="Cambria"/>
                <a:cs typeface="Cambria"/>
              </a:rPr>
              <a:t> </a:t>
            </a:r>
            <a:r>
              <a:rPr sz="1500" spc="-50" dirty="0">
                <a:latin typeface="Cambria"/>
                <a:cs typeface="Cambria"/>
              </a:rPr>
              <a:t>using</a:t>
            </a:r>
            <a:r>
              <a:rPr sz="1500" spc="-30" dirty="0">
                <a:latin typeface="Cambria"/>
                <a:cs typeface="Cambria"/>
              </a:rPr>
              <a:t> </a:t>
            </a:r>
            <a:r>
              <a:rPr sz="1500" spc="-10" dirty="0" smtClean="0">
                <a:latin typeface="Cambria"/>
                <a:cs typeface="Cambria"/>
              </a:rPr>
              <a:t>S</a:t>
            </a:r>
            <a:r>
              <a:rPr lang="en-US" sz="1500" spc="-10" dirty="0">
                <a:latin typeface="Cambria"/>
                <a:cs typeface="Cambria"/>
              </a:rPr>
              <a:t>M</a:t>
            </a:r>
            <a:r>
              <a:rPr sz="1500" spc="-10" dirty="0" smtClean="0">
                <a:latin typeface="Cambria"/>
                <a:cs typeface="Cambria"/>
              </a:rPr>
              <a:t>B/CIFS</a:t>
            </a:r>
            <a:endParaRPr sz="1500" dirty="0">
              <a:latin typeface="Cambria"/>
              <a:cs typeface="Cambria"/>
            </a:endParaRPr>
          </a:p>
          <a:p>
            <a:pPr marL="257175">
              <a:spcBef>
                <a:spcPts val="1100"/>
              </a:spcBef>
            </a:pPr>
            <a:r>
              <a:rPr sz="1450" spc="-10" dirty="0" smtClean="0">
                <a:latin typeface="Cambria"/>
                <a:cs typeface="Cambria"/>
              </a:rPr>
              <a:t>protocol.</a:t>
            </a:r>
            <a:endParaRPr lang="en-US" sz="1450" dirty="0">
              <a:latin typeface="Cambria"/>
              <a:cs typeface="Cambria"/>
            </a:endParaRPr>
          </a:p>
          <a:p>
            <a:pPr marL="228600" indent="-228600">
              <a:lnSpc>
                <a:spcPct val="100000"/>
              </a:lnSpc>
              <a:spcBef>
                <a:spcPts val="1100"/>
              </a:spcBef>
              <a:buFont typeface="Arial" panose="020B0604020202020204" pitchFamily="34" charset="0"/>
              <a:buChar char="•"/>
            </a:pPr>
            <a:r>
              <a:rPr lang="en-US" sz="1450" b="1" spc="-45" dirty="0" smtClean="0">
                <a:solidFill>
                  <a:srgbClr val="B30501"/>
                </a:solidFill>
                <a:latin typeface="Cambria"/>
                <a:cs typeface="Cambria"/>
              </a:rPr>
              <a:t>System A</a:t>
            </a:r>
            <a:r>
              <a:rPr sz="1450" b="1" spc="-45" dirty="0" smtClean="0">
                <a:solidFill>
                  <a:srgbClr val="B30501"/>
                </a:solidFill>
                <a:latin typeface="Cambria"/>
                <a:cs typeface="Cambria"/>
              </a:rPr>
              <a:t>dminis</a:t>
            </a:r>
            <a:r>
              <a:rPr lang="en-US" sz="1450" b="1" spc="-45" dirty="0" smtClean="0">
                <a:solidFill>
                  <a:srgbClr val="B30501"/>
                </a:solidFill>
                <a:latin typeface="Cambria"/>
                <a:cs typeface="Cambria"/>
              </a:rPr>
              <a:t>t</a:t>
            </a:r>
            <a:r>
              <a:rPr sz="1450" b="1" spc="-45" dirty="0" smtClean="0">
                <a:solidFill>
                  <a:srgbClr val="B30501"/>
                </a:solidFill>
                <a:latin typeface="Cambria"/>
                <a:cs typeface="Cambria"/>
              </a:rPr>
              <a:t>rat</a:t>
            </a:r>
            <a:r>
              <a:rPr lang="en-US" sz="1450" b="1" spc="-45" dirty="0">
                <a:solidFill>
                  <a:srgbClr val="B30501"/>
                </a:solidFill>
                <a:latin typeface="Cambria"/>
                <a:cs typeface="Cambria"/>
              </a:rPr>
              <a:t>o</a:t>
            </a:r>
            <a:r>
              <a:rPr sz="1450" b="1" spc="-45" dirty="0" smtClean="0">
                <a:solidFill>
                  <a:srgbClr val="B30501"/>
                </a:solidFill>
                <a:latin typeface="Cambria"/>
                <a:cs typeface="Cambria"/>
              </a:rPr>
              <a:t>rs</a:t>
            </a:r>
            <a:r>
              <a:rPr sz="1450" b="1" spc="55" dirty="0" smtClean="0">
                <a:solidFill>
                  <a:srgbClr val="B30501"/>
                </a:solidFill>
                <a:latin typeface="Cambria"/>
                <a:cs typeface="Cambria"/>
              </a:rPr>
              <a:t> </a:t>
            </a:r>
            <a:r>
              <a:rPr sz="1450" spc="-20" dirty="0">
                <a:solidFill>
                  <a:srgbClr val="080808"/>
                </a:solidFill>
                <a:latin typeface="Cambria"/>
                <a:cs typeface="Cambria"/>
              </a:rPr>
              <a:t>use</a:t>
            </a:r>
            <a:r>
              <a:rPr sz="1450" dirty="0">
                <a:solidFill>
                  <a:srgbClr val="080808"/>
                </a:solidFill>
                <a:latin typeface="Cambria"/>
                <a:cs typeface="Cambria"/>
              </a:rPr>
              <a:t> </a:t>
            </a:r>
            <a:r>
              <a:rPr sz="1450" dirty="0">
                <a:latin typeface="Cambria"/>
                <a:cs typeface="Cambria"/>
              </a:rPr>
              <a:t>Samba</a:t>
            </a:r>
            <a:r>
              <a:rPr sz="1450" spc="180" dirty="0">
                <a:latin typeface="Cambria"/>
                <a:cs typeface="Cambria"/>
              </a:rPr>
              <a:t> </a:t>
            </a:r>
            <a:r>
              <a:rPr sz="1450" dirty="0">
                <a:solidFill>
                  <a:schemeClr val="tx1"/>
                </a:solidFill>
                <a:latin typeface="Cambria"/>
                <a:cs typeface="Cambria"/>
              </a:rPr>
              <a:t>to</a:t>
            </a:r>
            <a:r>
              <a:rPr sz="1450" spc="-20" dirty="0">
                <a:solidFill>
                  <a:srgbClr val="7E7E64"/>
                </a:solidFill>
                <a:latin typeface="Cambria"/>
                <a:cs typeface="Cambria"/>
              </a:rPr>
              <a:t> </a:t>
            </a:r>
            <a:r>
              <a:rPr sz="1450" b="1" spc="-35" dirty="0">
                <a:solidFill>
                  <a:schemeClr val="tx1"/>
                </a:solidFill>
                <a:latin typeface="Cambria"/>
                <a:cs typeface="Cambria"/>
              </a:rPr>
              <a:t>integrate</a:t>
            </a:r>
            <a:r>
              <a:rPr sz="1450" b="1" spc="50" dirty="0">
                <a:solidFill>
                  <a:schemeClr val="tx1"/>
                </a:solidFill>
                <a:latin typeface="Cambria"/>
                <a:cs typeface="Cambria"/>
              </a:rPr>
              <a:t> </a:t>
            </a:r>
            <a:r>
              <a:rPr sz="1450" b="1" dirty="0">
                <a:solidFill>
                  <a:schemeClr val="tx1"/>
                </a:solidFill>
                <a:latin typeface="Cambria"/>
                <a:cs typeface="Cambria"/>
              </a:rPr>
              <a:t>Linux/Unix</a:t>
            </a:r>
            <a:r>
              <a:rPr sz="1450" b="1" spc="200" dirty="0">
                <a:solidFill>
                  <a:schemeClr val="tx1"/>
                </a:solidFill>
                <a:latin typeface="Cambria"/>
                <a:cs typeface="Cambria"/>
              </a:rPr>
              <a:t> </a:t>
            </a:r>
            <a:r>
              <a:rPr sz="1450" b="1" spc="-50" dirty="0">
                <a:solidFill>
                  <a:schemeClr val="tx1"/>
                </a:solidFill>
                <a:latin typeface="Cambria"/>
                <a:cs typeface="Cambria"/>
              </a:rPr>
              <a:t>systems</a:t>
            </a:r>
            <a:r>
              <a:rPr sz="1450" b="1" spc="180" dirty="0">
                <a:solidFill>
                  <a:schemeClr val="tx1"/>
                </a:solidFill>
                <a:latin typeface="Cambria"/>
                <a:cs typeface="Cambria"/>
              </a:rPr>
              <a:t> </a:t>
            </a:r>
            <a:r>
              <a:rPr sz="1450" b="1" spc="-20" dirty="0" smtClean="0">
                <a:solidFill>
                  <a:schemeClr val="tx1"/>
                </a:solidFill>
                <a:latin typeface="Cambria"/>
                <a:cs typeface="Cambria"/>
              </a:rPr>
              <a:t>with</a:t>
            </a:r>
            <a:r>
              <a:rPr lang="en-US" sz="1450" b="1" spc="-20" dirty="0" smtClean="0">
                <a:solidFill>
                  <a:schemeClr val="tx1"/>
                </a:solidFill>
                <a:latin typeface="Cambria"/>
                <a:cs typeface="Cambria"/>
              </a:rPr>
              <a:t> </a:t>
            </a:r>
            <a:r>
              <a:rPr sz="1500" b="1" spc="-30" dirty="0" smtClean="0">
                <a:solidFill>
                  <a:schemeClr val="tx1"/>
                </a:solidFill>
                <a:latin typeface="Cambria"/>
                <a:cs typeface="Cambria"/>
              </a:rPr>
              <a:t>Windows</a:t>
            </a:r>
            <a:r>
              <a:rPr sz="1500" b="1" spc="50" dirty="0" smtClean="0">
                <a:solidFill>
                  <a:schemeClr val="tx1"/>
                </a:solidFill>
                <a:latin typeface="Cambria"/>
                <a:cs typeface="Cambria"/>
              </a:rPr>
              <a:t> </a:t>
            </a:r>
            <a:r>
              <a:rPr sz="1500" b="1" spc="-60" dirty="0">
                <a:solidFill>
                  <a:schemeClr val="tx1"/>
                </a:solidFill>
                <a:latin typeface="Cambria"/>
                <a:cs typeface="Cambria"/>
              </a:rPr>
              <a:t>networks</a:t>
            </a:r>
            <a:r>
              <a:rPr sz="1500" spc="-60" dirty="0">
                <a:solidFill>
                  <a:srgbClr val="080808"/>
                </a:solidFill>
                <a:latin typeface="Cambria"/>
                <a:cs typeface="Cambria"/>
              </a:rPr>
              <a:t>,</a:t>
            </a:r>
            <a:r>
              <a:rPr sz="1500" spc="-10" dirty="0">
                <a:solidFill>
                  <a:srgbClr val="080808"/>
                </a:solidFill>
                <a:latin typeface="Cambria"/>
                <a:cs typeface="Cambria"/>
              </a:rPr>
              <a:t> </a:t>
            </a:r>
            <a:r>
              <a:rPr sz="1500" b="1" spc="-55" dirty="0">
                <a:latin typeface="Cambria"/>
                <a:cs typeface="Cambria"/>
              </a:rPr>
              <a:t>manage</a:t>
            </a:r>
            <a:r>
              <a:rPr sz="1500" b="1" spc="5" dirty="0">
                <a:latin typeface="Cambria"/>
                <a:cs typeface="Cambria"/>
              </a:rPr>
              <a:t> </a:t>
            </a:r>
            <a:r>
              <a:rPr sz="1500" b="1" spc="-40" dirty="0">
                <a:latin typeface="Cambria"/>
                <a:cs typeface="Cambria"/>
              </a:rPr>
              <a:t>access</a:t>
            </a:r>
            <a:r>
              <a:rPr sz="1500" b="1" spc="30" dirty="0">
                <a:latin typeface="Cambria"/>
                <a:cs typeface="Cambria"/>
              </a:rPr>
              <a:t> </a:t>
            </a:r>
            <a:r>
              <a:rPr sz="1500" b="1" spc="-35" dirty="0">
                <a:latin typeface="Cambria"/>
                <a:cs typeface="Cambria"/>
              </a:rPr>
              <a:t>controls</a:t>
            </a:r>
            <a:r>
              <a:rPr sz="1500" b="1" spc="-15" dirty="0">
                <a:latin typeface="Cambria"/>
                <a:cs typeface="Cambria"/>
              </a:rPr>
              <a:t> </a:t>
            </a:r>
            <a:r>
              <a:rPr sz="1500" b="1" spc="-20" dirty="0">
                <a:solidFill>
                  <a:srgbClr val="181818"/>
                </a:solidFill>
                <a:latin typeface="Cambria"/>
                <a:cs typeface="Cambria"/>
              </a:rPr>
              <a:t>and</a:t>
            </a:r>
            <a:r>
              <a:rPr sz="1500" b="1" spc="35" dirty="0">
                <a:solidFill>
                  <a:srgbClr val="181818"/>
                </a:solidFill>
                <a:latin typeface="Cambria"/>
                <a:cs typeface="Cambria"/>
              </a:rPr>
              <a:t> </a:t>
            </a:r>
            <a:r>
              <a:rPr sz="1500" b="1" spc="-10" dirty="0">
                <a:latin typeface="Cambria"/>
                <a:cs typeface="Cambria"/>
              </a:rPr>
              <a:t>permissions</a:t>
            </a:r>
            <a:r>
              <a:rPr sz="1500" spc="-10" dirty="0">
                <a:latin typeface="Cambria"/>
                <a:cs typeface="Cambria"/>
              </a:rPr>
              <a:t>.</a:t>
            </a:r>
            <a:endParaRPr sz="1500" dirty="0">
              <a:latin typeface="Cambria"/>
              <a:cs typeface="Cambria"/>
            </a:endParaRPr>
          </a:p>
          <a:p>
            <a:pPr marL="228600" indent="-215900">
              <a:lnSpc>
                <a:spcPct val="100000"/>
              </a:lnSpc>
              <a:spcBef>
                <a:spcPts val="1050"/>
              </a:spcBef>
              <a:buFont typeface="Arial" panose="020B0604020202020204" pitchFamily="34" charset="0"/>
              <a:buChar char="•"/>
            </a:pPr>
            <a:r>
              <a:rPr sz="1500" spc="65" dirty="0" smtClean="0">
                <a:latin typeface="Cambria"/>
                <a:cs typeface="Cambria"/>
              </a:rPr>
              <a:t>To</a:t>
            </a:r>
            <a:r>
              <a:rPr sz="1500" spc="-85" dirty="0" smtClean="0">
                <a:latin typeface="Cambria"/>
                <a:cs typeface="Cambria"/>
              </a:rPr>
              <a:t> </a:t>
            </a:r>
            <a:r>
              <a:rPr sz="1500" spc="-35" dirty="0">
                <a:solidFill>
                  <a:srgbClr val="181818"/>
                </a:solidFill>
                <a:latin typeface="Cambria"/>
                <a:cs typeface="Cambria"/>
              </a:rPr>
              <a:t>configure</a:t>
            </a:r>
            <a:r>
              <a:rPr sz="1500" spc="75" dirty="0">
                <a:solidFill>
                  <a:srgbClr val="181818"/>
                </a:solidFill>
                <a:latin typeface="Cambria"/>
                <a:cs typeface="Cambria"/>
              </a:rPr>
              <a:t> </a:t>
            </a:r>
            <a:r>
              <a:rPr sz="1500" spc="-35" dirty="0">
                <a:latin typeface="Cambria"/>
                <a:cs typeface="Cambria"/>
              </a:rPr>
              <a:t>Samba</a:t>
            </a:r>
            <a:r>
              <a:rPr sz="1500" spc="55" dirty="0">
                <a:latin typeface="Cambria"/>
                <a:cs typeface="Cambria"/>
              </a:rPr>
              <a:t> </a:t>
            </a:r>
            <a:r>
              <a:rPr sz="1500" dirty="0">
                <a:solidFill>
                  <a:srgbClr val="131100"/>
                </a:solidFill>
                <a:latin typeface="Cambria"/>
                <a:cs typeface="Cambria"/>
              </a:rPr>
              <a:t>for</a:t>
            </a:r>
            <a:r>
              <a:rPr sz="1500" spc="35" dirty="0">
                <a:solidFill>
                  <a:srgbClr val="131100"/>
                </a:solidFill>
                <a:latin typeface="Cambria"/>
                <a:cs typeface="Cambria"/>
              </a:rPr>
              <a:t> </a:t>
            </a:r>
            <a:r>
              <a:rPr sz="1500" spc="-30" dirty="0">
                <a:latin typeface="Cambria"/>
                <a:cs typeface="Cambria"/>
              </a:rPr>
              <a:t>file</a:t>
            </a:r>
            <a:r>
              <a:rPr sz="1500" spc="30" dirty="0">
                <a:latin typeface="Cambria"/>
                <a:cs typeface="Cambria"/>
              </a:rPr>
              <a:t> </a:t>
            </a:r>
            <a:r>
              <a:rPr sz="1500" spc="-45" dirty="0">
                <a:solidFill>
                  <a:srgbClr val="1D1D1D"/>
                </a:solidFill>
                <a:latin typeface="Cambria"/>
                <a:cs typeface="Cambria"/>
              </a:rPr>
              <a:t>and</a:t>
            </a:r>
            <a:r>
              <a:rPr sz="1500" spc="35" dirty="0">
                <a:solidFill>
                  <a:srgbClr val="1D1D1D"/>
                </a:solidFill>
                <a:latin typeface="Cambria"/>
                <a:cs typeface="Cambria"/>
              </a:rPr>
              <a:t> </a:t>
            </a:r>
            <a:r>
              <a:rPr sz="1500" spc="-60" dirty="0">
                <a:latin typeface="Cambria"/>
                <a:cs typeface="Cambria"/>
              </a:rPr>
              <a:t>printer</a:t>
            </a:r>
            <a:r>
              <a:rPr sz="1500" spc="20" dirty="0">
                <a:latin typeface="Cambria"/>
                <a:cs typeface="Cambria"/>
              </a:rPr>
              <a:t> </a:t>
            </a:r>
            <a:r>
              <a:rPr sz="1500" spc="-40" dirty="0">
                <a:latin typeface="Cambria"/>
                <a:cs typeface="Cambria"/>
              </a:rPr>
              <a:t>sharing,</a:t>
            </a:r>
            <a:r>
              <a:rPr sz="1500" spc="70" dirty="0">
                <a:latin typeface="Cambria"/>
                <a:cs typeface="Cambria"/>
              </a:rPr>
              <a:t> </a:t>
            </a:r>
            <a:r>
              <a:rPr sz="1500" spc="-40" dirty="0">
                <a:solidFill>
                  <a:srgbClr val="232323"/>
                </a:solidFill>
                <a:latin typeface="Cambria"/>
                <a:cs typeface="Cambria"/>
              </a:rPr>
              <a:t>the</a:t>
            </a:r>
            <a:r>
              <a:rPr sz="1500" spc="25" dirty="0">
                <a:solidFill>
                  <a:srgbClr val="232323"/>
                </a:solidFill>
                <a:latin typeface="Cambria"/>
                <a:cs typeface="Cambria"/>
              </a:rPr>
              <a:t> </a:t>
            </a:r>
            <a:r>
              <a:rPr sz="1500" spc="-10" dirty="0">
                <a:latin typeface="Cambria"/>
                <a:cs typeface="Cambria"/>
              </a:rPr>
              <a:t>administrator</a:t>
            </a:r>
            <a:endParaRPr sz="1500" dirty="0">
              <a:latin typeface="Cambria"/>
              <a:cs typeface="Cambria"/>
            </a:endParaRPr>
          </a:p>
          <a:p>
            <a:pPr marL="266065">
              <a:lnSpc>
                <a:spcPct val="100000"/>
              </a:lnSpc>
              <a:spcBef>
                <a:spcPts val="1100"/>
              </a:spcBef>
            </a:pPr>
            <a:r>
              <a:rPr sz="1450" spc="-10" dirty="0">
                <a:latin typeface="Cambria"/>
                <a:cs typeface="Cambria"/>
              </a:rPr>
              <a:t>needs:</a:t>
            </a:r>
            <a:endParaRPr sz="1450" dirty="0">
              <a:latin typeface="Cambria"/>
              <a:cs typeface="Cambria"/>
            </a:endParaRPr>
          </a:p>
        </p:txBody>
      </p:sp>
      <p:sp>
        <p:nvSpPr>
          <p:cNvPr id="8" name="object 8"/>
          <p:cNvSpPr txBox="1"/>
          <p:nvPr/>
        </p:nvSpPr>
        <p:spPr>
          <a:xfrm>
            <a:off x="749299" y="3114675"/>
            <a:ext cx="5123755" cy="1033616"/>
          </a:xfrm>
          <a:prstGeom prst="rect">
            <a:avLst/>
          </a:prstGeom>
        </p:spPr>
        <p:txBody>
          <a:bodyPr vert="horz" wrap="square" lIns="0" tIns="12700" rIns="0" bIns="0" rtlCol="0">
            <a:spAutoFit/>
          </a:bodyPr>
          <a:lstStyle/>
          <a:p>
            <a:pPr marL="228600" indent="-215900">
              <a:lnSpc>
                <a:spcPct val="100000"/>
              </a:lnSpc>
              <a:spcBef>
                <a:spcPts val="100"/>
              </a:spcBef>
              <a:buFont typeface="Arial" panose="020B0604020202020204" pitchFamily="34" charset="0"/>
              <a:buChar char="•"/>
            </a:pPr>
            <a:r>
              <a:rPr sz="1600" dirty="0">
                <a:solidFill>
                  <a:srgbClr val="FF0000"/>
                </a:solidFill>
                <a:latin typeface="Cambria"/>
                <a:cs typeface="Cambria"/>
              </a:rPr>
              <a:t>Install</a:t>
            </a:r>
            <a:r>
              <a:rPr sz="1600" spc="95" dirty="0">
                <a:solidFill>
                  <a:srgbClr val="FF0000"/>
                </a:solidFill>
                <a:latin typeface="Cambria"/>
                <a:cs typeface="Cambria"/>
              </a:rPr>
              <a:t> </a:t>
            </a:r>
            <a:r>
              <a:rPr sz="1600" dirty="0">
                <a:solidFill>
                  <a:srgbClr val="FF0000"/>
                </a:solidFill>
                <a:latin typeface="Cambria"/>
                <a:cs typeface="Cambria"/>
              </a:rPr>
              <a:t>Samba</a:t>
            </a:r>
            <a:r>
              <a:rPr sz="1600" spc="175" dirty="0">
                <a:solidFill>
                  <a:srgbClr val="FF0000"/>
                </a:solidFill>
                <a:latin typeface="Cambria"/>
                <a:cs typeface="Cambria"/>
              </a:rPr>
              <a:t> </a:t>
            </a:r>
            <a:r>
              <a:rPr lang="en-US" sz="1600" spc="-60" dirty="0" smtClean="0">
                <a:solidFill>
                  <a:srgbClr val="FF0000"/>
                </a:solidFill>
                <a:latin typeface="Cambria"/>
                <a:cs typeface="Cambria"/>
              </a:rPr>
              <a:t>o</a:t>
            </a:r>
            <a:r>
              <a:rPr sz="1600" spc="-60" dirty="0" smtClean="0">
                <a:solidFill>
                  <a:srgbClr val="FF0000"/>
                </a:solidFill>
                <a:latin typeface="Cambria"/>
                <a:cs typeface="Cambria"/>
              </a:rPr>
              <a:t>n</a:t>
            </a:r>
            <a:r>
              <a:rPr sz="1600" spc="135" dirty="0" smtClean="0">
                <a:solidFill>
                  <a:srgbClr val="FF0000"/>
                </a:solidFill>
                <a:latin typeface="Cambria"/>
                <a:cs typeface="Cambria"/>
              </a:rPr>
              <a:t> </a:t>
            </a:r>
            <a:r>
              <a:rPr sz="1600" dirty="0">
                <a:solidFill>
                  <a:srgbClr val="FF0000"/>
                </a:solidFill>
                <a:latin typeface="Cambria"/>
                <a:cs typeface="Cambria"/>
              </a:rPr>
              <a:t>the</a:t>
            </a:r>
            <a:r>
              <a:rPr sz="1600" spc="-5" dirty="0">
                <a:solidFill>
                  <a:srgbClr val="FF0000"/>
                </a:solidFill>
                <a:latin typeface="Cambria"/>
                <a:cs typeface="Cambria"/>
              </a:rPr>
              <a:t> </a:t>
            </a:r>
            <a:r>
              <a:rPr sz="1600" spc="-10" dirty="0">
                <a:solidFill>
                  <a:srgbClr val="FF0000"/>
                </a:solidFill>
                <a:latin typeface="Cambria"/>
                <a:cs typeface="Cambria"/>
              </a:rPr>
              <a:t>Linux/U</a:t>
            </a:r>
            <a:r>
              <a:rPr lang="en-US" sz="1600" spc="-10" dirty="0">
                <a:solidFill>
                  <a:srgbClr val="FF0000"/>
                </a:solidFill>
                <a:latin typeface="Cambria"/>
                <a:cs typeface="Cambria"/>
              </a:rPr>
              <a:t>ni</a:t>
            </a:r>
            <a:r>
              <a:rPr sz="1600" spc="-10" dirty="0">
                <a:solidFill>
                  <a:srgbClr val="FF0000"/>
                </a:solidFill>
                <a:latin typeface="Cambria"/>
                <a:cs typeface="Cambria"/>
              </a:rPr>
              <a:t>x system</a:t>
            </a:r>
            <a:endParaRPr sz="1600" dirty="0">
              <a:solidFill>
                <a:srgbClr val="FF0000"/>
              </a:solidFill>
              <a:latin typeface="Cambria"/>
              <a:cs typeface="Cambria"/>
            </a:endParaRPr>
          </a:p>
          <a:p>
            <a:pPr marL="228600" indent="-215900">
              <a:lnSpc>
                <a:spcPct val="100000"/>
              </a:lnSpc>
              <a:spcBef>
                <a:spcPts val="1125"/>
              </a:spcBef>
              <a:buFont typeface="Arial" panose="020B0604020202020204" pitchFamily="34" charset="0"/>
              <a:buChar char="•"/>
            </a:pPr>
            <a:r>
              <a:rPr sz="1600" dirty="0">
                <a:solidFill>
                  <a:srgbClr val="FF0000"/>
                </a:solidFill>
                <a:latin typeface="Cambria"/>
                <a:cs typeface="Cambria"/>
              </a:rPr>
              <a:t>Configure</a:t>
            </a:r>
            <a:r>
              <a:rPr sz="1600" spc="160" dirty="0">
                <a:solidFill>
                  <a:srgbClr val="FF0000"/>
                </a:solidFill>
                <a:latin typeface="Cambria"/>
                <a:cs typeface="Cambria"/>
              </a:rPr>
              <a:t> </a:t>
            </a:r>
            <a:r>
              <a:rPr sz="1600" dirty="0">
                <a:solidFill>
                  <a:srgbClr val="FF0000"/>
                </a:solidFill>
                <a:latin typeface="Cambria"/>
                <a:cs typeface="Cambria"/>
              </a:rPr>
              <a:t>Samba</a:t>
            </a:r>
            <a:r>
              <a:rPr sz="1600" spc="285" dirty="0">
                <a:solidFill>
                  <a:srgbClr val="FF0000"/>
                </a:solidFill>
                <a:latin typeface="Cambria"/>
                <a:cs typeface="Cambria"/>
              </a:rPr>
              <a:t> </a:t>
            </a:r>
            <a:r>
              <a:rPr sz="1600" dirty="0" smtClean="0">
                <a:solidFill>
                  <a:srgbClr val="FF0000"/>
                </a:solidFill>
                <a:latin typeface="Cambria"/>
                <a:cs typeface="Cambria"/>
              </a:rPr>
              <a:t>t</a:t>
            </a:r>
            <a:r>
              <a:rPr lang="en-US" sz="1600" dirty="0" smtClean="0">
                <a:solidFill>
                  <a:srgbClr val="FF0000"/>
                </a:solidFill>
                <a:latin typeface="Cambria"/>
                <a:cs typeface="Cambria"/>
              </a:rPr>
              <a:t>o</a:t>
            </a:r>
            <a:r>
              <a:rPr sz="1600" spc="280" dirty="0" smtClean="0">
                <a:solidFill>
                  <a:srgbClr val="FF0000"/>
                </a:solidFill>
                <a:latin typeface="Cambria"/>
                <a:cs typeface="Cambria"/>
              </a:rPr>
              <a:t> </a:t>
            </a:r>
            <a:r>
              <a:rPr sz="1600" spc="-10" dirty="0" smtClean="0">
                <a:solidFill>
                  <a:srgbClr val="FF0000"/>
                </a:solidFill>
                <a:latin typeface="Cambria"/>
                <a:cs typeface="Cambria"/>
              </a:rPr>
              <a:t>sh</a:t>
            </a:r>
            <a:r>
              <a:rPr lang="en-US" sz="1600" spc="-10" dirty="0" smtClean="0">
                <a:solidFill>
                  <a:srgbClr val="FF0000"/>
                </a:solidFill>
                <a:latin typeface="Cambria"/>
                <a:cs typeface="Cambria"/>
              </a:rPr>
              <a:t>a</a:t>
            </a:r>
            <a:r>
              <a:rPr sz="1600" spc="-10" dirty="0" smtClean="0">
                <a:solidFill>
                  <a:srgbClr val="FF0000"/>
                </a:solidFill>
                <a:latin typeface="Cambria"/>
                <a:cs typeface="Cambria"/>
              </a:rPr>
              <a:t>re</a:t>
            </a:r>
            <a:r>
              <a:rPr sz="1600" spc="140" dirty="0" smtClean="0">
                <a:solidFill>
                  <a:srgbClr val="FF0000"/>
                </a:solidFill>
                <a:latin typeface="Cambria"/>
                <a:cs typeface="Cambria"/>
              </a:rPr>
              <a:t> </a:t>
            </a:r>
            <a:r>
              <a:rPr sz="1600" dirty="0" smtClean="0">
                <a:solidFill>
                  <a:srgbClr val="FF0000"/>
                </a:solidFill>
                <a:latin typeface="Cambria"/>
                <a:cs typeface="Cambria"/>
              </a:rPr>
              <a:t>direct</a:t>
            </a:r>
            <a:r>
              <a:rPr lang="en-US" sz="1600" dirty="0" smtClean="0">
                <a:solidFill>
                  <a:srgbClr val="FF0000"/>
                </a:solidFill>
                <a:latin typeface="Cambria"/>
                <a:cs typeface="Cambria"/>
              </a:rPr>
              <a:t>orie</a:t>
            </a:r>
            <a:r>
              <a:rPr sz="1600" dirty="0" smtClean="0">
                <a:solidFill>
                  <a:srgbClr val="FF0000"/>
                </a:solidFill>
                <a:latin typeface="Cambria"/>
                <a:cs typeface="Cambria"/>
              </a:rPr>
              <a:t>s</a:t>
            </a:r>
            <a:r>
              <a:rPr sz="1600" spc="-100" dirty="0" smtClean="0">
                <a:solidFill>
                  <a:srgbClr val="FF0000"/>
                </a:solidFill>
                <a:latin typeface="Cambria"/>
                <a:cs typeface="Cambria"/>
              </a:rPr>
              <a:t> </a:t>
            </a:r>
            <a:r>
              <a:rPr sz="1600" spc="114" dirty="0" smtClean="0">
                <a:solidFill>
                  <a:srgbClr val="FF0000"/>
                </a:solidFill>
                <a:latin typeface="Cambria"/>
                <a:cs typeface="Cambria"/>
              </a:rPr>
              <a:t> </a:t>
            </a:r>
            <a:r>
              <a:rPr lang="en-US" sz="1600" spc="-40" dirty="0">
                <a:solidFill>
                  <a:srgbClr val="FF0000"/>
                </a:solidFill>
                <a:latin typeface="Cambria"/>
                <a:cs typeface="Cambria"/>
              </a:rPr>
              <a:t>a</a:t>
            </a:r>
            <a:r>
              <a:rPr sz="1600" spc="-40" dirty="0" smtClean="0">
                <a:solidFill>
                  <a:srgbClr val="FF0000"/>
                </a:solidFill>
                <a:latin typeface="Cambria"/>
                <a:cs typeface="Cambria"/>
              </a:rPr>
              <a:t>nd</a:t>
            </a:r>
            <a:r>
              <a:rPr sz="1600" spc="165" dirty="0" smtClean="0">
                <a:solidFill>
                  <a:srgbClr val="FF0000"/>
                </a:solidFill>
                <a:latin typeface="Cambria"/>
                <a:cs typeface="Cambria"/>
              </a:rPr>
              <a:t> </a:t>
            </a:r>
            <a:r>
              <a:rPr sz="1600" spc="-10" dirty="0">
                <a:solidFill>
                  <a:srgbClr val="FF0000"/>
                </a:solidFill>
                <a:latin typeface="Cambria"/>
                <a:cs typeface="Cambria"/>
              </a:rPr>
              <a:t>printers</a:t>
            </a:r>
            <a:endParaRPr sz="1600" dirty="0">
              <a:solidFill>
                <a:srgbClr val="FF0000"/>
              </a:solidFill>
              <a:latin typeface="Cambria"/>
              <a:cs typeface="Cambria"/>
            </a:endParaRPr>
          </a:p>
          <a:p>
            <a:pPr marL="228600" indent="-215900">
              <a:lnSpc>
                <a:spcPct val="100000"/>
              </a:lnSpc>
              <a:spcBef>
                <a:spcPts val="1100"/>
              </a:spcBef>
              <a:buFont typeface="Arial" panose="020B0604020202020204" pitchFamily="34" charset="0"/>
              <a:buChar char="•"/>
            </a:pPr>
            <a:r>
              <a:rPr sz="1600" dirty="0">
                <a:solidFill>
                  <a:srgbClr val="FF0000"/>
                </a:solidFill>
                <a:latin typeface="Cambria"/>
                <a:cs typeface="Cambria"/>
              </a:rPr>
              <a:t>Set</a:t>
            </a:r>
            <a:r>
              <a:rPr sz="1600" spc="75" dirty="0">
                <a:solidFill>
                  <a:srgbClr val="FF0000"/>
                </a:solidFill>
                <a:latin typeface="Cambria"/>
                <a:cs typeface="Cambria"/>
              </a:rPr>
              <a:t> </a:t>
            </a:r>
            <a:r>
              <a:rPr sz="1600" dirty="0">
                <a:solidFill>
                  <a:srgbClr val="FF0000"/>
                </a:solidFill>
                <a:latin typeface="Cambria"/>
                <a:cs typeface="Cambria"/>
              </a:rPr>
              <a:t>up </a:t>
            </a:r>
            <a:r>
              <a:rPr sz="1600" spc="-45" dirty="0">
                <a:solidFill>
                  <a:srgbClr val="FF0000"/>
                </a:solidFill>
                <a:latin typeface="Cambria"/>
                <a:cs typeface="Cambria"/>
              </a:rPr>
              <a:t>user</a:t>
            </a:r>
            <a:r>
              <a:rPr sz="1600" dirty="0">
                <a:solidFill>
                  <a:srgbClr val="FF0000"/>
                </a:solidFill>
                <a:latin typeface="Cambria"/>
                <a:cs typeface="Cambria"/>
              </a:rPr>
              <a:t> </a:t>
            </a:r>
            <a:r>
              <a:rPr sz="1600" spc="-35" dirty="0" smtClean="0">
                <a:solidFill>
                  <a:srgbClr val="FF0000"/>
                </a:solidFill>
                <a:latin typeface="Cambria"/>
                <a:cs typeface="Cambria"/>
              </a:rPr>
              <a:t>au</a:t>
            </a:r>
            <a:r>
              <a:rPr lang="en-US" sz="1600" spc="-35" dirty="0" smtClean="0">
                <a:solidFill>
                  <a:srgbClr val="FF0000"/>
                </a:solidFill>
                <a:latin typeface="Cambria"/>
                <a:cs typeface="Cambria"/>
              </a:rPr>
              <a:t>t</a:t>
            </a:r>
            <a:r>
              <a:rPr sz="1600" spc="-35" dirty="0" smtClean="0">
                <a:solidFill>
                  <a:srgbClr val="FF0000"/>
                </a:solidFill>
                <a:latin typeface="Cambria"/>
                <a:cs typeface="Cambria"/>
              </a:rPr>
              <a:t>henticati</a:t>
            </a:r>
            <a:r>
              <a:rPr lang="en-US" sz="1600" spc="-35" dirty="0" smtClean="0">
                <a:solidFill>
                  <a:srgbClr val="FF0000"/>
                </a:solidFill>
                <a:latin typeface="Cambria"/>
                <a:cs typeface="Cambria"/>
              </a:rPr>
              <a:t>o</a:t>
            </a:r>
            <a:r>
              <a:rPr sz="1600" spc="-35" dirty="0" smtClean="0">
                <a:solidFill>
                  <a:srgbClr val="FF0000"/>
                </a:solidFill>
                <a:latin typeface="Cambria"/>
                <a:cs typeface="Cambria"/>
              </a:rPr>
              <a:t>n</a:t>
            </a:r>
            <a:r>
              <a:rPr sz="1600" spc="10" dirty="0" smtClean="0">
                <a:solidFill>
                  <a:srgbClr val="FF0000"/>
                </a:solidFill>
                <a:latin typeface="Cambria"/>
                <a:cs typeface="Cambria"/>
              </a:rPr>
              <a:t> </a:t>
            </a:r>
            <a:r>
              <a:rPr sz="1600" spc="-25" dirty="0">
                <a:solidFill>
                  <a:srgbClr val="FF0000"/>
                </a:solidFill>
                <a:latin typeface="Cambria"/>
                <a:cs typeface="Cambria"/>
              </a:rPr>
              <a:t>and</a:t>
            </a:r>
            <a:r>
              <a:rPr sz="1600" spc="20" dirty="0">
                <a:solidFill>
                  <a:srgbClr val="FF0000"/>
                </a:solidFill>
                <a:latin typeface="Cambria"/>
                <a:cs typeface="Cambria"/>
              </a:rPr>
              <a:t> </a:t>
            </a:r>
            <a:r>
              <a:rPr sz="1600" spc="-25" dirty="0">
                <a:solidFill>
                  <a:srgbClr val="FF0000"/>
                </a:solidFill>
                <a:latin typeface="Cambria"/>
                <a:cs typeface="Cambria"/>
              </a:rPr>
              <a:t>access</a:t>
            </a:r>
            <a:r>
              <a:rPr sz="1600" spc="35" dirty="0">
                <a:solidFill>
                  <a:srgbClr val="FF0000"/>
                </a:solidFill>
                <a:latin typeface="Cambria"/>
                <a:cs typeface="Cambria"/>
              </a:rPr>
              <a:t> </a:t>
            </a:r>
            <a:r>
              <a:rPr sz="1600" spc="-10" dirty="0" smtClean="0">
                <a:solidFill>
                  <a:srgbClr val="FF0000"/>
                </a:solidFill>
                <a:latin typeface="Cambria"/>
                <a:cs typeface="Cambria"/>
              </a:rPr>
              <a:t>c</a:t>
            </a:r>
            <a:r>
              <a:rPr lang="en-US" sz="1600" spc="-10" dirty="0" smtClean="0">
                <a:solidFill>
                  <a:srgbClr val="FF0000"/>
                </a:solidFill>
                <a:latin typeface="Cambria"/>
                <a:cs typeface="Cambria"/>
              </a:rPr>
              <a:t>o</a:t>
            </a:r>
            <a:r>
              <a:rPr sz="1600" spc="-10" dirty="0" smtClean="0">
                <a:solidFill>
                  <a:srgbClr val="FF0000"/>
                </a:solidFill>
                <a:latin typeface="Cambria"/>
                <a:cs typeface="Cambria"/>
              </a:rPr>
              <a:t>ntr</a:t>
            </a:r>
            <a:r>
              <a:rPr lang="en-US" sz="1600" spc="-10" dirty="0" smtClean="0">
                <a:solidFill>
                  <a:srgbClr val="FF0000"/>
                </a:solidFill>
                <a:latin typeface="Cambria"/>
                <a:cs typeface="Cambria"/>
              </a:rPr>
              <a:t>o</a:t>
            </a:r>
            <a:r>
              <a:rPr sz="1600" spc="-10" dirty="0" smtClean="0">
                <a:solidFill>
                  <a:srgbClr val="FF0000"/>
                </a:solidFill>
                <a:latin typeface="Cambria"/>
                <a:cs typeface="Cambria"/>
              </a:rPr>
              <a:t>ls</a:t>
            </a:r>
            <a:endParaRPr sz="1600" dirty="0">
              <a:solidFill>
                <a:srgbClr val="FF0000"/>
              </a:solidFill>
              <a:latin typeface="Cambria"/>
              <a:cs typeface="Cambria"/>
            </a:endParaRPr>
          </a:p>
        </p:txBody>
      </p:sp>
      <p:sp>
        <p:nvSpPr>
          <p:cNvPr id="9" name="object 9"/>
          <p:cNvSpPr txBox="1"/>
          <p:nvPr/>
        </p:nvSpPr>
        <p:spPr>
          <a:xfrm>
            <a:off x="5165755" y="4192587"/>
            <a:ext cx="61594" cy="231140"/>
          </a:xfrm>
          <a:prstGeom prst="rect">
            <a:avLst/>
          </a:prstGeom>
        </p:spPr>
        <p:txBody>
          <a:bodyPr vert="horz" wrap="square" lIns="0" tIns="12700" rIns="0" bIns="0" rtlCol="0">
            <a:spAutoFit/>
          </a:bodyPr>
          <a:lstStyle/>
          <a:p>
            <a:pPr marL="12700">
              <a:lnSpc>
                <a:spcPct val="100000"/>
              </a:lnSpc>
              <a:spcBef>
                <a:spcPts val="100"/>
              </a:spcBef>
            </a:pPr>
            <a:r>
              <a:rPr sz="1350" spc="-50" dirty="0">
                <a:solidFill>
                  <a:srgbClr val="9A9987"/>
                </a:solidFill>
                <a:latin typeface="Cambria"/>
                <a:cs typeface="Cambria"/>
              </a:rPr>
              <a:t>‘</a:t>
            </a:r>
            <a:endParaRPr sz="1350">
              <a:latin typeface="Cambria"/>
              <a:cs typeface="Cambria"/>
            </a:endParaRPr>
          </a:p>
        </p:txBody>
      </p:sp>
      <p:sp>
        <p:nvSpPr>
          <p:cNvPr id="18" name="Date Placeholder 17"/>
          <p:cNvSpPr>
            <a:spLocks noGrp="1"/>
          </p:cNvSpPr>
          <p:nvPr>
            <p:ph type="dt" sz="half" idx="6"/>
          </p:nvPr>
        </p:nvSpPr>
        <p:spPr/>
        <p:txBody>
          <a:bodyPr/>
          <a:lstStyle/>
          <a:p>
            <a:fld id="{F902F679-B15E-42B1-88C3-34B9F97DD616}" type="datetime1">
              <a:rPr lang="en-US" smtClean="0"/>
              <a:t>12/3/2025</a:t>
            </a:fld>
            <a:endParaRPr lang="en-US"/>
          </a:p>
        </p:txBody>
      </p:sp>
      <p:sp>
        <p:nvSpPr>
          <p:cNvPr id="19" name="Footer Placeholder 18"/>
          <p:cNvSpPr>
            <a:spLocks noGrp="1"/>
          </p:cNvSpPr>
          <p:nvPr>
            <p:ph type="ftr" sz="quarter" idx="5"/>
          </p:nvPr>
        </p:nvSpPr>
        <p:spPr/>
        <p:txBody>
          <a:bodyPr/>
          <a:lstStyle/>
          <a:p>
            <a:r>
              <a:rPr lang="en-US" smtClean="0"/>
              <a:t>Linux System and Network Administration                                                                       By Dr. Samuel Asferaw</a:t>
            </a:r>
            <a:endParaRPr lang="en-US"/>
          </a:p>
        </p:txBody>
      </p:sp>
      <p:sp>
        <p:nvSpPr>
          <p:cNvPr id="20" name="Slide Number Placeholder 19"/>
          <p:cNvSpPr>
            <a:spLocks noGrp="1"/>
          </p:cNvSpPr>
          <p:nvPr>
            <p:ph type="sldNum" sz="quarter" idx="7"/>
          </p:nvPr>
        </p:nvSpPr>
        <p:spPr/>
        <p:txBody>
          <a:bodyPr/>
          <a:lstStyle/>
          <a:p>
            <a:fld id="{B6F15528-21DE-4FAA-801E-634DDDAF4B2B}" type="slidenum">
              <a:rPr lang="en-US" smtClean="0"/>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500" y="131762"/>
            <a:ext cx="6007100" cy="320601"/>
          </a:xfrm>
          <a:prstGeom prst="rect">
            <a:avLst/>
          </a:prstGeom>
        </p:spPr>
        <p:txBody>
          <a:bodyPr vert="horz" wrap="square" lIns="0" tIns="12700" rIns="0" bIns="0" rtlCol="0">
            <a:spAutoFit/>
          </a:bodyPr>
          <a:lstStyle/>
          <a:p>
            <a:pPr marL="127000">
              <a:lnSpc>
                <a:spcPct val="100000"/>
              </a:lnSpc>
              <a:spcBef>
                <a:spcPts val="100"/>
              </a:spcBef>
            </a:pPr>
            <a:r>
              <a:rPr sz="2000" b="1" spc="-45" dirty="0">
                <a:solidFill>
                  <a:srgbClr val="FF0000"/>
                </a:solidFill>
              </a:rPr>
              <a:t>Supporting</a:t>
            </a:r>
            <a:r>
              <a:rPr sz="2000" b="1" spc="20" dirty="0">
                <a:solidFill>
                  <a:srgbClr val="FF0000"/>
                </a:solidFill>
              </a:rPr>
              <a:t> </a:t>
            </a:r>
            <a:r>
              <a:rPr sz="2000" b="1" dirty="0">
                <a:solidFill>
                  <a:srgbClr val="FF0000"/>
                </a:solidFill>
              </a:rPr>
              <a:t>a</a:t>
            </a:r>
            <a:r>
              <a:rPr sz="2000" b="1" spc="-50" dirty="0">
                <a:solidFill>
                  <a:srgbClr val="FF0000"/>
                </a:solidFill>
              </a:rPr>
              <a:t> </a:t>
            </a:r>
            <a:r>
              <a:rPr sz="2000" b="1" spc="-80" dirty="0">
                <a:solidFill>
                  <a:srgbClr val="FF0000"/>
                </a:solidFill>
              </a:rPr>
              <a:t>Windows</a:t>
            </a:r>
            <a:r>
              <a:rPr sz="2000" b="1" spc="70" dirty="0">
                <a:solidFill>
                  <a:srgbClr val="FF0000"/>
                </a:solidFill>
              </a:rPr>
              <a:t> </a:t>
            </a:r>
            <a:r>
              <a:rPr sz="2000" b="1" spc="-70" dirty="0">
                <a:solidFill>
                  <a:srgbClr val="FF0000"/>
                </a:solidFill>
              </a:rPr>
              <a:t>Network</a:t>
            </a:r>
            <a:r>
              <a:rPr sz="2000" b="1" spc="25" dirty="0">
                <a:solidFill>
                  <a:srgbClr val="FF0000"/>
                </a:solidFill>
              </a:rPr>
              <a:t> </a:t>
            </a:r>
            <a:r>
              <a:rPr sz="2000" b="1" dirty="0">
                <a:solidFill>
                  <a:srgbClr val="FF0000"/>
                </a:solidFill>
              </a:rPr>
              <a:t>-</a:t>
            </a:r>
            <a:r>
              <a:rPr sz="2000" b="1" spc="-20" dirty="0">
                <a:solidFill>
                  <a:srgbClr val="FF0000"/>
                </a:solidFill>
              </a:rPr>
              <a:t> </a:t>
            </a:r>
            <a:r>
              <a:rPr sz="2000" b="1" spc="-75" dirty="0" smtClean="0">
                <a:solidFill>
                  <a:srgbClr val="FF0000"/>
                </a:solidFill>
              </a:rPr>
              <a:t>throu</a:t>
            </a:r>
            <a:r>
              <a:rPr lang="en-US" sz="2000" b="1" spc="-75" dirty="0" smtClean="0">
                <a:solidFill>
                  <a:srgbClr val="FF0000"/>
                </a:solidFill>
              </a:rPr>
              <a:t>g</a:t>
            </a:r>
            <a:r>
              <a:rPr sz="2000" b="1" spc="-75" dirty="0" smtClean="0">
                <a:solidFill>
                  <a:srgbClr val="FF0000"/>
                </a:solidFill>
              </a:rPr>
              <a:t>h</a:t>
            </a:r>
            <a:r>
              <a:rPr sz="2000" b="1" spc="90" dirty="0" smtClean="0">
                <a:solidFill>
                  <a:srgbClr val="FF0000"/>
                </a:solidFill>
              </a:rPr>
              <a:t> </a:t>
            </a:r>
            <a:r>
              <a:rPr sz="2000" b="1" spc="70" dirty="0">
                <a:solidFill>
                  <a:srgbClr val="FF0000"/>
                </a:solidFill>
              </a:rPr>
              <a:t>SAMBA...</a:t>
            </a:r>
          </a:p>
        </p:txBody>
      </p:sp>
      <p:sp>
        <p:nvSpPr>
          <p:cNvPr id="3" name="object 3"/>
          <p:cNvSpPr txBox="1"/>
          <p:nvPr/>
        </p:nvSpPr>
        <p:spPr>
          <a:xfrm>
            <a:off x="-25287" y="762244"/>
            <a:ext cx="6057900" cy="3343031"/>
          </a:xfrm>
          <a:prstGeom prst="rect">
            <a:avLst/>
          </a:prstGeom>
        </p:spPr>
        <p:txBody>
          <a:bodyPr vert="horz" wrap="square" lIns="0" tIns="12700" rIns="0" bIns="0" rtlCol="0">
            <a:spAutoFit/>
          </a:bodyPr>
          <a:lstStyle/>
          <a:p>
            <a:pPr marL="228600" indent="-174625">
              <a:lnSpc>
                <a:spcPct val="100000"/>
              </a:lnSpc>
              <a:spcBef>
                <a:spcPts val="100"/>
              </a:spcBef>
              <a:buFont typeface="Arial" panose="020B0604020202020204" pitchFamily="34" charset="0"/>
              <a:buChar char="•"/>
            </a:pPr>
            <a:r>
              <a:rPr b="1" dirty="0" smtClean="0">
                <a:solidFill>
                  <a:srgbClr val="FF0000"/>
                </a:solidFill>
                <a:latin typeface="Cambria"/>
                <a:cs typeface="Cambria"/>
              </a:rPr>
              <a:t>Samba</a:t>
            </a:r>
            <a:r>
              <a:rPr b="1" spc="90" dirty="0" smtClean="0">
                <a:solidFill>
                  <a:srgbClr val="FF0000"/>
                </a:solidFill>
                <a:latin typeface="Cambria"/>
                <a:cs typeface="Cambria"/>
              </a:rPr>
              <a:t> </a:t>
            </a:r>
            <a:r>
              <a:rPr b="1" spc="-35" dirty="0">
                <a:solidFill>
                  <a:srgbClr val="FF0000"/>
                </a:solidFill>
                <a:latin typeface="Cambria"/>
                <a:cs typeface="Cambria"/>
              </a:rPr>
              <a:t>security</a:t>
            </a:r>
            <a:r>
              <a:rPr b="1" spc="295" dirty="0">
                <a:solidFill>
                  <a:srgbClr val="FF0000"/>
                </a:solidFill>
                <a:latin typeface="Cambria"/>
                <a:cs typeface="Cambria"/>
              </a:rPr>
              <a:t> </a:t>
            </a:r>
            <a:r>
              <a:rPr b="1" spc="-10" dirty="0" smtClean="0">
                <a:solidFill>
                  <a:srgbClr val="FF0000"/>
                </a:solidFill>
                <a:latin typeface="Cambria"/>
                <a:cs typeface="Cambria"/>
              </a:rPr>
              <a:t>consi</a:t>
            </a:r>
            <a:r>
              <a:rPr lang="en-US" b="1" spc="-10" dirty="0" smtClean="0">
                <a:solidFill>
                  <a:srgbClr val="FF0000"/>
                </a:solidFill>
                <a:latin typeface="Cambria"/>
                <a:cs typeface="Cambria"/>
              </a:rPr>
              <a:t>d</a:t>
            </a:r>
            <a:r>
              <a:rPr b="1" spc="-10" dirty="0" smtClean="0">
                <a:solidFill>
                  <a:srgbClr val="FF0000"/>
                </a:solidFill>
                <a:latin typeface="Cambria"/>
                <a:cs typeface="Cambria"/>
              </a:rPr>
              <a:t>erat</a:t>
            </a:r>
            <a:r>
              <a:rPr lang="en-US" b="1" spc="-10" dirty="0" smtClean="0">
                <a:solidFill>
                  <a:srgbClr val="FF0000"/>
                </a:solidFill>
                <a:latin typeface="Cambria"/>
                <a:cs typeface="Cambria"/>
              </a:rPr>
              <a:t>io</a:t>
            </a:r>
            <a:r>
              <a:rPr b="1" spc="-10" dirty="0" smtClean="0">
                <a:solidFill>
                  <a:srgbClr val="FF0000"/>
                </a:solidFill>
                <a:latin typeface="Cambria"/>
                <a:cs typeface="Cambria"/>
              </a:rPr>
              <a:t>ns</a:t>
            </a:r>
            <a:endParaRPr b="1" dirty="0">
              <a:solidFill>
                <a:srgbClr val="FF0000"/>
              </a:solidFill>
              <a:latin typeface="Cambria"/>
              <a:cs typeface="Cambria"/>
            </a:endParaRPr>
          </a:p>
          <a:p>
            <a:pPr marL="228600" marR="5080" indent="-174625">
              <a:lnSpc>
                <a:spcPct val="158300"/>
              </a:lnSpc>
              <a:spcBef>
                <a:spcPts val="95"/>
              </a:spcBef>
              <a:buFont typeface="Arial" panose="020B0604020202020204" pitchFamily="34" charset="0"/>
              <a:buChar char="•"/>
              <a:tabLst>
                <a:tab pos="753745" algn="l"/>
                <a:tab pos="1873250" algn="l"/>
                <a:tab pos="3202940" algn="l"/>
                <a:tab pos="3472815" algn="l"/>
                <a:tab pos="4536440" algn="l"/>
                <a:tab pos="4749800" algn="l"/>
                <a:tab pos="5464175" algn="l"/>
              </a:tabLst>
            </a:pPr>
            <a:r>
              <a:rPr lang="en-US" sz="1500" spc="-45" dirty="0">
                <a:latin typeface="Cambria"/>
                <a:cs typeface="Cambria"/>
              </a:rPr>
              <a:t>Samba has several security features to restrict access to shared resources</a:t>
            </a:r>
          </a:p>
          <a:p>
            <a:pPr marL="185420" marR="5080">
              <a:lnSpc>
                <a:spcPct val="158300"/>
              </a:lnSpc>
              <a:spcBef>
                <a:spcPts val="95"/>
              </a:spcBef>
              <a:tabLst>
                <a:tab pos="753745" algn="l"/>
                <a:tab pos="1873250" algn="l"/>
                <a:tab pos="3202940" algn="l"/>
                <a:tab pos="3472815" algn="l"/>
                <a:tab pos="4536440" algn="l"/>
                <a:tab pos="4749800" algn="l"/>
                <a:tab pos="5464175" algn="l"/>
              </a:tabLst>
            </a:pPr>
            <a:r>
              <a:rPr sz="1500" spc="100" dirty="0" smtClean="0">
                <a:solidFill>
                  <a:srgbClr val="161616"/>
                </a:solidFill>
                <a:latin typeface="Cambria"/>
                <a:cs typeface="Cambria"/>
              </a:rPr>
              <a:t>These</a:t>
            </a:r>
            <a:r>
              <a:rPr sz="1500" spc="150" dirty="0" smtClean="0">
                <a:solidFill>
                  <a:srgbClr val="161616"/>
                </a:solidFill>
                <a:latin typeface="Cambria"/>
                <a:cs typeface="Cambria"/>
              </a:rPr>
              <a:t> </a:t>
            </a:r>
            <a:r>
              <a:rPr sz="1500" spc="-10" dirty="0" smtClean="0">
                <a:latin typeface="Cambria"/>
                <a:cs typeface="Cambria"/>
              </a:rPr>
              <a:t>include:</a:t>
            </a:r>
            <a:endParaRPr sz="1500" dirty="0">
              <a:latin typeface="Cambria"/>
              <a:cs typeface="Cambria"/>
            </a:endParaRPr>
          </a:p>
          <a:p>
            <a:pPr marL="577850" indent="-174625">
              <a:lnSpc>
                <a:spcPct val="100000"/>
              </a:lnSpc>
              <a:spcBef>
                <a:spcPts val="1150"/>
              </a:spcBef>
              <a:buFont typeface="Arial" panose="020B0604020202020204" pitchFamily="34" charset="0"/>
              <a:buChar char="•"/>
            </a:pPr>
            <a:r>
              <a:rPr lang="en-US" sz="1450" b="1" spc="-10" dirty="0">
                <a:solidFill>
                  <a:srgbClr val="FF0000"/>
                </a:solidFill>
                <a:latin typeface="Cambria"/>
                <a:cs typeface="Cambria"/>
              </a:rPr>
              <a:t>U</a:t>
            </a:r>
            <a:r>
              <a:rPr sz="1450" b="1" spc="-10" dirty="0">
                <a:solidFill>
                  <a:srgbClr val="FF0000"/>
                </a:solidFill>
                <a:latin typeface="Cambria"/>
                <a:cs typeface="Cambria"/>
              </a:rPr>
              <a:t>ser </a:t>
            </a:r>
            <a:r>
              <a:rPr sz="1450" b="1" spc="-10" dirty="0" err="1" smtClean="0">
                <a:solidFill>
                  <a:srgbClr val="FF0000"/>
                </a:solidFill>
                <a:latin typeface="Cambria"/>
                <a:cs typeface="Cambria"/>
              </a:rPr>
              <a:t>authenticeti</a:t>
            </a:r>
            <a:r>
              <a:rPr lang="en-US" sz="1450" b="1" spc="-10" dirty="0" err="1" smtClean="0">
                <a:solidFill>
                  <a:srgbClr val="FF0000"/>
                </a:solidFill>
                <a:latin typeface="Cambria"/>
                <a:cs typeface="Cambria"/>
              </a:rPr>
              <a:t>to</a:t>
            </a:r>
            <a:r>
              <a:rPr sz="1450" b="1" spc="-10" dirty="0" err="1" smtClean="0">
                <a:solidFill>
                  <a:srgbClr val="FF0000"/>
                </a:solidFill>
                <a:latin typeface="Cambria"/>
                <a:cs typeface="Cambria"/>
              </a:rPr>
              <a:t>n</a:t>
            </a:r>
            <a:r>
              <a:rPr sz="1450" spc="-10" dirty="0">
                <a:solidFill>
                  <a:srgbClr val="181818"/>
                </a:solidFill>
                <a:latin typeface="Cambria"/>
                <a:cs typeface="Cambria"/>
              </a:rPr>
              <a:t>: use several authentication methods, including local</a:t>
            </a:r>
            <a:r>
              <a:rPr lang="en-US" sz="1450" spc="-10" dirty="0">
                <a:solidFill>
                  <a:srgbClr val="181818"/>
                </a:solidFill>
                <a:latin typeface="Cambria"/>
                <a:cs typeface="Cambria"/>
              </a:rPr>
              <a:t> </a:t>
            </a:r>
            <a:r>
              <a:rPr sz="1450" spc="-10" dirty="0">
                <a:solidFill>
                  <a:srgbClr val="181818"/>
                </a:solidFill>
                <a:latin typeface="Cambria"/>
                <a:cs typeface="Cambria"/>
              </a:rPr>
              <a:t>user accounts, Active Directory, and LDAP.</a:t>
            </a:r>
          </a:p>
          <a:p>
            <a:pPr marL="577850" marR="261620" indent="-174625">
              <a:lnSpc>
                <a:spcPct val="163800"/>
              </a:lnSpc>
              <a:spcBef>
                <a:spcPts val="30"/>
              </a:spcBef>
              <a:buFont typeface="Arial" panose="020B0604020202020204" pitchFamily="34" charset="0"/>
              <a:buChar char="•"/>
            </a:pPr>
            <a:r>
              <a:rPr lang="en-US" sz="1450" b="1" spc="75" dirty="0" smtClean="0">
                <a:solidFill>
                  <a:srgbClr val="FF0000"/>
                </a:solidFill>
                <a:latin typeface="Cambria"/>
                <a:cs typeface="Cambria"/>
              </a:rPr>
              <a:t>Access Control: </a:t>
            </a:r>
            <a:r>
              <a:rPr sz="1450" spc="-10" dirty="0" smtClean="0">
                <a:solidFill>
                  <a:srgbClr val="181818"/>
                </a:solidFill>
                <a:latin typeface="Cambria"/>
                <a:cs typeface="Cambria"/>
              </a:rPr>
              <a:t>use</a:t>
            </a:r>
            <a:r>
              <a:rPr sz="1450" spc="5" dirty="0" smtClean="0">
                <a:solidFill>
                  <a:srgbClr val="181818"/>
                </a:solidFill>
                <a:latin typeface="Cambria"/>
                <a:cs typeface="Cambria"/>
              </a:rPr>
              <a:t> </a:t>
            </a:r>
            <a:r>
              <a:rPr sz="1450" spc="-20" dirty="0" smtClean="0">
                <a:solidFill>
                  <a:srgbClr val="111111"/>
                </a:solidFill>
                <a:latin typeface="Cambria"/>
                <a:cs typeface="Cambria"/>
              </a:rPr>
              <a:t>access</a:t>
            </a:r>
            <a:r>
              <a:rPr sz="1450" spc="-5" dirty="0" smtClean="0">
                <a:solidFill>
                  <a:srgbClr val="111111"/>
                </a:solidFill>
                <a:latin typeface="Cambria"/>
                <a:cs typeface="Cambria"/>
              </a:rPr>
              <a:t> </a:t>
            </a:r>
            <a:r>
              <a:rPr sz="1450" dirty="0" smtClean="0">
                <a:solidFill>
                  <a:schemeClr val="tx1"/>
                </a:solidFill>
                <a:latin typeface="Cambria"/>
                <a:cs typeface="Cambria"/>
              </a:rPr>
              <a:t>control</a:t>
            </a:r>
            <a:r>
              <a:rPr sz="1450" spc="60" dirty="0" smtClean="0">
                <a:solidFill>
                  <a:schemeClr val="tx1"/>
                </a:solidFill>
                <a:latin typeface="Cambria"/>
                <a:cs typeface="Cambria"/>
              </a:rPr>
              <a:t> </a:t>
            </a:r>
            <a:r>
              <a:rPr sz="1450" spc="-10" dirty="0" smtClean="0">
                <a:solidFill>
                  <a:schemeClr val="tx1"/>
                </a:solidFill>
                <a:latin typeface="Cambria"/>
                <a:cs typeface="Cambria"/>
              </a:rPr>
              <a:t>lists</a:t>
            </a:r>
            <a:r>
              <a:rPr sz="1450" spc="20" dirty="0" smtClean="0">
                <a:solidFill>
                  <a:schemeClr val="tx1"/>
                </a:solidFill>
                <a:latin typeface="Cambria"/>
                <a:cs typeface="Cambria"/>
              </a:rPr>
              <a:t> </a:t>
            </a:r>
            <a:r>
              <a:rPr sz="1450" dirty="0" smtClean="0">
                <a:solidFill>
                  <a:schemeClr val="tx1"/>
                </a:solidFill>
                <a:latin typeface="Cambria"/>
                <a:cs typeface="Cambria"/>
              </a:rPr>
              <a:t>(</a:t>
            </a:r>
            <a:r>
              <a:rPr lang="en-US" sz="1450" dirty="0">
                <a:solidFill>
                  <a:schemeClr val="tx1"/>
                </a:solidFill>
                <a:latin typeface="Cambria"/>
                <a:cs typeface="Cambria"/>
              </a:rPr>
              <a:t>A</a:t>
            </a:r>
            <a:r>
              <a:rPr sz="1450" dirty="0" smtClean="0">
                <a:solidFill>
                  <a:schemeClr val="tx1"/>
                </a:solidFill>
                <a:latin typeface="Cambria"/>
                <a:cs typeface="Cambria"/>
              </a:rPr>
              <a:t>CLs)</a:t>
            </a:r>
            <a:r>
              <a:rPr sz="1450" spc="114" dirty="0" smtClean="0">
                <a:solidFill>
                  <a:schemeClr val="tx1"/>
                </a:solidFill>
                <a:latin typeface="Cambria"/>
                <a:cs typeface="Cambria"/>
              </a:rPr>
              <a:t> </a:t>
            </a:r>
            <a:r>
              <a:rPr sz="1450" dirty="0" smtClean="0">
                <a:solidFill>
                  <a:schemeClr val="tx1"/>
                </a:solidFill>
                <a:latin typeface="Cambria"/>
                <a:cs typeface="Cambria"/>
              </a:rPr>
              <a:t>to</a:t>
            </a:r>
            <a:r>
              <a:rPr sz="1450" spc="-35" dirty="0" smtClean="0">
                <a:solidFill>
                  <a:schemeClr val="tx1"/>
                </a:solidFill>
                <a:latin typeface="Cambria"/>
                <a:cs typeface="Cambria"/>
              </a:rPr>
              <a:t> restrict</a:t>
            </a:r>
            <a:r>
              <a:rPr sz="1450" spc="50" dirty="0" smtClean="0">
                <a:solidFill>
                  <a:schemeClr val="tx1"/>
                </a:solidFill>
                <a:latin typeface="Cambria"/>
                <a:cs typeface="Cambria"/>
              </a:rPr>
              <a:t> </a:t>
            </a:r>
            <a:r>
              <a:rPr sz="1450" spc="-10" dirty="0" smtClean="0">
                <a:solidFill>
                  <a:schemeClr val="tx1"/>
                </a:solidFill>
                <a:latin typeface="Cambria"/>
                <a:cs typeface="Cambria"/>
              </a:rPr>
              <a:t>access</a:t>
            </a:r>
            <a:r>
              <a:rPr sz="1450" spc="35" dirty="0" smtClean="0">
                <a:solidFill>
                  <a:schemeClr val="tx1"/>
                </a:solidFill>
                <a:latin typeface="Cambria"/>
                <a:cs typeface="Cambria"/>
              </a:rPr>
              <a:t> </a:t>
            </a:r>
            <a:r>
              <a:rPr sz="1450" spc="-25" dirty="0" smtClean="0">
                <a:solidFill>
                  <a:schemeClr val="tx1"/>
                </a:solidFill>
                <a:latin typeface="Cambria"/>
                <a:cs typeface="Cambria"/>
              </a:rPr>
              <a:t>to </a:t>
            </a:r>
            <a:r>
              <a:rPr sz="1450" spc="-10" dirty="0" smtClean="0">
                <a:solidFill>
                  <a:schemeClr val="tx1"/>
                </a:solidFill>
                <a:latin typeface="Cambria"/>
                <a:cs typeface="Cambria"/>
              </a:rPr>
              <a:t>shared</a:t>
            </a:r>
            <a:r>
              <a:rPr sz="1450" spc="85" dirty="0" smtClean="0">
                <a:solidFill>
                  <a:schemeClr val="tx1"/>
                </a:solidFill>
                <a:latin typeface="Cambria"/>
                <a:cs typeface="Cambria"/>
              </a:rPr>
              <a:t> </a:t>
            </a:r>
            <a:r>
              <a:rPr sz="1450" spc="-40" dirty="0" smtClean="0">
                <a:solidFill>
                  <a:schemeClr val="tx1"/>
                </a:solidFill>
                <a:latin typeface="Cambria"/>
                <a:cs typeface="Cambria"/>
              </a:rPr>
              <a:t>resources</a:t>
            </a:r>
            <a:r>
              <a:rPr sz="1450" spc="110" dirty="0" smtClean="0">
                <a:solidFill>
                  <a:schemeClr val="tx1"/>
                </a:solidFill>
                <a:latin typeface="Cambria"/>
                <a:cs typeface="Cambria"/>
              </a:rPr>
              <a:t> </a:t>
            </a:r>
            <a:r>
              <a:rPr sz="1450" spc="-35" dirty="0" smtClean="0">
                <a:solidFill>
                  <a:schemeClr val="tx1"/>
                </a:solidFill>
                <a:latin typeface="Cambria"/>
                <a:cs typeface="Cambria"/>
              </a:rPr>
              <a:t>based</a:t>
            </a:r>
            <a:r>
              <a:rPr sz="1450" spc="60" dirty="0" smtClean="0">
                <a:solidFill>
                  <a:schemeClr val="tx1"/>
                </a:solidFill>
                <a:latin typeface="Cambria"/>
                <a:cs typeface="Cambria"/>
              </a:rPr>
              <a:t> </a:t>
            </a:r>
            <a:r>
              <a:rPr sz="1450" dirty="0" smtClean="0">
                <a:solidFill>
                  <a:schemeClr val="tx1"/>
                </a:solidFill>
                <a:latin typeface="Cambria"/>
                <a:cs typeface="Cambria"/>
              </a:rPr>
              <a:t>on</a:t>
            </a:r>
            <a:r>
              <a:rPr sz="1450" spc="30" dirty="0" smtClean="0">
                <a:solidFill>
                  <a:schemeClr val="tx1"/>
                </a:solidFill>
                <a:latin typeface="Cambria"/>
                <a:cs typeface="Cambria"/>
              </a:rPr>
              <a:t> </a:t>
            </a:r>
            <a:r>
              <a:rPr sz="1450" spc="-20" dirty="0" smtClean="0">
                <a:solidFill>
                  <a:schemeClr val="tx1"/>
                </a:solidFill>
                <a:latin typeface="Cambria"/>
                <a:cs typeface="Cambria"/>
              </a:rPr>
              <a:t>user/group</a:t>
            </a:r>
            <a:r>
              <a:rPr sz="1450" spc="10" dirty="0" smtClean="0">
                <a:solidFill>
                  <a:schemeClr val="tx1"/>
                </a:solidFill>
                <a:latin typeface="Cambria"/>
                <a:cs typeface="Cambria"/>
              </a:rPr>
              <a:t> </a:t>
            </a:r>
            <a:r>
              <a:rPr sz="1450" spc="-30" dirty="0" smtClean="0">
                <a:solidFill>
                  <a:srgbClr val="FF0000"/>
                </a:solidFill>
                <a:latin typeface="Cambria"/>
                <a:cs typeface="Cambria"/>
              </a:rPr>
              <a:t>membership</a:t>
            </a:r>
            <a:r>
              <a:rPr sz="1450" spc="125" dirty="0" smtClean="0">
                <a:solidFill>
                  <a:srgbClr val="FF0000"/>
                </a:solidFill>
                <a:latin typeface="Cambria"/>
                <a:cs typeface="Cambria"/>
              </a:rPr>
              <a:t> </a:t>
            </a:r>
            <a:r>
              <a:rPr sz="1450" dirty="0" smtClean="0">
                <a:solidFill>
                  <a:srgbClr val="FF0000"/>
                </a:solidFill>
                <a:latin typeface="Cambria"/>
                <a:cs typeface="Cambria"/>
              </a:rPr>
              <a:t>and</a:t>
            </a:r>
            <a:r>
              <a:rPr sz="1450" spc="-5" dirty="0" smtClean="0">
                <a:solidFill>
                  <a:srgbClr val="FF0000"/>
                </a:solidFill>
                <a:latin typeface="Cambria"/>
                <a:cs typeface="Cambria"/>
              </a:rPr>
              <a:t> </a:t>
            </a:r>
            <a:r>
              <a:rPr sz="1450" spc="-10" dirty="0" smtClean="0">
                <a:solidFill>
                  <a:srgbClr val="FF0000"/>
                </a:solidFill>
                <a:latin typeface="Cambria"/>
                <a:cs typeface="Cambria"/>
              </a:rPr>
              <a:t>permissions.</a:t>
            </a:r>
            <a:endParaRPr sz="1450" dirty="0" smtClean="0">
              <a:solidFill>
                <a:srgbClr val="FF0000"/>
              </a:solidFill>
              <a:latin typeface="Cambria"/>
              <a:cs typeface="Cambria"/>
            </a:endParaRPr>
          </a:p>
          <a:p>
            <a:pPr marL="577850" indent="-174625">
              <a:lnSpc>
                <a:spcPct val="100000"/>
              </a:lnSpc>
              <a:spcBef>
                <a:spcPts val="1160"/>
              </a:spcBef>
              <a:buFont typeface="Arial" panose="020B0604020202020204" pitchFamily="34" charset="0"/>
              <a:buChar char="•"/>
            </a:pPr>
            <a:r>
              <a:rPr lang="en-US" sz="1400" b="1" spc="60" dirty="0" smtClean="0">
                <a:solidFill>
                  <a:srgbClr val="CD2421"/>
                </a:solidFill>
                <a:latin typeface="Cambria"/>
                <a:cs typeface="Cambria"/>
              </a:rPr>
              <a:t>E</a:t>
            </a:r>
            <a:r>
              <a:rPr sz="1400" b="1" spc="60" dirty="0" smtClean="0">
                <a:solidFill>
                  <a:srgbClr val="CD2421"/>
                </a:solidFill>
                <a:latin typeface="Cambria"/>
                <a:cs typeface="Cambria"/>
              </a:rPr>
              <a:t>ncryption</a:t>
            </a:r>
            <a:r>
              <a:rPr sz="1400" spc="60" dirty="0">
                <a:solidFill>
                  <a:srgbClr val="CD2421"/>
                </a:solidFill>
                <a:latin typeface="Cambria"/>
                <a:cs typeface="Cambria"/>
              </a:rPr>
              <a:t>:</a:t>
            </a:r>
            <a:r>
              <a:rPr sz="1400" spc="-25" dirty="0">
                <a:solidFill>
                  <a:srgbClr val="CD2421"/>
                </a:solidFill>
                <a:latin typeface="Cambria"/>
                <a:cs typeface="Cambria"/>
              </a:rPr>
              <a:t> </a:t>
            </a:r>
            <a:r>
              <a:rPr sz="1400" dirty="0">
                <a:latin typeface="Cambria"/>
                <a:cs typeface="Cambria"/>
              </a:rPr>
              <a:t>use</a:t>
            </a:r>
            <a:r>
              <a:rPr sz="1400" spc="65" dirty="0">
                <a:latin typeface="Cambria"/>
                <a:cs typeface="Cambria"/>
              </a:rPr>
              <a:t> </a:t>
            </a:r>
            <a:r>
              <a:rPr sz="1400" dirty="0">
                <a:latin typeface="Cambria"/>
                <a:cs typeface="Cambria"/>
              </a:rPr>
              <a:t>encryption</a:t>
            </a:r>
            <a:r>
              <a:rPr sz="1400" spc="120" dirty="0">
                <a:latin typeface="Cambria"/>
                <a:cs typeface="Cambria"/>
              </a:rPr>
              <a:t> </a:t>
            </a:r>
            <a:r>
              <a:rPr sz="1400" dirty="0">
                <a:solidFill>
                  <a:srgbClr val="111111"/>
                </a:solidFill>
                <a:latin typeface="Cambria"/>
                <a:cs typeface="Cambria"/>
              </a:rPr>
              <a:t>to</a:t>
            </a:r>
            <a:r>
              <a:rPr sz="1400" spc="-25" dirty="0">
                <a:solidFill>
                  <a:srgbClr val="111111"/>
                </a:solidFill>
                <a:latin typeface="Cambria"/>
                <a:cs typeface="Cambria"/>
              </a:rPr>
              <a:t> </a:t>
            </a:r>
            <a:r>
              <a:rPr sz="1400" dirty="0">
                <a:latin typeface="Cambria"/>
                <a:cs typeface="Cambria"/>
              </a:rPr>
              <a:t>secure</a:t>
            </a:r>
            <a:r>
              <a:rPr sz="1400" spc="50" dirty="0">
                <a:latin typeface="Cambria"/>
                <a:cs typeface="Cambria"/>
              </a:rPr>
              <a:t> </a:t>
            </a:r>
            <a:r>
              <a:rPr sz="1400" spc="-20" dirty="0" smtClean="0">
                <a:latin typeface="Cambria"/>
                <a:cs typeface="Cambria"/>
              </a:rPr>
              <a:t>d</a:t>
            </a:r>
            <a:r>
              <a:rPr lang="en-US" sz="1400" spc="-20" dirty="0">
                <a:latin typeface="Cambria"/>
                <a:cs typeface="Cambria"/>
              </a:rPr>
              <a:t>a</a:t>
            </a:r>
            <a:r>
              <a:rPr sz="1400" spc="-20" dirty="0" smtClean="0">
                <a:latin typeface="Cambria"/>
                <a:cs typeface="Cambria"/>
              </a:rPr>
              <a:t>ta</a:t>
            </a:r>
            <a:r>
              <a:rPr sz="1400" spc="140" dirty="0" smtClean="0">
                <a:latin typeface="Cambria"/>
                <a:cs typeface="Cambria"/>
              </a:rPr>
              <a:t> </a:t>
            </a:r>
            <a:r>
              <a:rPr sz="1400" spc="-10" dirty="0">
                <a:latin typeface="Cambria"/>
                <a:cs typeface="Cambria"/>
              </a:rPr>
              <a:t>transmissions</a:t>
            </a:r>
            <a:r>
              <a:rPr sz="1400" spc="100" dirty="0">
                <a:latin typeface="Cambria"/>
                <a:cs typeface="Cambria"/>
              </a:rPr>
              <a:t> </a:t>
            </a:r>
            <a:r>
              <a:rPr sz="1400" dirty="0">
                <a:latin typeface="Cambria"/>
                <a:cs typeface="Cambria"/>
              </a:rPr>
              <a:t>between</a:t>
            </a:r>
            <a:r>
              <a:rPr sz="1400" spc="145" dirty="0">
                <a:latin typeface="Cambria"/>
                <a:cs typeface="Cambria"/>
              </a:rPr>
              <a:t> </a:t>
            </a:r>
            <a:r>
              <a:rPr sz="1400" spc="-25" dirty="0" smtClean="0">
                <a:latin typeface="Cambria"/>
                <a:cs typeface="Cambria"/>
              </a:rPr>
              <a:t>the</a:t>
            </a:r>
            <a:r>
              <a:rPr lang="en-US" sz="1400" spc="-25" dirty="0" smtClean="0">
                <a:latin typeface="Cambria"/>
                <a:cs typeface="Cambria"/>
              </a:rPr>
              <a:t> </a:t>
            </a:r>
            <a:r>
              <a:rPr sz="1500" dirty="0" smtClean="0">
                <a:latin typeface="Cambria"/>
                <a:cs typeface="Cambria"/>
              </a:rPr>
              <a:t>Linux/Unix</a:t>
            </a:r>
            <a:r>
              <a:rPr sz="1500" spc="140" dirty="0" smtClean="0">
                <a:latin typeface="Cambria"/>
                <a:cs typeface="Cambria"/>
              </a:rPr>
              <a:t> </a:t>
            </a:r>
            <a:r>
              <a:rPr sz="1500" spc="-60" dirty="0">
                <a:latin typeface="Cambria"/>
                <a:cs typeface="Cambria"/>
              </a:rPr>
              <a:t>system</a:t>
            </a:r>
            <a:r>
              <a:rPr sz="1500" spc="70" dirty="0">
                <a:latin typeface="Cambria"/>
                <a:cs typeface="Cambria"/>
              </a:rPr>
              <a:t> </a:t>
            </a:r>
            <a:r>
              <a:rPr sz="1500" spc="-25" dirty="0">
                <a:latin typeface="Cambria"/>
                <a:cs typeface="Cambria"/>
              </a:rPr>
              <a:t>and</a:t>
            </a:r>
            <a:r>
              <a:rPr sz="1500" spc="15" dirty="0">
                <a:latin typeface="Cambria"/>
                <a:cs typeface="Cambria"/>
              </a:rPr>
              <a:t> </a:t>
            </a:r>
            <a:r>
              <a:rPr sz="1500" spc="-45" dirty="0">
                <a:latin typeface="Cambria"/>
                <a:cs typeface="Cambria"/>
              </a:rPr>
              <a:t>Windows</a:t>
            </a:r>
            <a:r>
              <a:rPr sz="1500" spc="-10" dirty="0">
                <a:latin typeface="Cambria"/>
                <a:cs typeface="Cambria"/>
              </a:rPr>
              <a:t> clients.</a:t>
            </a:r>
            <a:endParaRPr sz="1500" dirty="0">
              <a:latin typeface="Cambria"/>
              <a:cs typeface="Cambria"/>
            </a:endParaRPr>
          </a:p>
        </p:txBody>
      </p:sp>
      <p:sp>
        <p:nvSpPr>
          <p:cNvPr id="16" name="Date Placeholder 15"/>
          <p:cNvSpPr>
            <a:spLocks noGrp="1"/>
          </p:cNvSpPr>
          <p:nvPr>
            <p:ph type="dt" sz="half" idx="6"/>
          </p:nvPr>
        </p:nvSpPr>
        <p:spPr/>
        <p:txBody>
          <a:bodyPr/>
          <a:lstStyle/>
          <a:p>
            <a:fld id="{FD66D6BE-76CD-4C4E-AA95-CA64E7E8C823}" type="datetime1">
              <a:rPr lang="en-US" smtClean="0"/>
              <a:t>12/3/2025</a:t>
            </a:fld>
            <a:endParaRPr lang="en-US"/>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a:p>
        </p:txBody>
      </p:sp>
      <p:sp>
        <p:nvSpPr>
          <p:cNvPr id="18" name="Slide Number Placeholder 17"/>
          <p:cNvSpPr>
            <a:spLocks noGrp="1"/>
          </p:cNvSpPr>
          <p:nvPr>
            <p:ph type="sldNum" sz="quarter" idx="7"/>
          </p:nvPr>
        </p:nvSpPr>
        <p:spPr/>
        <p:txBody>
          <a:bodyPr/>
          <a:lstStyle/>
          <a:p>
            <a:fld id="{B6F15528-21DE-4FAA-801E-634DDDAF4B2B}" type="slidenum">
              <a:rPr lang="en-US" smtClean="0"/>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0" y="295275"/>
            <a:ext cx="6070600" cy="4090863"/>
          </a:xfrm>
          <a:prstGeom prst="rect">
            <a:avLst/>
          </a:prstGeom>
        </p:spPr>
        <p:txBody>
          <a:bodyPr vert="horz" wrap="square" lIns="0" tIns="12700" rIns="0" bIns="0" rtlCol="0">
            <a:spAutoFit/>
          </a:bodyPr>
          <a:lstStyle/>
          <a:p>
            <a:pPr marL="349250" marR="1271270" indent="-228600" algn="l">
              <a:spcBef>
                <a:spcPts val="1350"/>
              </a:spcBef>
              <a:buFont typeface="Arial" panose="020B0604020202020204" pitchFamily="34" charset="0"/>
              <a:buChar char="•"/>
              <a:tabLst>
                <a:tab pos="349250" algn="l"/>
              </a:tabLst>
            </a:pPr>
            <a:r>
              <a:rPr sz="1500" dirty="0" smtClean="0">
                <a:latin typeface="Cambria"/>
                <a:cs typeface="Cambria"/>
              </a:rPr>
              <a:t>Email</a:t>
            </a:r>
            <a:r>
              <a:rPr sz="1500" spc="45" dirty="0" smtClean="0">
                <a:latin typeface="Cambria"/>
                <a:cs typeface="Cambria"/>
              </a:rPr>
              <a:t> </a:t>
            </a:r>
            <a:r>
              <a:rPr sz="1500" spc="-70" dirty="0" smtClean="0">
                <a:latin typeface="Cambria"/>
                <a:cs typeface="Cambria"/>
              </a:rPr>
              <a:t>systems</a:t>
            </a:r>
            <a:r>
              <a:rPr sz="1500" spc="20" dirty="0" smtClean="0">
                <a:latin typeface="Cambria"/>
                <a:cs typeface="Cambria"/>
              </a:rPr>
              <a:t> </a:t>
            </a:r>
            <a:r>
              <a:rPr sz="1500" spc="-35" dirty="0" smtClean="0">
                <a:latin typeface="Cambria"/>
                <a:cs typeface="Cambria"/>
              </a:rPr>
              <a:t>consist</a:t>
            </a:r>
            <a:r>
              <a:rPr sz="1500" spc="60" dirty="0" smtClean="0">
                <a:latin typeface="Cambria"/>
                <a:cs typeface="Cambria"/>
              </a:rPr>
              <a:t> </a:t>
            </a:r>
            <a:r>
              <a:rPr sz="1500" dirty="0" smtClean="0">
                <a:solidFill>
                  <a:srgbClr val="131313"/>
                </a:solidFill>
                <a:latin typeface="Cambria"/>
                <a:cs typeface="Cambria"/>
              </a:rPr>
              <a:t>of</a:t>
            </a:r>
            <a:r>
              <a:rPr sz="1500" spc="295" dirty="0" smtClean="0">
                <a:solidFill>
                  <a:srgbClr val="131313"/>
                </a:solidFill>
                <a:latin typeface="Cambria"/>
                <a:cs typeface="Cambria"/>
              </a:rPr>
              <a:t> </a:t>
            </a:r>
            <a:r>
              <a:rPr sz="1500" b="1" spc="-35" dirty="0" smtClean="0">
                <a:solidFill>
                  <a:srgbClr val="FF0000"/>
                </a:solidFill>
                <a:latin typeface="Cambria"/>
                <a:cs typeface="Cambria"/>
              </a:rPr>
              <a:t>mail</a:t>
            </a:r>
            <a:r>
              <a:rPr sz="1500" b="1" spc="-20" dirty="0" smtClean="0">
                <a:solidFill>
                  <a:srgbClr val="FF0000"/>
                </a:solidFill>
                <a:latin typeface="Cambria"/>
                <a:cs typeface="Cambria"/>
              </a:rPr>
              <a:t> </a:t>
            </a:r>
            <a:r>
              <a:rPr sz="1500" b="1" spc="-60" dirty="0" smtClean="0">
                <a:solidFill>
                  <a:srgbClr val="FF0000"/>
                </a:solidFill>
                <a:latin typeface="Cambria"/>
                <a:cs typeface="Cambria"/>
              </a:rPr>
              <a:t>servers</a:t>
            </a:r>
            <a:r>
              <a:rPr sz="1500" b="1" dirty="0" smtClean="0">
                <a:solidFill>
                  <a:srgbClr val="FF0000"/>
                </a:solidFill>
                <a:latin typeface="Cambria"/>
                <a:cs typeface="Cambria"/>
              </a:rPr>
              <a:t> </a:t>
            </a:r>
            <a:r>
              <a:rPr sz="1500" spc="-40" dirty="0" smtClean="0">
                <a:latin typeface="Cambria"/>
                <a:cs typeface="Cambria"/>
              </a:rPr>
              <a:t>and</a:t>
            </a:r>
            <a:r>
              <a:rPr sz="1500" spc="-15" dirty="0" smtClean="0">
                <a:latin typeface="Cambria"/>
                <a:cs typeface="Cambria"/>
              </a:rPr>
              <a:t> </a:t>
            </a:r>
            <a:r>
              <a:rPr sz="1500" b="1" spc="-45" dirty="0" smtClean="0">
                <a:solidFill>
                  <a:srgbClr val="FF0000"/>
                </a:solidFill>
                <a:latin typeface="Cambria"/>
                <a:cs typeface="Cambria"/>
              </a:rPr>
              <a:t>mail</a:t>
            </a:r>
            <a:r>
              <a:rPr sz="1500" b="1" spc="-30" dirty="0" smtClean="0">
                <a:solidFill>
                  <a:srgbClr val="FF0000"/>
                </a:solidFill>
                <a:latin typeface="Cambria"/>
                <a:cs typeface="Cambria"/>
              </a:rPr>
              <a:t> </a:t>
            </a:r>
            <a:r>
              <a:rPr sz="1500" b="1" spc="-10" dirty="0" smtClean="0">
                <a:solidFill>
                  <a:srgbClr val="FF0000"/>
                </a:solidFill>
                <a:latin typeface="Cambria"/>
                <a:cs typeface="Cambria"/>
              </a:rPr>
              <a:t>clients</a:t>
            </a:r>
            <a:r>
              <a:rPr lang="en-US" sz="1500" spc="-10" dirty="0" smtClean="0">
                <a:solidFill>
                  <a:srgbClr val="1D1D1D"/>
                </a:solidFill>
                <a:latin typeface="Cambria"/>
                <a:cs typeface="Cambria"/>
              </a:rPr>
              <a:t>. </a:t>
            </a:r>
          </a:p>
          <a:p>
            <a:pPr marL="349250" marR="1271270" indent="-228600" algn="l">
              <a:spcBef>
                <a:spcPts val="1350"/>
              </a:spcBef>
              <a:buFont typeface="Arial" panose="020B0604020202020204" pitchFamily="34" charset="0"/>
              <a:buChar char="•"/>
              <a:tabLst>
                <a:tab pos="349250" algn="l"/>
              </a:tabLst>
            </a:pPr>
            <a:r>
              <a:rPr lang="en-US" sz="1500" b="1" dirty="0" smtClean="0">
                <a:solidFill>
                  <a:srgbClr val="FF0000"/>
                </a:solidFill>
                <a:latin typeface="Cambria"/>
                <a:cs typeface="Cambria"/>
              </a:rPr>
              <a:t>Mail servers </a:t>
            </a:r>
            <a:r>
              <a:rPr lang="en-US" sz="1500" dirty="0" smtClean="0">
                <a:latin typeface="Cambria"/>
                <a:cs typeface="Cambria"/>
              </a:rPr>
              <a:t>are </a:t>
            </a:r>
            <a:r>
              <a:rPr lang="en-US" sz="1500" dirty="0">
                <a:latin typeface="Cambria"/>
                <a:cs typeface="Cambria"/>
              </a:rPr>
              <a:t>responsible for </a:t>
            </a:r>
            <a:r>
              <a:rPr lang="en-US" sz="1500" dirty="0">
                <a:solidFill>
                  <a:srgbClr val="FF0000"/>
                </a:solidFill>
                <a:latin typeface="Cambria"/>
                <a:cs typeface="Cambria"/>
              </a:rPr>
              <a:t>storing</a:t>
            </a:r>
            <a:r>
              <a:rPr lang="en-US" sz="1500" dirty="0">
                <a:latin typeface="Cambria"/>
                <a:cs typeface="Cambria"/>
              </a:rPr>
              <a:t> and </a:t>
            </a:r>
            <a:r>
              <a:rPr lang="en-US" sz="1500" dirty="0" smtClean="0">
                <a:solidFill>
                  <a:srgbClr val="FF0000"/>
                </a:solidFill>
                <a:latin typeface="Cambria"/>
                <a:cs typeface="Cambria"/>
              </a:rPr>
              <a:t>forwarding mail messages</a:t>
            </a:r>
            <a:endParaRPr lang="en-US" sz="1500" dirty="0">
              <a:solidFill>
                <a:srgbClr val="FF0000"/>
              </a:solidFill>
              <a:latin typeface="Cambria"/>
              <a:cs typeface="Cambria"/>
            </a:endParaRPr>
          </a:p>
          <a:p>
            <a:pPr marL="349250" indent="-228600" algn="l">
              <a:lnSpc>
                <a:spcPct val="100000"/>
              </a:lnSpc>
              <a:spcBef>
                <a:spcPts val="1220"/>
              </a:spcBef>
              <a:buFont typeface="Arial" panose="020B0604020202020204" pitchFamily="34" charset="0"/>
              <a:buChar char="•"/>
              <a:tabLst>
                <a:tab pos="299720" algn="l"/>
              </a:tabLst>
            </a:pPr>
            <a:r>
              <a:rPr lang="en-US" sz="1350" b="1" dirty="0" smtClean="0">
                <a:solidFill>
                  <a:srgbClr val="FF0000"/>
                </a:solidFill>
                <a:latin typeface="Cambria"/>
                <a:cs typeface="Cambria"/>
              </a:rPr>
              <a:t>M</a:t>
            </a:r>
            <a:r>
              <a:rPr sz="1350" b="1" dirty="0" smtClean="0">
                <a:solidFill>
                  <a:srgbClr val="FF0000"/>
                </a:solidFill>
                <a:latin typeface="Cambria"/>
                <a:cs typeface="Cambria"/>
              </a:rPr>
              <a:t>ail</a:t>
            </a:r>
            <a:r>
              <a:rPr sz="1350" b="1" spc="130" dirty="0" smtClean="0">
                <a:solidFill>
                  <a:srgbClr val="FF0000"/>
                </a:solidFill>
                <a:latin typeface="Cambria"/>
                <a:cs typeface="Cambria"/>
              </a:rPr>
              <a:t> </a:t>
            </a:r>
            <a:r>
              <a:rPr sz="1350" b="1" dirty="0">
                <a:solidFill>
                  <a:srgbClr val="FF0000"/>
                </a:solidFill>
                <a:latin typeface="Cambria"/>
                <a:cs typeface="Cambria"/>
              </a:rPr>
              <a:t>clicnts</a:t>
            </a:r>
            <a:r>
              <a:rPr sz="1350" b="1" spc="165" dirty="0">
                <a:solidFill>
                  <a:srgbClr val="FF0000"/>
                </a:solidFill>
                <a:latin typeface="Cambria"/>
                <a:cs typeface="Cambria"/>
              </a:rPr>
              <a:t> </a:t>
            </a:r>
            <a:r>
              <a:rPr sz="1350" dirty="0">
                <a:latin typeface="Cambria"/>
                <a:cs typeface="Cambria"/>
              </a:rPr>
              <a:t>are</a:t>
            </a:r>
            <a:r>
              <a:rPr sz="1350" spc="155" dirty="0">
                <a:latin typeface="Cambria"/>
                <a:cs typeface="Cambria"/>
              </a:rPr>
              <a:t> </a:t>
            </a:r>
            <a:r>
              <a:rPr sz="1350" spc="-10" dirty="0" smtClean="0">
                <a:solidFill>
                  <a:srgbClr val="080808"/>
                </a:solidFill>
                <a:latin typeface="Cambria"/>
                <a:cs typeface="Cambria"/>
              </a:rPr>
              <a:t>us</a:t>
            </a:r>
            <a:r>
              <a:rPr lang="en-US" sz="1350" spc="-10" dirty="0" smtClean="0">
                <a:solidFill>
                  <a:srgbClr val="080808"/>
                </a:solidFill>
                <a:latin typeface="Cambria"/>
                <a:cs typeface="Cambria"/>
              </a:rPr>
              <a:t>e</a:t>
            </a:r>
            <a:r>
              <a:rPr sz="1350" spc="-10" dirty="0" smtClean="0">
                <a:solidFill>
                  <a:srgbClr val="080808"/>
                </a:solidFill>
                <a:latin typeface="Cambria"/>
                <a:cs typeface="Cambria"/>
              </a:rPr>
              <a:t>d</a:t>
            </a:r>
            <a:r>
              <a:rPr sz="1350" spc="210" dirty="0" smtClean="0">
                <a:solidFill>
                  <a:srgbClr val="080808"/>
                </a:solidFill>
                <a:latin typeface="Cambria"/>
                <a:cs typeface="Cambria"/>
              </a:rPr>
              <a:t> </a:t>
            </a:r>
            <a:r>
              <a:rPr sz="1350" dirty="0" smtClean="0">
                <a:solidFill>
                  <a:schemeClr val="tx1"/>
                </a:solidFill>
                <a:latin typeface="Cambria"/>
                <a:cs typeface="Cambria"/>
              </a:rPr>
              <a:t>t</a:t>
            </a:r>
            <a:r>
              <a:rPr lang="en-US" sz="1350" dirty="0" smtClean="0">
                <a:solidFill>
                  <a:schemeClr val="tx1"/>
                </a:solidFill>
                <a:latin typeface="Cambria"/>
                <a:cs typeface="Cambria"/>
              </a:rPr>
              <a:t>o</a:t>
            </a:r>
            <a:r>
              <a:rPr sz="1350" spc="50" dirty="0" smtClean="0">
                <a:solidFill>
                  <a:srgbClr val="6B6B56"/>
                </a:solidFill>
                <a:latin typeface="Cambria"/>
                <a:cs typeface="Cambria"/>
              </a:rPr>
              <a:t> </a:t>
            </a:r>
            <a:r>
              <a:rPr sz="1350" spc="-20" dirty="0" smtClean="0">
                <a:solidFill>
                  <a:srgbClr val="FF0000"/>
                </a:solidFill>
                <a:latin typeface="Cambria"/>
                <a:cs typeface="Cambria"/>
              </a:rPr>
              <a:t>re</a:t>
            </a:r>
            <a:r>
              <a:rPr lang="en-US" sz="1350" spc="-20" dirty="0" smtClean="0">
                <a:solidFill>
                  <a:srgbClr val="FF0000"/>
                </a:solidFill>
                <a:latin typeface="Cambria"/>
                <a:cs typeface="Cambria"/>
              </a:rPr>
              <a:t>a</a:t>
            </a:r>
            <a:r>
              <a:rPr sz="1350" spc="-20" dirty="0" smtClean="0">
                <a:solidFill>
                  <a:srgbClr val="FF0000"/>
                </a:solidFill>
                <a:latin typeface="Cambria"/>
                <a:cs typeface="Cambria"/>
              </a:rPr>
              <a:t>d</a:t>
            </a:r>
            <a:r>
              <a:rPr sz="1350" spc="120" dirty="0" smtClean="0">
                <a:solidFill>
                  <a:srgbClr val="1D1D1D"/>
                </a:solidFill>
                <a:latin typeface="Cambria"/>
                <a:cs typeface="Cambria"/>
              </a:rPr>
              <a:t> </a:t>
            </a:r>
            <a:r>
              <a:rPr sz="1350" dirty="0">
                <a:latin typeface="Cambria"/>
                <a:cs typeface="Cambria"/>
              </a:rPr>
              <a:t>and</a:t>
            </a:r>
            <a:r>
              <a:rPr sz="1350" spc="70" dirty="0">
                <a:latin typeface="Cambria"/>
                <a:cs typeface="Cambria"/>
              </a:rPr>
              <a:t> </a:t>
            </a:r>
            <a:r>
              <a:rPr sz="1350" spc="45" dirty="0">
                <a:solidFill>
                  <a:srgbClr val="FF0000"/>
                </a:solidFill>
                <a:latin typeface="Cambria"/>
                <a:cs typeface="Cambria"/>
              </a:rPr>
              <a:t>compose</a:t>
            </a:r>
            <a:r>
              <a:rPr sz="1350" spc="210" dirty="0">
                <a:solidFill>
                  <a:srgbClr val="FF0000"/>
                </a:solidFill>
                <a:latin typeface="Cambria"/>
                <a:cs typeface="Cambria"/>
              </a:rPr>
              <a:t> </a:t>
            </a:r>
            <a:r>
              <a:rPr sz="1350" dirty="0">
                <a:solidFill>
                  <a:srgbClr val="FF0000"/>
                </a:solidFill>
                <a:latin typeface="Cambria"/>
                <a:cs typeface="Cambria"/>
              </a:rPr>
              <a:t>email</a:t>
            </a:r>
            <a:r>
              <a:rPr sz="1350" spc="35" dirty="0">
                <a:solidFill>
                  <a:srgbClr val="FF0000"/>
                </a:solidFill>
                <a:latin typeface="Cambria"/>
                <a:cs typeface="Cambria"/>
              </a:rPr>
              <a:t> </a:t>
            </a:r>
            <a:r>
              <a:rPr sz="1350" spc="-10" dirty="0" smtClean="0">
                <a:solidFill>
                  <a:srgbClr val="FF0000"/>
                </a:solidFill>
                <a:latin typeface="Cambria"/>
                <a:cs typeface="Cambria"/>
              </a:rPr>
              <a:t>messages</a:t>
            </a:r>
            <a:r>
              <a:rPr sz="1350" spc="-10" dirty="0" smtClean="0">
                <a:latin typeface="Cambria"/>
                <a:cs typeface="Cambria"/>
              </a:rPr>
              <a:t>.</a:t>
            </a:r>
            <a:endParaRPr sz="1350" dirty="0">
              <a:latin typeface="Cambria"/>
              <a:cs typeface="Cambria"/>
            </a:endParaRPr>
          </a:p>
          <a:p>
            <a:pPr marL="349250" indent="-228600" algn="l">
              <a:lnSpc>
                <a:spcPct val="100000"/>
              </a:lnSpc>
              <a:spcBef>
                <a:spcPts val="1105"/>
              </a:spcBef>
              <a:buFont typeface="Arial" panose="020B0604020202020204" pitchFamily="34" charset="0"/>
              <a:buChar char="•"/>
            </a:pPr>
            <a:r>
              <a:rPr sz="1550" dirty="0">
                <a:latin typeface="Cambria"/>
                <a:cs typeface="Cambria"/>
              </a:rPr>
              <a:t>To</a:t>
            </a:r>
            <a:r>
              <a:rPr sz="1550" spc="-75" dirty="0">
                <a:latin typeface="Cambria"/>
                <a:cs typeface="Cambria"/>
              </a:rPr>
              <a:t> </a:t>
            </a:r>
            <a:r>
              <a:rPr sz="1550" spc="-50" dirty="0">
                <a:solidFill>
                  <a:srgbClr val="2D2D2D"/>
                </a:solidFill>
                <a:latin typeface="Cambria"/>
                <a:cs typeface="Cambria"/>
              </a:rPr>
              <a:t>set</a:t>
            </a:r>
            <a:r>
              <a:rPr sz="1550" spc="15" dirty="0">
                <a:solidFill>
                  <a:srgbClr val="2D2D2D"/>
                </a:solidFill>
                <a:latin typeface="Cambria"/>
                <a:cs typeface="Cambria"/>
              </a:rPr>
              <a:t> </a:t>
            </a:r>
            <a:r>
              <a:rPr sz="1550" spc="-45" dirty="0">
                <a:solidFill>
                  <a:srgbClr val="232323"/>
                </a:solidFill>
                <a:latin typeface="Cambria"/>
                <a:cs typeface="Cambria"/>
              </a:rPr>
              <a:t>up</a:t>
            </a:r>
            <a:r>
              <a:rPr sz="1550" spc="-40" dirty="0">
                <a:solidFill>
                  <a:srgbClr val="232323"/>
                </a:solidFill>
                <a:latin typeface="Cambria"/>
                <a:cs typeface="Cambria"/>
              </a:rPr>
              <a:t> </a:t>
            </a:r>
            <a:r>
              <a:rPr sz="1550" spc="-90" dirty="0">
                <a:latin typeface="Cambria"/>
                <a:cs typeface="Cambria"/>
              </a:rPr>
              <a:t>and</a:t>
            </a:r>
            <a:r>
              <a:rPr sz="1550" spc="5" dirty="0">
                <a:latin typeface="Cambria"/>
                <a:cs typeface="Cambria"/>
              </a:rPr>
              <a:t> </a:t>
            </a:r>
            <a:r>
              <a:rPr sz="1550" spc="-40" dirty="0">
                <a:latin typeface="Cambria"/>
                <a:cs typeface="Cambria"/>
              </a:rPr>
              <a:t>configure</a:t>
            </a:r>
            <a:r>
              <a:rPr sz="1550" spc="55" dirty="0">
                <a:latin typeface="Cambria"/>
                <a:cs typeface="Cambria"/>
              </a:rPr>
              <a:t> </a:t>
            </a:r>
            <a:r>
              <a:rPr sz="1550" dirty="0">
                <a:solidFill>
                  <a:schemeClr val="tx1"/>
                </a:solidFill>
                <a:latin typeface="Cambria"/>
                <a:cs typeface="Cambria"/>
              </a:rPr>
              <a:t>a</a:t>
            </a:r>
            <a:r>
              <a:rPr sz="1550" spc="-35" dirty="0">
                <a:solidFill>
                  <a:srgbClr val="6E6E59"/>
                </a:solidFill>
                <a:latin typeface="Cambria"/>
                <a:cs typeface="Cambria"/>
              </a:rPr>
              <a:t> </a:t>
            </a:r>
            <a:r>
              <a:rPr sz="1550" spc="-70" dirty="0">
                <a:solidFill>
                  <a:srgbClr val="080808"/>
                </a:solidFill>
                <a:latin typeface="Cambria"/>
                <a:cs typeface="Cambria"/>
              </a:rPr>
              <a:t>mail</a:t>
            </a:r>
            <a:r>
              <a:rPr sz="1550" spc="-15" dirty="0">
                <a:solidFill>
                  <a:srgbClr val="080808"/>
                </a:solidFill>
                <a:latin typeface="Cambria"/>
                <a:cs typeface="Cambria"/>
              </a:rPr>
              <a:t> </a:t>
            </a:r>
            <a:r>
              <a:rPr sz="1550" spc="-80" dirty="0" smtClean="0">
                <a:solidFill>
                  <a:srgbClr val="131313"/>
                </a:solidFill>
                <a:latin typeface="Cambria"/>
                <a:cs typeface="Cambria"/>
              </a:rPr>
              <a:t>server</a:t>
            </a:r>
            <a:r>
              <a:rPr lang="en-US" sz="1550" spc="-80" dirty="0" smtClean="0">
                <a:solidFill>
                  <a:srgbClr val="131313"/>
                </a:solidFill>
                <a:latin typeface="Cambria"/>
                <a:cs typeface="Cambria"/>
              </a:rPr>
              <a:t>,</a:t>
            </a:r>
            <a:r>
              <a:rPr sz="1550" dirty="0" smtClean="0">
                <a:solidFill>
                  <a:srgbClr val="131313"/>
                </a:solidFill>
                <a:latin typeface="Cambria"/>
                <a:cs typeface="Cambria"/>
              </a:rPr>
              <a:t> </a:t>
            </a:r>
            <a:r>
              <a:rPr sz="1550" spc="-80" dirty="0" smtClean="0">
                <a:latin typeface="Cambria"/>
                <a:cs typeface="Cambria"/>
              </a:rPr>
              <a:t>administrato</a:t>
            </a:r>
            <a:r>
              <a:rPr lang="en-US" sz="1550" spc="-80" dirty="0" smtClean="0">
                <a:latin typeface="Cambria"/>
                <a:cs typeface="Cambria"/>
              </a:rPr>
              <a:t>r</a:t>
            </a:r>
            <a:r>
              <a:rPr sz="1550" spc="145" dirty="0" smtClean="0">
                <a:latin typeface="Cambria"/>
                <a:cs typeface="Cambria"/>
              </a:rPr>
              <a:t> </a:t>
            </a:r>
            <a:r>
              <a:rPr sz="1550" spc="-45" dirty="0">
                <a:latin typeface="Cambria"/>
                <a:cs typeface="Cambria"/>
              </a:rPr>
              <a:t>needs</a:t>
            </a:r>
            <a:r>
              <a:rPr sz="1550" spc="10" dirty="0">
                <a:latin typeface="Cambria"/>
                <a:cs typeface="Cambria"/>
              </a:rPr>
              <a:t> </a:t>
            </a:r>
            <a:r>
              <a:rPr sz="1550" spc="-25" dirty="0">
                <a:latin typeface="Cambria"/>
                <a:cs typeface="Cambria"/>
              </a:rPr>
              <a:t>to:</a:t>
            </a:r>
            <a:endParaRPr sz="1550" dirty="0">
              <a:latin typeface="Cambria"/>
              <a:cs typeface="Cambria"/>
            </a:endParaRPr>
          </a:p>
          <a:p>
            <a:pPr marL="577850" lvl="1" indent="-228600" algn="l">
              <a:spcBef>
                <a:spcPts val="1040"/>
              </a:spcBef>
              <a:buFont typeface="Arial" panose="020B0604020202020204" pitchFamily="34" charset="0"/>
              <a:buChar char="•"/>
            </a:pPr>
            <a:r>
              <a:rPr sz="1500" spc="-40" dirty="0" smtClean="0">
                <a:solidFill>
                  <a:srgbClr val="111111"/>
                </a:solidFill>
                <a:latin typeface="Cambria"/>
                <a:cs typeface="Cambria"/>
              </a:rPr>
              <a:t>Install</a:t>
            </a:r>
            <a:r>
              <a:rPr sz="1500" spc="15" dirty="0" smtClean="0">
                <a:solidFill>
                  <a:srgbClr val="111111"/>
                </a:solidFill>
                <a:latin typeface="Cambria"/>
                <a:cs typeface="Cambria"/>
              </a:rPr>
              <a:t> </a:t>
            </a:r>
            <a:r>
              <a:rPr sz="1500" dirty="0" smtClean="0">
                <a:solidFill>
                  <a:srgbClr val="2A2A2A"/>
                </a:solidFill>
                <a:latin typeface="Cambria"/>
                <a:cs typeface="Cambria"/>
              </a:rPr>
              <a:t>a</a:t>
            </a:r>
            <a:r>
              <a:rPr sz="1500" spc="15" dirty="0" smtClean="0">
                <a:solidFill>
                  <a:srgbClr val="2A2A2A"/>
                </a:solidFill>
                <a:latin typeface="Cambria"/>
                <a:cs typeface="Cambria"/>
              </a:rPr>
              <a:t> </a:t>
            </a:r>
            <a:r>
              <a:rPr sz="1500" b="1" dirty="0" smtClean="0">
                <a:solidFill>
                  <a:srgbClr val="FF0000"/>
                </a:solidFill>
                <a:latin typeface="Cambria"/>
                <a:cs typeface="Cambria"/>
              </a:rPr>
              <a:t>MT</a:t>
            </a:r>
            <a:r>
              <a:rPr lang="en-US" sz="1500" b="1" spc="190" dirty="0" smtClean="0">
                <a:solidFill>
                  <a:srgbClr val="FF0000"/>
                </a:solidFill>
                <a:latin typeface="Cambria"/>
                <a:cs typeface="Cambria"/>
              </a:rPr>
              <a:t>A</a:t>
            </a:r>
            <a:r>
              <a:rPr lang="en-US" sz="1500" spc="190" dirty="0" smtClean="0">
                <a:solidFill>
                  <a:srgbClr val="673826"/>
                </a:solidFill>
                <a:latin typeface="Cambria"/>
                <a:cs typeface="Cambria"/>
              </a:rPr>
              <a:t> (</a:t>
            </a:r>
            <a:r>
              <a:rPr lang="en-US" sz="1550" spc="-40" dirty="0">
                <a:latin typeface="Cambria"/>
                <a:cs typeface="Cambria"/>
              </a:rPr>
              <a:t>Mail Transfer Agent</a:t>
            </a:r>
            <a:r>
              <a:rPr lang="en-US" sz="1550" spc="-40" dirty="0" smtClean="0">
                <a:latin typeface="Cambria"/>
                <a:cs typeface="Cambria"/>
              </a:rPr>
              <a:t>) </a:t>
            </a:r>
            <a:r>
              <a:rPr sz="1500" dirty="0" smtClean="0">
                <a:solidFill>
                  <a:srgbClr val="1C1C1C"/>
                </a:solidFill>
                <a:latin typeface="Cambria"/>
                <a:cs typeface="Cambria"/>
              </a:rPr>
              <a:t>to</a:t>
            </a:r>
            <a:r>
              <a:rPr sz="1500" spc="20" dirty="0" smtClean="0">
                <a:solidFill>
                  <a:srgbClr val="1C1C1C"/>
                </a:solidFill>
                <a:latin typeface="Cambria"/>
                <a:cs typeface="Cambria"/>
              </a:rPr>
              <a:t> </a:t>
            </a:r>
            <a:r>
              <a:rPr sz="1500" spc="-45" dirty="0">
                <a:latin typeface="Cambria"/>
                <a:cs typeface="Cambria"/>
              </a:rPr>
              <a:t>handle</a:t>
            </a:r>
            <a:r>
              <a:rPr sz="1500" spc="25" dirty="0">
                <a:latin typeface="Cambria"/>
                <a:cs typeface="Cambria"/>
              </a:rPr>
              <a:t> </a:t>
            </a:r>
            <a:r>
              <a:rPr sz="1500" spc="-25" dirty="0">
                <a:latin typeface="Cambria"/>
                <a:cs typeface="Cambria"/>
              </a:rPr>
              <a:t>incoming</a:t>
            </a:r>
            <a:r>
              <a:rPr sz="1500" spc="30" dirty="0">
                <a:latin typeface="Cambria"/>
                <a:cs typeface="Cambria"/>
              </a:rPr>
              <a:t> </a:t>
            </a:r>
            <a:r>
              <a:rPr sz="1500" spc="-25" dirty="0">
                <a:solidFill>
                  <a:srgbClr val="0F0F0F"/>
                </a:solidFill>
                <a:latin typeface="Cambria"/>
                <a:cs typeface="Cambria"/>
              </a:rPr>
              <a:t>and</a:t>
            </a:r>
            <a:r>
              <a:rPr sz="1500" spc="35" dirty="0">
                <a:solidFill>
                  <a:srgbClr val="0F0F0F"/>
                </a:solidFill>
                <a:latin typeface="Cambria"/>
                <a:cs typeface="Cambria"/>
              </a:rPr>
              <a:t> </a:t>
            </a:r>
            <a:r>
              <a:rPr sz="1500" spc="-20" dirty="0">
                <a:solidFill>
                  <a:srgbClr val="111111"/>
                </a:solidFill>
                <a:latin typeface="Cambria"/>
                <a:cs typeface="Cambria"/>
              </a:rPr>
              <a:t>outgoing</a:t>
            </a:r>
            <a:r>
              <a:rPr sz="1500" spc="80" dirty="0">
                <a:solidFill>
                  <a:srgbClr val="111111"/>
                </a:solidFill>
                <a:latin typeface="Cambria"/>
                <a:cs typeface="Cambria"/>
              </a:rPr>
              <a:t> </a:t>
            </a:r>
            <a:r>
              <a:rPr sz="1500" spc="-45" dirty="0">
                <a:latin typeface="Cambria"/>
                <a:cs typeface="Cambria"/>
              </a:rPr>
              <a:t>mail</a:t>
            </a:r>
            <a:r>
              <a:rPr sz="1500" spc="-15" dirty="0">
                <a:latin typeface="Cambria"/>
                <a:cs typeface="Cambria"/>
              </a:rPr>
              <a:t> </a:t>
            </a:r>
            <a:r>
              <a:rPr sz="1500" dirty="0" smtClean="0">
                <a:solidFill>
                  <a:srgbClr val="111111"/>
                </a:solidFill>
                <a:latin typeface="Cambria"/>
                <a:cs typeface="Cambria"/>
              </a:rPr>
              <a:t>e.g</a:t>
            </a:r>
            <a:r>
              <a:rPr lang="en-US" sz="1500" dirty="0" smtClean="0">
                <a:solidFill>
                  <a:srgbClr val="111111"/>
                </a:solidFill>
                <a:latin typeface="Cambria"/>
                <a:cs typeface="Cambria"/>
              </a:rPr>
              <a:t>.</a:t>
            </a:r>
            <a:r>
              <a:rPr sz="1500" spc="35" dirty="0" smtClean="0">
                <a:solidFill>
                  <a:srgbClr val="111111"/>
                </a:solidFill>
                <a:latin typeface="Cambria"/>
                <a:cs typeface="Cambria"/>
              </a:rPr>
              <a:t> </a:t>
            </a:r>
            <a:r>
              <a:rPr sz="1500" spc="-10" dirty="0">
                <a:solidFill>
                  <a:schemeClr val="tx1"/>
                </a:solidFill>
                <a:latin typeface="Cambria"/>
                <a:cs typeface="Cambria"/>
              </a:rPr>
              <a:t>Postfix</a:t>
            </a:r>
            <a:r>
              <a:rPr sz="1500" spc="35" dirty="0">
                <a:solidFill>
                  <a:schemeClr val="tx1"/>
                </a:solidFill>
                <a:latin typeface="Cambria"/>
                <a:cs typeface="Cambria"/>
              </a:rPr>
              <a:t> </a:t>
            </a:r>
            <a:r>
              <a:rPr lang="en-US" sz="1200" spc="-25" dirty="0" smtClean="0">
                <a:solidFill>
                  <a:schemeClr val="tx1"/>
                </a:solidFill>
                <a:latin typeface="Courier New"/>
                <a:cs typeface="Courier New"/>
              </a:rPr>
              <a:t>or </a:t>
            </a:r>
            <a:r>
              <a:rPr sz="1600" spc="-10" dirty="0" err="1" smtClean="0">
                <a:solidFill>
                  <a:schemeClr val="tx1"/>
                </a:solidFill>
                <a:latin typeface="Times New Roman"/>
                <a:cs typeface="Times New Roman"/>
              </a:rPr>
              <a:t>Sendmail</a:t>
            </a:r>
            <a:endParaRPr sz="1600" dirty="0">
              <a:solidFill>
                <a:schemeClr val="tx1"/>
              </a:solidFill>
              <a:latin typeface="Times New Roman"/>
              <a:cs typeface="Times New Roman"/>
            </a:endParaRPr>
          </a:p>
          <a:p>
            <a:pPr marL="577850" lvl="1" indent="-228600" algn="l">
              <a:spcBef>
                <a:spcPts val="1080"/>
              </a:spcBef>
              <a:buFont typeface="Arial" panose="020B0604020202020204" pitchFamily="34" charset="0"/>
              <a:buChar char="•"/>
            </a:pPr>
            <a:r>
              <a:rPr sz="1450" dirty="0">
                <a:latin typeface="Times New Roman"/>
                <a:cs typeface="Times New Roman"/>
              </a:rPr>
              <a:t>Configure</a:t>
            </a:r>
            <a:r>
              <a:rPr sz="1450" spc="240" dirty="0">
                <a:latin typeface="Times New Roman"/>
                <a:cs typeface="Times New Roman"/>
              </a:rPr>
              <a:t> </a:t>
            </a:r>
            <a:r>
              <a:rPr sz="1450" b="1" dirty="0">
                <a:solidFill>
                  <a:srgbClr val="FF0000"/>
                </a:solidFill>
                <a:latin typeface="Times New Roman"/>
                <a:cs typeface="Times New Roman"/>
              </a:rPr>
              <a:t>MTA</a:t>
            </a:r>
            <a:r>
              <a:rPr sz="1450" spc="235" dirty="0">
                <a:solidFill>
                  <a:srgbClr val="873F38"/>
                </a:solidFill>
                <a:latin typeface="Times New Roman"/>
                <a:cs typeface="Times New Roman"/>
              </a:rPr>
              <a:t> </a:t>
            </a:r>
            <a:r>
              <a:rPr sz="1450" dirty="0">
                <a:latin typeface="Times New Roman"/>
                <a:cs typeface="Times New Roman"/>
              </a:rPr>
              <a:t>to</a:t>
            </a:r>
            <a:r>
              <a:rPr sz="1450" spc="200" dirty="0">
                <a:latin typeface="Times New Roman"/>
                <a:cs typeface="Times New Roman"/>
              </a:rPr>
              <a:t> </a:t>
            </a:r>
            <a:r>
              <a:rPr sz="1450" dirty="0">
                <a:latin typeface="Times New Roman"/>
                <a:cs typeface="Times New Roman"/>
              </a:rPr>
              <a:t>handle</a:t>
            </a:r>
            <a:r>
              <a:rPr sz="1450" spc="140" dirty="0">
                <a:latin typeface="Times New Roman"/>
                <a:cs typeface="Times New Roman"/>
              </a:rPr>
              <a:t> </a:t>
            </a:r>
            <a:r>
              <a:rPr sz="1450" dirty="0">
                <a:solidFill>
                  <a:srgbClr val="131313"/>
                </a:solidFill>
                <a:latin typeface="Times New Roman"/>
                <a:cs typeface="Times New Roman"/>
              </a:rPr>
              <a:t>mail</a:t>
            </a:r>
            <a:r>
              <a:rPr sz="1450" spc="70" dirty="0">
                <a:solidFill>
                  <a:srgbClr val="131313"/>
                </a:solidFill>
                <a:latin typeface="Times New Roman"/>
                <a:cs typeface="Times New Roman"/>
              </a:rPr>
              <a:t> </a:t>
            </a:r>
            <a:r>
              <a:rPr sz="1450" dirty="0">
                <a:latin typeface="Times New Roman"/>
                <a:cs typeface="Times New Roman"/>
              </a:rPr>
              <a:t>delivery,</a:t>
            </a:r>
            <a:r>
              <a:rPr sz="1450" spc="105" dirty="0">
                <a:latin typeface="Times New Roman"/>
                <a:cs typeface="Times New Roman"/>
              </a:rPr>
              <a:t> </a:t>
            </a:r>
            <a:r>
              <a:rPr sz="1450" dirty="0">
                <a:latin typeface="Times New Roman"/>
                <a:cs typeface="Times New Roman"/>
              </a:rPr>
              <a:t>including</a:t>
            </a:r>
            <a:r>
              <a:rPr sz="1450" spc="105" dirty="0">
                <a:latin typeface="Times New Roman"/>
                <a:cs typeface="Times New Roman"/>
              </a:rPr>
              <a:t> </a:t>
            </a:r>
            <a:r>
              <a:rPr sz="1450" dirty="0">
                <a:solidFill>
                  <a:srgbClr val="080808"/>
                </a:solidFill>
                <a:latin typeface="Times New Roman"/>
                <a:cs typeface="Times New Roman"/>
              </a:rPr>
              <a:t>DNS</a:t>
            </a:r>
            <a:r>
              <a:rPr sz="1450" spc="325" dirty="0">
                <a:solidFill>
                  <a:srgbClr val="080808"/>
                </a:solidFill>
                <a:latin typeface="Times New Roman"/>
                <a:cs typeface="Times New Roman"/>
              </a:rPr>
              <a:t> </a:t>
            </a:r>
            <a:r>
              <a:rPr sz="1450" spc="-10" dirty="0" smtClean="0">
                <a:latin typeface="Times New Roman"/>
                <a:cs typeface="Times New Roman"/>
              </a:rPr>
              <a:t>configu</a:t>
            </a:r>
            <a:r>
              <a:rPr lang="en-US" sz="1450" spc="-10" dirty="0" smtClean="0">
                <a:latin typeface="Times New Roman"/>
                <a:cs typeface="Times New Roman"/>
              </a:rPr>
              <a:t>ra</a:t>
            </a:r>
            <a:r>
              <a:rPr sz="1450" spc="-10" dirty="0" smtClean="0">
                <a:latin typeface="Times New Roman"/>
                <a:cs typeface="Times New Roman"/>
              </a:rPr>
              <a:t>tion</a:t>
            </a:r>
            <a:r>
              <a:rPr lang="en-US" sz="1450" spc="-10" dirty="0" smtClean="0">
                <a:latin typeface="Times New Roman"/>
                <a:cs typeface="Times New Roman"/>
              </a:rPr>
              <a:t> </a:t>
            </a:r>
            <a:r>
              <a:rPr sz="1600" dirty="0" smtClean="0">
                <a:solidFill>
                  <a:srgbClr val="212121"/>
                </a:solidFill>
                <a:latin typeface="Times New Roman"/>
                <a:cs typeface="Times New Roman"/>
              </a:rPr>
              <a:t>and</a:t>
            </a:r>
            <a:r>
              <a:rPr sz="1600" spc="-60" dirty="0" smtClean="0">
                <a:solidFill>
                  <a:srgbClr val="212121"/>
                </a:solidFill>
                <a:latin typeface="Times New Roman"/>
                <a:cs typeface="Times New Roman"/>
              </a:rPr>
              <a:t> </a:t>
            </a:r>
            <a:r>
              <a:rPr sz="1600" spc="-65" dirty="0">
                <a:solidFill>
                  <a:srgbClr val="161616"/>
                </a:solidFill>
                <a:latin typeface="Times New Roman"/>
                <a:cs typeface="Times New Roman"/>
              </a:rPr>
              <a:t>mail</a:t>
            </a:r>
            <a:r>
              <a:rPr sz="1600" spc="-35" dirty="0">
                <a:solidFill>
                  <a:srgbClr val="161616"/>
                </a:solidFill>
                <a:latin typeface="Times New Roman"/>
                <a:cs typeface="Times New Roman"/>
              </a:rPr>
              <a:t> </a:t>
            </a:r>
            <a:r>
              <a:rPr sz="1600" spc="-10" dirty="0">
                <a:latin typeface="Times New Roman"/>
                <a:cs typeface="Times New Roman"/>
              </a:rPr>
              <a:t>routing</a:t>
            </a:r>
            <a:endParaRPr sz="1600" dirty="0">
              <a:latin typeface="Times New Roman"/>
              <a:cs typeface="Times New Roman"/>
            </a:endParaRPr>
          </a:p>
          <a:p>
            <a:pPr marL="577850" lvl="1" indent="-228600" algn="l">
              <a:spcBef>
                <a:spcPts val="1030"/>
              </a:spcBef>
              <a:buFont typeface="Arial" panose="020B0604020202020204" pitchFamily="34" charset="0"/>
              <a:buChar char="•"/>
            </a:pPr>
            <a:r>
              <a:rPr sz="1500" dirty="0">
                <a:solidFill>
                  <a:srgbClr val="1A1A1A"/>
                </a:solidFill>
                <a:latin typeface="Times New Roman"/>
                <a:cs typeface="Times New Roman"/>
              </a:rPr>
              <a:t>Install</a:t>
            </a:r>
            <a:r>
              <a:rPr sz="1500" spc="25" dirty="0">
                <a:solidFill>
                  <a:srgbClr val="1A1A1A"/>
                </a:solidFill>
                <a:latin typeface="Times New Roman"/>
                <a:cs typeface="Times New Roman"/>
              </a:rPr>
              <a:t> </a:t>
            </a:r>
            <a:r>
              <a:rPr sz="1500" dirty="0" smtClean="0">
                <a:latin typeface="Times New Roman"/>
                <a:cs typeface="Times New Roman"/>
              </a:rPr>
              <a:t>a</a:t>
            </a:r>
            <a:r>
              <a:rPr sz="1500" spc="135" dirty="0" smtClean="0">
                <a:latin typeface="Times New Roman"/>
                <a:cs typeface="Times New Roman"/>
              </a:rPr>
              <a:t> </a:t>
            </a:r>
            <a:r>
              <a:rPr lang="en-US" sz="1500" b="1" spc="-35" dirty="0" smtClean="0">
                <a:solidFill>
                  <a:srgbClr val="FF0000"/>
                </a:solidFill>
                <a:latin typeface="Times New Roman"/>
                <a:cs typeface="Times New Roman"/>
              </a:rPr>
              <a:t>M</a:t>
            </a:r>
            <a:r>
              <a:rPr sz="1500" b="1" spc="-35" dirty="0" smtClean="0">
                <a:solidFill>
                  <a:srgbClr val="FF0000"/>
                </a:solidFill>
                <a:latin typeface="Times New Roman"/>
                <a:cs typeface="Times New Roman"/>
              </a:rPr>
              <a:t>DA</a:t>
            </a:r>
            <a:r>
              <a:rPr lang="en-US" sz="1500" b="1" spc="-35" dirty="0" smtClean="0">
                <a:solidFill>
                  <a:srgbClr val="FF0000"/>
                </a:solidFill>
                <a:latin typeface="Times New Roman"/>
                <a:cs typeface="Times New Roman"/>
              </a:rPr>
              <a:t> (</a:t>
            </a:r>
            <a:r>
              <a:rPr lang="en-US" sz="1450" dirty="0" smtClean="0">
                <a:latin typeface="Times New Roman"/>
                <a:cs typeface="Times New Roman"/>
              </a:rPr>
              <a:t>Mail </a:t>
            </a:r>
            <a:r>
              <a:rPr lang="en-US" sz="1450" dirty="0">
                <a:latin typeface="Times New Roman"/>
                <a:cs typeface="Times New Roman"/>
              </a:rPr>
              <a:t>Delivery </a:t>
            </a:r>
            <a:r>
              <a:rPr lang="en-US" sz="1450" dirty="0" smtClean="0">
                <a:latin typeface="Times New Roman"/>
                <a:cs typeface="Times New Roman"/>
              </a:rPr>
              <a:t>Agent)</a:t>
            </a:r>
            <a:r>
              <a:rPr sz="1500" spc="-35" dirty="0" smtClean="0">
                <a:solidFill>
                  <a:srgbClr val="794231"/>
                </a:solidFill>
                <a:latin typeface="Times New Roman"/>
                <a:cs typeface="Times New Roman"/>
              </a:rPr>
              <a:t>,</a:t>
            </a:r>
            <a:r>
              <a:rPr sz="1500" spc="30" dirty="0" smtClean="0">
                <a:solidFill>
                  <a:srgbClr val="794231"/>
                </a:solidFill>
                <a:latin typeface="Times New Roman"/>
                <a:cs typeface="Times New Roman"/>
              </a:rPr>
              <a:t> </a:t>
            </a:r>
            <a:r>
              <a:rPr sz="1500" dirty="0">
                <a:solidFill>
                  <a:srgbClr val="2B2B2B"/>
                </a:solidFill>
                <a:latin typeface="Times New Roman"/>
                <a:cs typeface="Times New Roman"/>
              </a:rPr>
              <a:t>to</a:t>
            </a:r>
            <a:r>
              <a:rPr sz="1500" spc="-10" dirty="0">
                <a:solidFill>
                  <a:srgbClr val="2B2B2B"/>
                </a:solidFill>
                <a:latin typeface="Times New Roman"/>
                <a:cs typeface="Times New Roman"/>
              </a:rPr>
              <a:t> </a:t>
            </a:r>
            <a:r>
              <a:rPr sz="1500" dirty="0">
                <a:solidFill>
                  <a:srgbClr val="111111"/>
                </a:solidFill>
                <a:latin typeface="Times New Roman"/>
                <a:cs typeface="Times New Roman"/>
              </a:rPr>
              <a:t>handle</a:t>
            </a:r>
            <a:r>
              <a:rPr sz="1500" spc="50" dirty="0">
                <a:solidFill>
                  <a:srgbClr val="111111"/>
                </a:solidFill>
                <a:latin typeface="Times New Roman"/>
                <a:cs typeface="Times New Roman"/>
              </a:rPr>
              <a:t> </a:t>
            </a:r>
            <a:r>
              <a:rPr sz="1500" dirty="0">
                <a:solidFill>
                  <a:srgbClr val="181818"/>
                </a:solidFill>
                <a:latin typeface="Times New Roman"/>
                <a:cs typeface="Times New Roman"/>
              </a:rPr>
              <a:t>mail</a:t>
            </a:r>
            <a:r>
              <a:rPr sz="1500" spc="65" dirty="0">
                <a:solidFill>
                  <a:srgbClr val="181818"/>
                </a:solidFill>
                <a:latin typeface="Times New Roman"/>
                <a:cs typeface="Times New Roman"/>
              </a:rPr>
              <a:t> </a:t>
            </a:r>
            <a:r>
              <a:rPr sz="1500" dirty="0">
                <a:latin typeface="Times New Roman"/>
                <a:cs typeface="Times New Roman"/>
              </a:rPr>
              <a:t>storage</a:t>
            </a:r>
            <a:r>
              <a:rPr sz="1500" spc="35" dirty="0">
                <a:latin typeface="Times New Roman"/>
                <a:cs typeface="Times New Roman"/>
              </a:rPr>
              <a:t> </a:t>
            </a:r>
            <a:r>
              <a:rPr sz="1500" dirty="0" smtClean="0">
                <a:latin typeface="Times New Roman"/>
                <a:cs typeface="Times New Roman"/>
              </a:rPr>
              <a:t>a</a:t>
            </a:r>
            <a:r>
              <a:rPr lang="en-US" sz="1500" dirty="0">
                <a:latin typeface="Times New Roman"/>
                <a:cs typeface="Times New Roman"/>
              </a:rPr>
              <a:t>n</a:t>
            </a:r>
            <a:r>
              <a:rPr sz="1500" dirty="0" smtClean="0">
                <a:latin typeface="Times New Roman"/>
                <a:cs typeface="Times New Roman"/>
              </a:rPr>
              <a:t>d</a:t>
            </a:r>
            <a:r>
              <a:rPr sz="1500" spc="150" dirty="0" smtClean="0">
                <a:latin typeface="Times New Roman"/>
                <a:cs typeface="Times New Roman"/>
              </a:rPr>
              <a:t> </a:t>
            </a:r>
            <a:r>
              <a:rPr sz="1500" spc="-20" dirty="0">
                <a:latin typeface="Times New Roman"/>
                <a:cs typeface="Times New Roman"/>
              </a:rPr>
              <a:t>retrieval</a:t>
            </a:r>
            <a:r>
              <a:rPr sz="1500" spc="114" dirty="0">
                <a:latin typeface="Times New Roman"/>
                <a:cs typeface="Times New Roman"/>
              </a:rPr>
              <a:t> </a:t>
            </a:r>
            <a:r>
              <a:rPr sz="1500" spc="-35" dirty="0">
                <a:latin typeface="Times New Roman"/>
                <a:cs typeface="Times New Roman"/>
              </a:rPr>
              <a:t>e.g.</a:t>
            </a:r>
            <a:r>
              <a:rPr sz="1500" spc="30" dirty="0">
                <a:latin typeface="Times New Roman"/>
                <a:cs typeface="Times New Roman"/>
              </a:rPr>
              <a:t> </a:t>
            </a:r>
            <a:r>
              <a:rPr sz="1500" dirty="0">
                <a:solidFill>
                  <a:schemeClr val="tx1"/>
                </a:solidFill>
                <a:latin typeface="Times New Roman"/>
                <a:cs typeface="Times New Roman"/>
              </a:rPr>
              <a:t>Dovecot</a:t>
            </a:r>
            <a:r>
              <a:rPr sz="1500" spc="100" dirty="0">
                <a:solidFill>
                  <a:schemeClr val="tx1"/>
                </a:solidFill>
                <a:latin typeface="Times New Roman"/>
                <a:cs typeface="Times New Roman"/>
              </a:rPr>
              <a:t> </a:t>
            </a:r>
            <a:r>
              <a:rPr sz="1500" spc="30" dirty="0" smtClean="0">
                <a:solidFill>
                  <a:schemeClr val="tx1"/>
                </a:solidFill>
                <a:latin typeface="Times New Roman"/>
                <a:cs typeface="Times New Roman"/>
              </a:rPr>
              <a:t>or</a:t>
            </a:r>
            <a:r>
              <a:rPr lang="en-US" sz="1500" spc="30" dirty="0" smtClean="0">
                <a:solidFill>
                  <a:schemeClr val="tx1"/>
                </a:solidFill>
                <a:latin typeface="Times New Roman"/>
                <a:cs typeface="Times New Roman"/>
              </a:rPr>
              <a:t> </a:t>
            </a:r>
            <a:r>
              <a:rPr sz="1450" spc="-10" dirty="0" smtClean="0">
                <a:solidFill>
                  <a:schemeClr val="tx1"/>
                </a:solidFill>
                <a:latin typeface="Times New Roman"/>
                <a:cs typeface="Times New Roman"/>
              </a:rPr>
              <a:t>Courier</a:t>
            </a:r>
            <a:endParaRPr sz="1450" dirty="0">
              <a:solidFill>
                <a:schemeClr val="tx1"/>
              </a:solidFill>
              <a:latin typeface="Times New Roman"/>
              <a:cs typeface="Times New Roman"/>
            </a:endParaRPr>
          </a:p>
          <a:p>
            <a:pPr marL="577850" lvl="1" indent="-228600" algn="l">
              <a:spcBef>
                <a:spcPts val="1035"/>
              </a:spcBef>
              <a:buFont typeface="Arial" panose="020B0604020202020204" pitchFamily="34" charset="0"/>
              <a:buChar char="•"/>
            </a:pPr>
            <a:r>
              <a:rPr sz="1600" spc="-45" dirty="0">
                <a:latin typeface="Times New Roman"/>
                <a:cs typeface="Times New Roman"/>
              </a:rPr>
              <a:t>Configure</a:t>
            </a:r>
            <a:r>
              <a:rPr sz="1600" spc="-5" dirty="0">
                <a:latin typeface="Times New Roman"/>
                <a:cs typeface="Times New Roman"/>
              </a:rPr>
              <a:t> </a:t>
            </a:r>
            <a:r>
              <a:rPr sz="1600" dirty="0">
                <a:solidFill>
                  <a:srgbClr val="2A2A2A"/>
                </a:solidFill>
                <a:latin typeface="Times New Roman"/>
                <a:cs typeface="Times New Roman"/>
              </a:rPr>
              <a:t>the</a:t>
            </a:r>
            <a:r>
              <a:rPr sz="1600" spc="-50" dirty="0">
                <a:solidFill>
                  <a:srgbClr val="2A2A2A"/>
                </a:solidFill>
                <a:latin typeface="Times New Roman"/>
                <a:cs typeface="Times New Roman"/>
              </a:rPr>
              <a:t> </a:t>
            </a:r>
            <a:r>
              <a:rPr lang="en-US" sz="1600" b="1" dirty="0" smtClean="0">
                <a:solidFill>
                  <a:srgbClr val="FF0000"/>
                </a:solidFill>
                <a:latin typeface="Times New Roman"/>
                <a:cs typeface="Times New Roman"/>
              </a:rPr>
              <a:t>M</a:t>
            </a:r>
            <a:r>
              <a:rPr sz="1600" b="1" dirty="0" smtClean="0">
                <a:solidFill>
                  <a:srgbClr val="FF0000"/>
                </a:solidFill>
                <a:latin typeface="Times New Roman"/>
                <a:cs typeface="Times New Roman"/>
              </a:rPr>
              <a:t>DA</a:t>
            </a:r>
            <a:r>
              <a:rPr sz="1600" b="1" spc="85" dirty="0" smtClean="0">
                <a:solidFill>
                  <a:srgbClr val="FF0000"/>
                </a:solidFill>
                <a:latin typeface="Times New Roman"/>
                <a:cs typeface="Times New Roman"/>
              </a:rPr>
              <a:t> </a:t>
            </a:r>
            <a:r>
              <a:rPr sz="1600" dirty="0">
                <a:solidFill>
                  <a:srgbClr val="181818"/>
                </a:solidFill>
                <a:latin typeface="Times New Roman"/>
                <a:cs typeface="Times New Roman"/>
              </a:rPr>
              <a:t>to</a:t>
            </a:r>
            <a:r>
              <a:rPr sz="1600" spc="-45" dirty="0">
                <a:solidFill>
                  <a:srgbClr val="181818"/>
                </a:solidFill>
                <a:latin typeface="Times New Roman"/>
                <a:cs typeface="Times New Roman"/>
              </a:rPr>
              <a:t> </a:t>
            </a:r>
            <a:r>
              <a:rPr sz="1600" spc="-30" dirty="0">
                <a:latin typeface="Times New Roman"/>
                <a:cs typeface="Times New Roman"/>
              </a:rPr>
              <a:t>handle</a:t>
            </a:r>
            <a:r>
              <a:rPr sz="1600" spc="45" dirty="0">
                <a:latin typeface="Times New Roman"/>
                <a:cs typeface="Times New Roman"/>
              </a:rPr>
              <a:t> </a:t>
            </a:r>
            <a:r>
              <a:rPr sz="1600" spc="-110" dirty="0" smtClean="0">
                <a:latin typeface="Times New Roman"/>
                <a:cs typeface="Times New Roman"/>
              </a:rPr>
              <a:t>use</a:t>
            </a:r>
            <a:r>
              <a:rPr lang="en-US" sz="1600" spc="-110" dirty="0" smtClean="0">
                <a:latin typeface="Times New Roman"/>
                <a:cs typeface="Times New Roman"/>
              </a:rPr>
              <a:t>r </a:t>
            </a:r>
            <a:r>
              <a:rPr sz="1600" spc="-30" dirty="0" smtClean="0">
                <a:latin typeface="Times New Roman"/>
                <a:cs typeface="Times New Roman"/>
              </a:rPr>
              <a:t>authen</a:t>
            </a:r>
            <a:r>
              <a:rPr lang="en-US" sz="1600" spc="-30" dirty="0" smtClean="0">
                <a:latin typeface="Times New Roman"/>
                <a:cs typeface="Times New Roman"/>
              </a:rPr>
              <a:t>ti</a:t>
            </a:r>
            <a:r>
              <a:rPr sz="1600" spc="-30" dirty="0" smtClean="0">
                <a:latin typeface="Times New Roman"/>
                <a:cs typeface="Times New Roman"/>
              </a:rPr>
              <a:t>cation</a:t>
            </a:r>
            <a:r>
              <a:rPr sz="1600" spc="60" dirty="0" smtClean="0">
                <a:latin typeface="Times New Roman"/>
                <a:cs typeface="Times New Roman"/>
              </a:rPr>
              <a:t> </a:t>
            </a:r>
            <a:r>
              <a:rPr sz="1600" spc="-10" dirty="0">
                <a:latin typeface="Times New Roman"/>
                <a:cs typeface="Times New Roman"/>
              </a:rPr>
              <a:t>and</a:t>
            </a:r>
            <a:r>
              <a:rPr sz="1600" spc="-5" dirty="0">
                <a:latin typeface="Times New Roman"/>
                <a:cs typeface="Times New Roman"/>
              </a:rPr>
              <a:t> </a:t>
            </a:r>
            <a:r>
              <a:rPr sz="1600" spc="-40" dirty="0" smtClean="0">
                <a:latin typeface="Times New Roman"/>
                <a:cs typeface="Times New Roman"/>
              </a:rPr>
              <a:t>access</a:t>
            </a:r>
            <a:r>
              <a:rPr lang="en-US" sz="1600" spc="15" dirty="0">
                <a:latin typeface="Times New Roman"/>
                <a:cs typeface="Times New Roman"/>
              </a:rPr>
              <a:t> </a:t>
            </a:r>
            <a:r>
              <a:rPr lang="en-US" sz="1600" spc="15" dirty="0" smtClean="0">
                <a:latin typeface="Times New Roman"/>
                <a:cs typeface="Times New Roman"/>
              </a:rPr>
              <a:t>c</a:t>
            </a:r>
            <a:r>
              <a:rPr sz="1600" spc="-10" dirty="0" smtClean="0">
                <a:latin typeface="Times New Roman"/>
                <a:cs typeface="Times New Roman"/>
              </a:rPr>
              <a:t>ontrols</a:t>
            </a:r>
            <a:r>
              <a:rPr sz="1600" spc="-10" dirty="0">
                <a:latin typeface="Times New Roman"/>
                <a:cs typeface="Times New Roman"/>
              </a:rPr>
              <a:t>.</a:t>
            </a:r>
            <a:endParaRPr sz="1600" dirty="0">
              <a:latin typeface="Times New Roman"/>
              <a:cs typeface="Times New Roman"/>
            </a:endParaRPr>
          </a:p>
        </p:txBody>
      </p:sp>
      <p:sp>
        <p:nvSpPr>
          <p:cNvPr id="7" name="object 2"/>
          <p:cNvSpPr txBox="1">
            <a:spLocks/>
          </p:cNvSpPr>
          <p:nvPr/>
        </p:nvSpPr>
        <p:spPr>
          <a:xfrm>
            <a:off x="63500" y="-9525"/>
            <a:ext cx="6007100" cy="320601"/>
          </a:xfrm>
          <a:prstGeom prst="rect">
            <a:avLst/>
          </a:prstGeom>
        </p:spPr>
        <p:txBody>
          <a:bodyPr vert="horz" wrap="square" lIns="0" tIns="12700" rIns="0" bIns="0" rtlCol="0">
            <a:spAutoFit/>
          </a:bodyPr>
          <a:lstStyle>
            <a:lvl1pPr>
              <a:defRPr>
                <a:latin typeface="+mj-lt"/>
                <a:ea typeface="+mj-ea"/>
                <a:cs typeface="+mj-cs"/>
              </a:defRPr>
            </a:lvl1pPr>
          </a:lstStyle>
          <a:p>
            <a:pPr marL="127000">
              <a:spcBef>
                <a:spcPts val="100"/>
              </a:spcBef>
            </a:pPr>
            <a:r>
              <a:rPr lang="en-US" sz="2000" b="1" spc="-45" dirty="0">
                <a:solidFill>
                  <a:srgbClr val="FF0000"/>
                </a:solidFill>
                <a:latin typeface="Cambria"/>
                <a:cs typeface="Cambria"/>
              </a:rPr>
              <a:t>Mail</a:t>
            </a:r>
            <a:r>
              <a:rPr lang="en-US" sz="2000" b="1" spc="40" dirty="0">
                <a:solidFill>
                  <a:srgbClr val="FF0000"/>
                </a:solidFill>
                <a:latin typeface="Cambria"/>
                <a:cs typeface="Cambria"/>
              </a:rPr>
              <a:t> </a:t>
            </a:r>
            <a:r>
              <a:rPr lang="en-US" sz="2000" b="1" spc="-10" dirty="0" smtClean="0">
                <a:solidFill>
                  <a:srgbClr val="FF0000"/>
                </a:solidFill>
                <a:latin typeface="Cambria"/>
                <a:cs typeface="Cambria"/>
              </a:rPr>
              <a:t>Server</a:t>
            </a:r>
            <a:endParaRPr lang="en-US" sz="2000" b="1" dirty="0">
              <a:solidFill>
                <a:srgbClr val="FF0000"/>
              </a:solidFill>
              <a:latin typeface="Cambria"/>
              <a:cs typeface="Cambria"/>
            </a:endParaRPr>
          </a:p>
        </p:txBody>
      </p:sp>
      <p:sp>
        <p:nvSpPr>
          <p:cNvPr id="16" name="Date Placeholder 15"/>
          <p:cNvSpPr>
            <a:spLocks noGrp="1"/>
          </p:cNvSpPr>
          <p:nvPr>
            <p:ph type="dt" sz="half" idx="6"/>
          </p:nvPr>
        </p:nvSpPr>
        <p:spPr/>
        <p:txBody>
          <a:bodyPr/>
          <a:lstStyle/>
          <a:p>
            <a:fld id="{DCFE0145-96D6-49AD-A9D4-C5F304D4423D}" type="datetime1">
              <a:rPr lang="en-US" smtClean="0"/>
              <a:t>12/3/2025</a:t>
            </a:fld>
            <a:endParaRPr lang="en-US" dirty="0"/>
          </a:p>
        </p:txBody>
      </p:sp>
      <p:sp>
        <p:nvSpPr>
          <p:cNvPr id="17" name="Footer Placeholder 16"/>
          <p:cNvSpPr>
            <a:spLocks noGrp="1"/>
          </p:cNvSpPr>
          <p:nvPr>
            <p:ph type="ftr" sz="quarter" idx="5"/>
          </p:nvPr>
        </p:nvSpPr>
        <p:spPr/>
        <p:txBody>
          <a:bodyPr/>
          <a:lstStyle/>
          <a:p>
            <a:r>
              <a:rPr lang="en-US" smtClean="0"/>
              <a:t>Linux System and Network Administration                                                                       By Dr. Samuel Asferaw</a:t>
            </a:r>
            <a:endParaRPr lang="en-US" dirty="0"/>
          </a:p>
        </p:txBody>
      </p:sp>
      <p:sp>
        <p:nvSpPr>
          <p:cNvPr id="18" name="Slide Number Placeholder 17"/>
          <p:cNvSpPr>
            <a:spLocks noGrp="1"/>
          </p:cNvSpPr>
          <p:nvPr>
            <p:ph type="sldNum" sz="quarter" idx="7"/>
          </p:nvPr>
        </p:nvSpPr>
        <p:spPr/>
        <p:txBody>
          <a:bodyPr/>
          <a:lstStyle/>
          <a:p>
            <a:fld id="{B6F15528-21DE-4FAA-801E-634DDDAF4B2B}" type="slidenum">
              <a:rPr lang="en-US" smtClean="0"/>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256031" y="992886"/>
            <a:ext cx="5514340" cy="0"/>
          </a:xfrm>
          <a:custGeom>
            <a:avLst/>
            <a:gdLst/>
            <a:ahLst/>
            <a:cxnLst/>
            <a:rect l="l" t="t" r="r" b="b"/>
            <a:pathLst>
              <a:path w="5514340">
                <a:moveTo>
                  <a:pt x="0" y="0"/>
                </a:moveTo>
                <a:lnTo>
                  <a:pt x="5513832" y="0"/>
                </a:lnTo>
              </a:path>
            </a:pathLst>
          </a:custGeom>
          <a:ln w="18288">
            <a:solidFill>
              <a:srgbClr val="564946"/>
            </a:solidFill>
          </a:ln>
        </p:spPr>
        <p:txBody>
          <a:bodyPr wrap="square" lIns="0" tIns="0" rIns="0" bIns="0" rtlCol="0"/>
          <a:lstStyle/>
          <a:p>
            <a:endParaRPr/>
          </a:p>
        </p:txBody>
      </p:sp>
      <p:sp>
        <p:nvSpPr>
          <p:cNvPr id="4" name="object 4"/>
          <p:cNvSpPr txBox="1">
            <a:spLocks noGrp="1"/>
          </p:cNvSpPr>
          <p:nvPr>
            <p:ph type="title"/>
          </p:nvPr>
        </p:nvSpPr>
        <p:spPr>
          <a:xfrm>
            <a:off x="762932" y="1362075"/>
            <a:ext cx="4786968" cy="387478"/>
          </a:xfrm>
          <a:prstGeom prst="rect">
            <a:avLst/>
          </a:prstGeom>
        </p:spPr>
        <p:txBody>
          <a:bodyPr vert="horz" wrap="square" lIns="0" tIns="12700" rIns="0" bIns="0" rtlCol="0">
            <a:spAutoFit/>
          </a:bodyPr>
          <a:lstStyle/>
          <a:p>
            <a:pPr marL="869315" marR="5080" indent="-857250" algn="ctr">
              <a:lnSpc>
                <a:spcPct val="109600"/>
              </a:lnSpc>
              <a:spcBef>
                <a:spcPts val="100"/>
              </a:spcBef>
              <a:tabLst>
                <a:tab pos="1000125" algn="l"/>
                <a:tab pos="2061210" algn="l"/>
                <a:tab pos="2695575" algn="l"/>
              </a:tabLst>
            </a:pPr>
            <a:r>
              <a:rPr sz="2400" b="1" spc="-25" dirty="0" smtClean="0">
                <a:solidFill>
                  <a:srgbClr val="002060"/>
                </a:solidFill>
              </a:rPr>
              <a:t>End</a:t>
            </a:r>
            <a:r>
              <a:rPr lang="en-US" sz="2400" b="1" dirty="0">
                <a:solidFill>
                  <a:srgbClr val="002060"/>
                </a:solidFill>
              </a:rPr>
              <a:t> </a:t>
            </a:r>
            <a:r>
              <a:rPr sz="2400" b="1" spc="-25" dirty="0" smtClean="0">
                <a:solidFill>
                  <a:srgbClr val="002060"/>
                </a:solidFill>
              </a:rPr>
              <a:t>of</a:t>
            </a:r>
            <a:r>
              <a:rPr lang="en-US" sz="2400" b="1" spc="-25" dirty="0" smtClean="0">
                <a:solidFill>
                  <a:srgbClr val="002060"/>
                </a:solidFill>
              </a:rPr>
              <a:t> Chapter 3</a:t>
            </a:r>
            <a:endParaRPr sz="2400" b="1" dirty="0"/>
          </a:p>
        </p:txBody>
      </p:sp>
      <p:sp>
        <p:nvSpPr>
          <p:cNvPr id="5" name="object 4"/>
          <p:cNvSpPr txBox="1">
            <a:spLocks/>
          </p:cNvSpPr>
          <p:nvPr/>
        </p:nvSpPr>
        <p:spPr>
          <a:xfrm>
            <a:off x="619717" y="2124075"/>
            <a:ext cx="4786968" cy="1020279"/>
          </a:xfrm>
          <a:prstGeom prst="rect">
            <a:avLst/>
          </a:prstGeom>
        </p:spPr>
        <p:txBody>
          <a:bodyPr vert="horz" wrap="square" lIns="0" tIns="12700" rIns="0" bIns="0" rtlCol="0">
            <a:spAutoFit/>
          </a:bodyPr>
          <a:lstStyle>
            <a:lvl1pPr>
              <a:defRPr sz="1700" b="0" i="0">
                <a:solidFill>
                  <a:srgbClr val="C31F23"/>
                </a:solidFill>
                <a:latin typeface="Cambria"/>
                <a:ea typeface="+mj-ea"/>
                <a:cs typeface="Cambria"/>
              </a:defRPr>
            </a:lvl1pPr>
          </a:lstStyle>
          <a:p>
            <a:pPr marL="869315" marR="5080" indent="-857250" algn="ctr">
              <a:lnSpc>
                <a:spcPct val="109600"/>
              </a:lnSpc>
              <a:spcBef>
                <a:spcPts val="100"/>
              </a:spcBef>
              <a:tabLst>
                <a:tab pos="1000125" algn="l"/>
                <a:tab pos="2061210" algn="l"/>
                <a:tab pos="2695575" algn="l"/>
              </a:tabLst>
            </a:pPr>
            <a:r>
              <a:rPr lang="en-US" sz="2400" b="1" spc="229" dirty="0" smtClean="0">
                <a:solidFill>
                  <a:srgbClr val="00B050"/>
                </a:solidFill>
              </a:rPr>
              <a:t>Thank</a:t>
            </a:r>
            <a:r>
              <a:rPr lang="en-US" sz="2400" b="1" spc="245" dirty="0" smtClean="0">
                <a:solidFill>
                  <a:srgbClr val="F01613"/>
                </a:solidFill>
              </a:rPr>
              <a:t> </a:t>
            </a:r>
            <a:r>
              <a:rPr lang="en-US" sz="2400" b="1" spc="75" dirty="0" smtClean="0">
                <a:solidFill>
                  <a:srgbClr val="FFFF00"/>
                </a:solidFill>
              </a:rPr>
              <a:t>You</a:t>
            </a:r>
            <a:r>
              <a:rPr lang="en-US" sz="2400" b="1" spc="75" dirty="0" smtClean="0">
                <a:solidFill>
                  <a:srgbClr val="F90F0E"/>
                </a:solidFill>
              </a:rPr>
              <a:t>!</a:t>
            </a:r>
          </a:p>
          <a:p>
            <a:pPr marL="869315" marR="5080" indent="-857250" algn="ctr">
              <a:lnSpc>
                <a:spcPct val="109600"/>
              </a:lnSpc>
              <a:spcBef>
                <a:spcPts val="100"/>
              </a:spcBef>
              <a:tabLst>
                <a:tab pos="1000125" algn="l"/>
                <a:tab pos="2061210" algn="l"/>
                <a:tab pos="2695575" algn="l"/>
              </a:tabLst>
            </a:pPr>
            <a:endParaRPr lang="en-US" sz="1000" b="1" spc="75" dirty="0" smtClean="0">
              <a:solidFill>
                <a:srgbClr val="F90F0E"/>
              </a:solidFill>
            </a:endParaRPr>
          </a:p>
          <a:p>
            <a:pPr marL="869315" marR="5080" indent="-857250" algn="ctr">
              <a:lnSpc>
                <a:spcPct val="109600"/>
              </a:lnSpc>
              <a:spcBef>
                <a:spcPts val="100"/>
              </a:spcBef>
              <a:tabLst>
                <a:tab pos="1000125" algn="l"/>
                <a:tab pos="2061210" algn="l"/>
                <a:tab pos="2695575" algn="l"/>
              </a:tabLst>
            </a:pPr>
            <a:r>
              <a:rPr lang="en-US" sz="2400" b="1" spc="75" dirty="0" smtClean="0">
                <a:solidFill>
                  <a:srgbClr val="F90F0E"/>
                </a:solidFill>
              </a:rPr>
              <a:t>Any Question ?</a:t>
            </a:r>
            <a:endParaRPr lang="en-US" sz="2400" b="1" dirty="0"/>
          </a:p>
        </p:txBody>
      </p:sp>
      <p:sp>
        <p:nvSpPr>
          <p:cNvPr id="17" name="Date Placeholder 16"/>
          <p:cNvSpPr>
            <a:spLocks noGrp="1"/>
          </p:cNvSpPr>
          <p:nvPr>
            <p:ph type="dt" sz="half" idx="6"/>
          </p:nvPr>
        </p:nvSpPr>
        <p:spPr/>
        <p:txBody>
          <a:bodyPr/>
          <a:lstStyle/>
          <a:p>
            <a:fld id="{C4673C01-D907-41A8-ABA2-A6874C30F8D7}" type="datetime1">
              <a:rPr lang="en-US" smtClean="0"/>
              <a:t>12/3/2025</a:t>
            </a:fld>
            <a:endParaRPr lang="en-US"/>
          </a:p>
        </p:txBody>
      </p:sp>
      <p:sp>
        <p:nvSpPr>
          <p:cNvPr id="18" name="Footer Placeholder 17"/>
          <p:cNvSpPr>
            <a:spLocks noGrp="1"/>
          </p:cNvSpPr>
          <p:nvPr>
            <p:ph type="ftr" sz="quarter" idx="5"/>
          </p:nvPr>
        </p:nvSpPr>
        <p:spPr/>
        <p:txBody>
          <a:bodyPr/>
          <a:lstStyle/>
          <a:p>
            <a:r>
              <a:rPr lang="en-US" smtClean="0"/>
              <a:t>Linux System and Network Administration                                                                       By Dr. Samuel Asferaw</a:t>
            </a:r>
            <a:endParaRPr lang="en-US" dirty="0"/>
          </a:p>
        </p:txBody>
      </p:sp>
      <p:sp>
        <p:nvSpPr>
          <p:cNvPr id="19" name="Slide Number Placeholder 18"/>
          <p:cNvSpPr>
            <a:spLocks noGrp="1"/>
          </p:cNvSpPr>
          <p:nvPr>
            <p:ph type="sldNum" sz="quarter" idx="7"/>
          </p:nvPr>
        </p:nvSpPr>
        <p:spPr/>
        <p:txBody>
          <a:bodyPr/>
          <a:lstStyle/>
          <a:p>
            <a:fld id="{B6F15528-21DE-4FAA-801E-634DDDAF4B2B}" type="slidenum">
              <a:rPr lang="en-US" smtClean="0"/>
              <a:pPr/>
              <a:t>47</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72A26"/>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2714</TotalTime>
  <Words>4118</Words>
  <Application>Microsoft Office PowerPoint</Application>
  <PresentationFormat>Custom</PresentationFormat>
  <Paragraphs>514</Paragraphs>
  <Slides>47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 Unicode MS</vt:lpstr>
      <vt:lpstr>Arial</vt:lpstr>
      <vt:lpstr>Calibri</vt:lpstr>
      <vt:lpstr>Cambria</vt:lpstr>
      <vt:lpstr>Courier New</vt:lpstr>
      <vt:lpstr>Google Sans</vt:lpstr>
      <vt:lpstr>Times New Roman</vt:lpstr>
      <vt:lpstr>Office Theme</vt:lpstr>
      <vt:lpstr>LINUX System and Network Administration</vt:lpstr>
      <vt:lpstr>PowerPoint Presentation</vt:lpstr>
      <vt:lpstr>Unix Operating system</vt:lpstr>
      <vt:lpstr>Linux Operating System</vt:lpstr>
      <vt:lpstr> Linux Architecture</vt:lpstr>
      <vt:lpstr>PowerPoint Presentation</vt:lpstr>
      <vt:lpstr>Linux Architecture....</vt:lpstr>
      <vt:lpstr>PowerPoint Presentation</vt:lpstr>
      <vt:lpstr>Linux Systems and Network Concepts</vt:lpstr>
      <vt:lpstr>Linux Systems and Network Concepts …</vt:lpstr>
      <vt:lpstr>Linux Systems and Network Concepts … </vt:lpstr>
      <vt:lpstr>Linux File System</vt:lpstr>
      <vt:lpstr>Linux File System …</vt:lpstr>
      <vt:lpstr>Linux File System …</vt:lpstr>
      <vt:lpstr>PowerPoint Presentation</vt:lpstr>
      <vt:lpstr>Permissions and Ownership</vt:lpstr>
      <vt:lpstr>PowerPoint Presentation</vt:lpstr>
      <vt:lpstr>PowerPoint Presentation</vt:lpstr>
      <vt:lpstr>PowerPoint Presentation</vt:lpstr>
      <vt:lpstr>PowerPoint Presentation</vt:lpstr>
      <vt:lpstr>PowerPoint Presentation</vt:lpstr>
      <vt:lpstr>About chmod command: The chmod command changes the permission of the other file called confidential with permission that user can read (r), write (w) and execute (x) it  Group members can only read (r) and execute (x) and Others can only read (r) its content...  The same command above can be written as shown below using its octal permission notation  chmod 754 confidential  </vt:lpstr>
      <vt:lpstr>PowerPoint Presentation</vt:lpstr>
      <vt:lpstr>PowerPoint Presentation</vt:lpstr>
      <vt:lpstr>Linux Commands for System Administrators</vt:lpstr>
      <vt:lpstr>PowerPoint Presentation</vt:lpstr>
      <vt:lpstr>PowerPoint Presentation</vt:lpstr>
      <vt:lpstr>Some common commands used in Linux ...</vt:lpstr>
      <vt:lpstr>Linux Commands for System Administrators ...</vt:lpstr>
      <vt:lpstr>PowerPoint Presentation</vt:lpstr>
      <vt:lpstr>mv Also used to move files or folder to other       Example: /home/endex/Desktop/old$ mv file1.odt      /home/endex/Desktop$ new This is file1.odt is moved from current folder to folder called new  Less It allows quickly to view file.           Also can page up and down.           Press ‘q' to quit from less window.  For more commands (Please, read)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Linux User Administration </vt:lpstr>
      <vt:lpstr>PowerPoint Presentation</vt:lpstr>
      <vt:lpstr>PowerPoint Presentation</vt:lpstr>
      <vt:lpstr>PowerPoint Presentation</vt:lpstr>
      <vt:lpstr>Supporting a Windows Network - through SAMBA</vt:lpstr>
      <vt:lpstr>Supporting a Windows Network - through SAMBA...</vt:lpstr>
      <vt:lpstr>PowerPoint Presentation</vt:lpstr>
      <vt:lpstr>End of Chapter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SYSTEM AND NETWORK ADMINISTRATION</dc:title>
  <dc:creator>Sam</dc:creator>
  <cp:lastModifiedBy>Sam</cp:lastModifiedBy>
  <cp:revision>173</cp:revision>
  <dcterms:created xsi:type="dcterms:W3CDTF">2025-11-13T07:47:24Z</dcterms:created>
  <dcterms:modified xsi:type="dcterms:W3CDTF">2025-12-03T12:55:14Z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2025-11-13T00:00:00Z</vt:filetime>
  </property>
  <property fmtid="{D5CDD505-2E9C-101B-9397-08002B2CF9AE}" pid="3" name="LastSaved">
    <vt:filetime>2025-11-13T00:00:00Z</vt:filetime>
  </property>
</Properties>
</file>